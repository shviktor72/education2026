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5. Списки контроля доступа ACL: стандартные ACL и защита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где ACL применяются и почему сама созданная ACL еще не фильтрует трафик</a:t>
            </a:r>
          </a:p>
          <a:p>
            <a:pPr>
              <a:defRPr sz="3600"/>
            </a:pPr>
            <a:r>
              <a:t>Объяснять порядок обработки правил, ACE и implicit deny</a:t>
            </a:r>
          </a:p>
          <a:p>
            <a:pPr>
              <a:defRPr sz="3600"/>
            </a:pPr>
            <a:r>
              <a:t>Настраивать стандартные ACL по Source IPv4 Address</a:t>
            </a:r>
          </a:p>
          <a:p>
            <a:pPr>
              <a:defRPr sz="3600"/>
            </a:pPr>
            <a:r>
              <a:t>Защищать VTY-линии SSH через access-class и проверять счетчики совпадений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Фильтрация трафика и безопасность на L3/L4 с помощью ACL</a:t>
            </a:r>
          </a:p>
          <a:p>
            <a:pPr>
              <a:defRPr sz="3600"/>
            </a:pPr>
            <a:r>
              <a:t>2. Последовательная обработка правил сверху вниз</a:t>
            </a:r>
          </a:p>
          <a:p>
            <a:pPr>
              <a:defRPr sz="3600"/>
            </a:pPr>
            <a:r>
              <a:t>3. Неявный запрет implicit deny</a:t>
            </a:r>
          </a:p>
          <a:p>
            <a:pPr>
              <a:defRPr sz="3600"/>
            </a:pPr>
            <a:r>
              <a:t>4. Стандартные ACL по Source IP и расширенные ACL</a:t>
            </a:r>
          </a:p>
          <a:p>
            <a:pPr>
              <a:defRPr sz="3600"/>
            </a:pPr>
            <a:r>
              <a:t>5. Размещение стандартных ACL ближе к получателю, расширенных — ближе к источнику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ACL описывает, какой трафик разрешить или запретить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(Access Control List) — список правил фильтрации трафика на сетевом устройстве</a:t>
            </a:r>
          </a:p>
          <a:p>
            <a:pPr>
              <a:defRPr sz="3600"/>
            </a:pPr>
            <a:r>
              <a:t>ACL может ограничивать доступ между подсетями, к серверам или к управлению устройствами</a:t>
            </a:r>
          </a:p>
          <a:p>
            <a:pPr>
              <a:defRPr sz="3600"/>
            </a:pPr>
            <a:r>
              <a:t>ACL как семейство механизмов может проверять параметры L3 и L4</a:t>
            </a:r>
          </a:p>
          <a:p>
            <a:pPr>
              <a:defRPr sz="3600"/>
            </a:pPr>
            <a:r>
              <a:t>Стандартная IPv4 ACL проверяет только Source IPv4 Address</a:t>
            </a:r>
          </a:p>
          <a:p>
            <a:pPr>
              <a:defRPr sz="3600"/>
            </a:pPr>
            <a:r>
              <a:t>Расширенная ACL дополнительно проверяет Destination IP, протокол и транспортные порты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не заменяет полноценный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является статическим списком правил без глубокого анализа приложений</a:t>
            </a:r>
          </a:p>
          <a:p>
            <a:pPr>
              <a:defRPr sz="3600"/>
            </a:pPr>
            <a:r>
              <a:t>Она не отслеживает состояние соединения как stateful firewall</a:t>
            </a:r>
          </a:p>
          <a:p>
            <a:pPr>
              <a:defRPr sz="3600"/>
            </a:pPr>
            <a:r>
              <a:t>ACL хорошо подходит для базового разграничения и защиты административного доступа</a:t>
            </a:r>
          </a:p>
          <a:p>
            <a:pPr>
              <a:defRPr sz="3600"/>
            </a:pPr>
            <a:r>
              <a:t>Для периметра предприятия обычно используют firewall, NAT, VPN и журналирование</a:t>
            </a:r>
          </a:p>
          <a:p>
            <a:pPr>
              <a:defRPr sz="3600"/>
            </a:pPr>
            <a:r>
              <a:t>На сетевых устройствах ACL должна быть простой, понятной и документированной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ACL как фильтр на интерфейсе маршрутизатора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8B2FE3-79BB-EE35-25DD-5CF0E5487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ACL читается сверху вниз до первого совпадения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— весь список правил</a:t>
            </a:r>
          </a:p>
          <a:p>
            <a:pPr>
              <a:defRPr sz="3600"/>
            </a:pPr>
            <a:r>
              <a:t>ACE (Access Control Entry) — отдельная строка ACL с permit или deny</a:t>
            </a:r>
          </a:p>
          <a:p>
            <a:pPr>
              <a:defRPr sz="3600"/>
            </a:pPr>
            <a:r>
              <a:t>Маршрутизатор проверяет пакет по первой ACE сверху вниз</a:t>
            </a:r>
          </a:p>
          <a:p>
            <a:pPr>
              <a:defRPr sz="3600"/>
            </a:pPr>
            <a:r>
              <a:t>Если пакет совпал с ACE, выполняется permit или deny и проверка заканчивается</a:t>
            </a:r>
          </a:p>
          <a:p>
            <a:pPr>
              <a:defRPr sz="3600"/>
            </a:pPr>
            <a:r>
              <a:t>Нижние строки уже не анализируются после первого совпадения</a:t>
            </a:r>
          </a:p>
          <a:p>
            <a:pPr>
              <a:defRPr sz="3600"/>
            </a:pPr>
            <a:r>
              <a:t>Более конкретные разрешения обычно ставят выше общих запретов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ошибки порядка правил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Строка deny 192.168.10.0 0.0.0.255 запрещает всю пользовательскую VLAN</a:t>
            </a:r>
          </a:p>
          <a:p>
            <a:pPr>
              <a:defRPr sz="3600"/>
            </a:pPr>
            <a:r>
              <a:t>Пакет от 192.168.10.50 совпадает с этим deny и сразу отбрасывается</a:t>
            </a:r>
          </a:p>
          <a:p>
            <a:pPr>
              <a:defRPr sz="3600"/>
            </a:pPr>
            <a:r>
              <a:t>Если ниже написать permit host 192.168.10.50, это разрешение уже никогда не сработает</a:t>
            </a:r>
          </a:p>
          <a:p>
            <a:pPr>
              <a:defRPr sz="3600"/>
            </a:pPr>
            <a:r>
              <a:t>Правильнее сначала разрешить исключение, затем запретить остальную подсеть</a:t>
            </a:r>
          </a:p>
          <a:p>
            <a:pPr>
              <a:defRPr sz="3600"/>
            </a:pPr>
            <a:r>
              <a:t>Счетчики show access-lists помогают понять, какие ACE реально совпадают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В конце любой ACL есть implicit deny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Implicit deny — неявное правило deny any в конце стандартной IPv4 ACL</a:t>
            </a:r>
          </a:p>
          <a:p>
            <a:pPr>
              <a:defRPr sz="3600"/>
            </a:pPr>
            <a:r>
              <a:t>Для расширенной IPv4 ACL логический вариант выглядит как deny ip any any</a:t>
            </a:r>
          </a:p>
          <a:p>
            <a:pPr>
              <a:defRPr sz="3600"/>
            </a:pPr>
            <a:r>
              <a:t>Оно не отображается как обычная строка, но применяется после последней ACE</a:t>
            </a:r>
          </a:p>
          <a:p>
            <a:pPr>
              <a:defRPr sz="3600"/>
            </a:pPr>
            <a:r>
              <a:t>Если не добавить permit для нужного трафика, он будет отброшен</a:t>
            </a:r>
          </a:p>
          <a:p>
            <a:pPr>
              <a:defRPr sz="3600"/>
            </a:pPr>
            <a:r>
              <a:t>Перед применением ACL нужно заранее определить, что именно должно остаться разрешенным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начинает фильтровать только после применения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Можно создать ACL, и она будет просто храниться в конфигурации</a:t>
            </a:r>
          </a:p>
          <a:p>
            <a:pPr>
              <a:defRPr sz="3600"/>
            </a:pPr>
            <a:r>
              <a:t>Без access-class на VTY или ip access-group на интерфейсе она не влияет на трафик</a:t>
            </a:r>
          </a:p>
          <a:p>
            <a:pPr>
              <a:defRPr sz="3600"/>
            </a:pPr>
            <a:r>
              <a:t>Implicit deny действует только там, где ACL реально применена</a:t>
            </a:r>
          </a:p>
          <a:p>
            <a:pPr>
              <a:defRPr sz="3600"/>
            </a:pPr>
            <a:r>
              <a:t>Пример: ACL MGMT_ONLY без access-class MGMT_ONLY in не защитит SSH</a:t>
            </a:r>
          </a:p>
          <a:p>
            <a:pPr>
              <a:defRPr sz="3600"/>
            </a:pPr>
            <a:r>
              <a:t>Пример: ACL BLOCK_VLAN40 без ip access-group не отфильтрует интерфейсный трафик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deny any log нужен для диагностики, но не всегда обязателен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Явная строка deny any log показывает запрещенные попытки в журнале</a:t>
            </a:r>
          </a:p>
          <a:p>
            <a:pPr>
              <a:defRPr sz="3600"/>
            </a:pPr>
            <a:r>
              <a:t>Implicit deny уже существует даже без явной строки deny</a:t>
            </a:r>
          </a:p>
          <a:p>
            <a:pPr>
              <a:defRPr sz="3600"/>
            </a:pPr>
            <a:r>
              <a:t>Опция log создает сообщения при совпадениях</a:t>
            </a:r>
          </a:p>
          <a:p>
            <a:pPr>
              <a:defRPr sz="3600"/>
            </a:pPr>
            <a:r>
              <a:t>На загруженном интерфейсе deny any log может увеличить нагрузку на CPU и Syslog</a:t>
            </a:r>
          </a:p>
          <a:p>
            <a:pPr>
              <a:defRPr sz="3600"/>
            </a:pPr>
            <a:r>
              <a:t>Для VTY-трафика объем обычно небольшой, поэтому log часто приемлем в учебной сети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порядок обработки ACL и implicit deny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2CB328-D3CA-6951-D14B-60617E08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Wildcard mask показывает совпадающие и игнорируемые биты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Wildcard mask показывает, какие биты адреса сравниваются, а какие игнорируются</a:t>
            </a:r>
          </a:p>
          <a:p>
            <a:pPr>
              <a:defRPr sz="3600"/>
            </a:pPr>
            <a:r>
              <a:t>0 в wildcard означает строго сравнивать бит</a:t>
            </a:r>
          </a:p>
          <a:p>
            <a:pPr>
              <a:defRPr sz="3600"/>
            </a:pPr>
            <a:r>
              <a:t>1 в wildcard означает игнорировать бит</a:t>
            </a:r>
          </a:p>
          <a:p>
            <a:pPr>
              <a:defRPr sz="3600"/>
            </a:pPr>
            <a:r>
              <a:t>Для обычных непрерывных масок wildcard можно считать вычитанием из 255</a:t>
            </a:r>
          </a:p>
          <a:p>
            <a:pPr>
              <a:defRPr sz="3600"/>
            </a:pPr>
            <a:r>
              <a:t>Сеть 192.168.10.0/24 записывается как 192.168.10.0 0.0.0.255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Host, сеть и any имеют эквивалентные 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permit 192.168.99.50 0.0.0.0 разрешает один конкретный адрес</a:t>
            </a:r>
          </a:p>
          <a:p>
            <a:pPr>
              <a:defRPr sz="3600"/>
            </a:pPr>
            <a:r>
              <a:t>permit host 192.168.99.50 делает то же самое короче</a:t>
            </a:r>
          </a:p>
          <a:p>
            <a:pPr>
              <a:defRPr sz="3600"/>
            </a:pPr>
            <a:r>
              <a:t>permit 192.168.99.0 0.0.0.255 разрешает всю подсеть /24</a:t>
            </a:r>
          </a:p>
          <a:p>
            <a:pPr>
              <a:defRPr sz="3600"/>
            </a:pPr>
            <a:r>
              <a:t>permit any эквивалентно permit 0.0.0.0 255.255.255.255</a:t>
            </a:r>
          </a:p>
          <a:p>
            <a:pPr>
              <a:defRPr sz="3600"/>
            </a:pPr>
            <a:r>
              <a:t>Такие сокращения нужно читать как обычные wildcard-условия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Стандартные ACL бывают нумерованные и именованные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Нумерованные стандартные ACL обычно используют диапазоны 1–99 и 1300–1999</a:t>
            </a:r>
          </a:p>
          <a:p>
            <a:pPr>
              <a:defRPr sz="3600"/>
            </a:pPr>
            <a:r>
              <a:t>Именованные ACL легче читать и сопровождать</a:t>
            </a:r>
          </a:p>
          <a:p>
            <a:pPr>
              <a:defRPr sz="3600"/>
            </a:pPr>
            <a:r>
              <a:t>Пример: ip access-list standard MGMT_ONLY создает именованную стандартную ACL</a:t>
            </a:r>
          </a:p>
          <a:p>
            <a:pPr>
              <a:defRPr sz="3600"/>
            </a:pPr>
            <a:r>
              <a:t>Внутри named ACL можно добавлять строки permit и deny с sequence numbers</a:t>
            </a:r>
          </a:p>
          <a:p>
            <a:pPr>
              <a:defRPr sz="3600"/>
            </a:pPr>
            <a:r>
              <a:t>Для обучения лучше использовать имена, отражающие назначение фильтра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Стандартная ACL фильтрует только Source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Стандартная ACL не видит адрес назначения, TCP-порт или тип приложения</a:t>
            </a:r>
          </a:p>
          <a:p>
            <a:pPr>
              <a:defRPr sz="3600"/>
            </a:pPr>
            <a:r>
              <a:t>Она отвечает только на вопрос: откуда пришел трафик</a:t>
            </a:r>
          </a:p>
          <a:p>
            <a:pPr>
              <a:defRPr sz="3600"/>
            </a:pPr>
            <a:r>
              <a:t>Пример: permit 192.168.99.0 0.0.0.255 разрешает источники из Management VLAN</a:t>
            </a:r>
          </a:p>
          <a:p>
            <a:pPr>
              <a:defRPr sz="3600"/>
            </a:pPr>
            <a:r>
              <a:t>Если нужно разрешить HTTP к серверу, а SSH запретить, нужна расширенная ACL</a:t>
            </a:r>
          </a:p>
          <a:p>
            <a:pPr>
              <a:defRPr sz="3600"/>
            </a:pPr>
            <a:r>
              <a:t>Стандартная ACL хороша для защиты VTY и простого ограничения источников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Стандартная ACL для защиты SSH-управления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Задача: разрешить SSH к роутеру только из Management VLAN 192.168.99.0/24</a:t>
            </a:r>
          </a:p>
          <a:p>
            <a:pPr>
              <a:defRPr sz="3600"/>
            </a:pPr>
            <a:r>
              <a:t>ip access-list standard MGMT_ONLY открывает ACL</a:t>
            </a:r>
          </a:p>
          <a:p>
            <a:pPr>
              <a:defRPr sz="3600"/>
            </a:pPr>
            <a:r>
              <a:t>permit 192.168.99.0 0.0.0.255 разрешает администраторскую подсеть</a:t>
            </a:r>
          </a:p>
          <a:p>
            <a:pPr>
              <a:defRPr sz="3600"/>
            </a:pPr>
            <a:r>
              <a:t>deny any log можно добавить для явного запрета и журналирования попыток</a:t>
            </a:r>
          </a:p>
          <a:p>
            <a:pPr>
              <a:defRPr sz="3600"/>
            </a:pPr>
            <a:r>
              <a:t>Важно не забыть: ACL должна быть применена к VTY через access-class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подготовка SSH перед access-class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hostname R1 задает имя устройства</a:t>
            </a:r>
          </a:p>
          <a:p>
            <a:pPr>
              <a:defRPr sz="3600"/>
            </a:pPr>
            <a:r>
              <a:t>ip domain-name company.test задает доменное имя для генерации RSA-ключа</a:t>
            </a:r>
          </a:p>
          <a:p>
            <a:pPr>
              <a:defRPr sz="3600"/>
            </a:pPr>
            <a:r>
              <a:t>username admin privilege 15 secret StrongPassword создает локального администратора</a:t>
            </a:r>
          </a:p>
          <a:p>
            <a:pPr>
              <a:defRPr sz="3600"/>
            </a:pPr>
            <a:r>
              <a:t>crypto key generate rsa modulus 2048 создает RSA-ключи для SSH</a:t>
            </a:r>
          </a:p>
          <a:p>
            <a:pPr>
              <a:defRPr sz="3600"/>
            </a:pPr>
            <a:r>
              <a:t>ip ssh version 2 включает использование SSHv2</a:t>
            </a:r>
          </a:p>
          <a:p>
            <a:pPr>
              <a:defRPr sz="3600"/>
            </a:pPr>
            <a:r>
              <a:t>Если IOS не принимает modulus в одну строку, введите crypto key generate rsa и укажите 2048 в диалоге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access-class защищает VTY, а не интерфейсный трафик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VTY (Virtual Teletype) — удаленные линии CLI-доступа Telnet или SSH</a:t>
            </a:r>
          </a:p>
          <a:p>
            <a:pPr>
              <a:defRPr sz="3600"/>
            </a:pPr>
            <a:r>
              <a:t>Для VTY применяется команда access-class, а не ip access-group</a:t>
            </a:r>
          </a:p>
          <a:p>
            <a:pPr>
              <a:defRPr sz="3600"/>
            </a:pPr>
            <a:r>
              <a:t>access-class MGMT_ONLY in ограничивает источники, которым разрешен вход на VTY</a:t>
            </a:r>
          </a:p>
          <a:p>
            <a:pPr>
              <a:defRPr sz="3600"/>
            </a:pPr>
            <a:r>
              <a:t>transport input ssh запрещает Telnet и оставляет только SSH</a:t>
            </a:r>
          </a:p>
          <a:p>
            <a:pPr>
              <a:defRPr sz="3600"/>
            </a:pPr>
            <a:r>
              <a:t>login local включает проверку по локальной базе пользователей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Защищать нужно все существующие VTY-линии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одних устройствах доступны только line vty 0 4</a:t>
            </a:r>
          </a:p>
          <a:p>
            <a:pPr>
              <a:defRPr sz="3600"/>
            </a:pPr>
            <a:r>
              <a:t>На многих Cisco IOS есть дополнительные line vty 5 15</a:t>
            </a:r>
          </a:p>
          <a:p>
            <a:pPr>
              <a:defRPr sz="3600"/>
            </a:pPr>
            <a:r>
              <a:t>Если защитить только 0 4, оставшиеся VTY могут остаться без access-class</a:t>
            </a:r>
          </a:p>
          <a:p>
            <a:pPr>
              <a:defRPr sz="3600"/>
            </a:pPr>
            <a:r>
              <a:t>Перед настройкой проверяют show running-config | section line vty</a:t>
            </a:r>
          </a:p>
          <a:p>
            <a:pPr>
              <a:defRPr sz="3600"/>
            </a:pPr>
            <a:r>
              <a:t>Одинаковые параметры SSH, login local и access-class применяют ко всем используемым диапазонам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пример VTY-защиты через именованную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access-list standard MGMT_ONLY; 10 permit 192.168.99.0 0.0.0.255; 20 deny any log</a:t>
            </a:r>
          </a:p>
          <a:p>
            <a:pPr>
              <a:defRPr sz="3600"/>
            </a:pPr>
            <a:r>
              <a:t>line vty 0 4; login local; transport input ssh; access-class MGMT_ONLY in</a:t>
            </a:r>
          </a:p>
          <a:p>
            <a:pPr>
              <a:defRPr sz="3600"/>
            </a:pPr>
            <a:r>
              <a:t>line vty 5 15; login local; transport input ssh; access-class MGMT_ONLY in</a:t>
            </a:r>
          </a:p>
          <a:p>
            <a:pPr>
              <a:defRPr sz="3600"/>
            </a:pPr>
            <a:r>
              <a:t>SSH из Management VLAN должен проходить</a:t>
            </a:r>
          </a:p>
          <a:p>
            <a:pPr>
              <a:defRPr sz="3600"/>
            </a:pPr>
            <a:r>
              <a:t>SSH из пользовательской VLAN должен отклоняться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Нумерованная ACL тоже может защитить VTY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access-list 10 permit 192.168.99.0 0.0.0.255 создает стандартную ACL номер 10</a:t>
            </a:r>
          </a:p>
          <a:p>
            <a:pPr>
              <a:defRPr sz="3600"/>
            </a:pPr>
            <a:r>
              <a:t>line vty 0 4 открывает диапазон VTY-линий</a:t>
            </a:r>
          </a:p>
          <a:p>
            <a:pPr>
              <a:defRPr sz="3600"/>
            </a:pPr>
            <a:r>
              <a:t>access-class 10 in применяет список к входящим подключениям управления</a:t>
            </a:r>
          </a:p>
          <a:p>
            <a:pPr>
              <a:defRPr sz="3600"/>
            </a:pPr>
            <a:r>
              <a:t>transport input ssh оставляет только SSH</a:t>
            </a:r>
          </a:p>
          <a:p>
            <a:pPr>
              <a:defRPr sz="3600"/>
            </a:pPr>
            <a:r>
              <a:t>Именованный вариант удобнее сопровождать, но нумерованный важно уметь читать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доступ к VTY только из Management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29997-916F-5C88-1197-5D7D13F9A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стандартной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access-lists показывает правила и счетчики совпадений</a:t>
            </a:r>
          </a:p>
          <a:p>
            <a:pPr>
              <a:defRPr sz="3600"/>
            </a:pPr>
            <a:r>
              <a:t>show ip access-lists выводит IP ACL в удобном виде</a:t>
            </a:r>
          </a:p>
          <a:p>
            <a:pPr>
              <a:defRPr sz="3600"/>
            </a:pPr>
            <a:r>
              <a:t>show running-config | section line vty показывает примененный access-class</a:t>
            </a:r>
          </a:p>
          <a:p>
            <a:pPr>
              <a:defRPr sz="3600"/>
            </a:pPr>
            <a:r>
              <a:t>SSH из Management VLAN должен проходить</a:t>
            </a:r>
          </a:p>
          <a:p>
            <a:pPr>
              <a:defRPr sz="3600"/>
            </a:pPr>
            <a:r>
              <a:t>SSH из пользовательской VLAN должен быть отклонен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Счетчики matches помогают видеть реальный трафик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попытки подключения счетчик у permit или deny должен увеличиться</a:t>
            </a:r>
          </a:p>
          <a:p>
            <a:pPr>
              <a:defRPr sz="3600"/>
            </a:pPr>
            <a:r>
              <a:t>Если счетчик не меняется, пакет не попадает под эту ACL</a:t>
            </a:r>
          </a:p>
          <a:p>
            <a:pPr>
              <a:defRPr sz="3600"/>
            </a:pPr>
            <a:r>
              <a:t>show access-lists и show ip access-lists показывают правила и matches</a:t>
            </a:r>
          </a:p>
          <a:p>
            <a:pPr>
              <a:defRPr sz="3600"/>
            </a:pPr>
            <a:r>
              <a:t>Возможные команды очистки зависят от IOS: clear access-list counters, clear access-list counters MGMT_ONLY или clear ip access-list counters</a:t>
            </a:r>
          </a:p>
          <a:p>
            <a:pPr>
              <a:defRPr sz="3600"/>
            </a:pPr>
            <a:r>
              <a:t>В Packet Tracer часть команд очистки может отсутствовать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Если счетчик не меняется, проверяют путь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могла быть создана, но не применена</a:t>
            </a:r>
          </a:p>
          <a:p>
            <a:pPr>
              <a:defRPr sz="3600"/>
            </a:pPr>
            <a:r>
              <a:t>ACL применена не к тому интерфейсу или VTY-диапазону</a:t>
            </a:r>
          </a:p>
          <a:p>
            <a:pPr>
              <a:defRPr sz="3600"/>
            </a:pPr>
            <a:r>
              <a:t>Пакет совпал с более ранней ACE</a:t>
            </a:r>
          </a:p>
          <a:p>
            <a:pPr>
              <a:defRPr sz="3600"/>
            </a:pPr>
            <a:r>
              <a:t>Тестируется уже существующая SSH-сессия, а не новое подключение</a:t>
            </a:r>
          </a:p>
          <a:p>
            <a:pPr>
              <a:defRPr sz="3600"/>
            </a:pPr>
            <a:r>
              <a:t>Соединение блокируется раньше другой ACL или нет маршрута до устройства</a:t>
            </a:r>
          </a:p>
          <a:p>
            <a:pPr>
              <a:defRPr sz="3600"/>
            </a:pPr>
            <a:r>
              <a:t>Source IP может отличаться из-за NAT или jump host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Стандартные ACL обычно размещают ближе к получателю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Стандартная ACL знает только source IP и не знает конечное назначение трафика</a:t>
            </a:r>
          </a:p>
          <a:p>
            <a:pPr>
              <a:defRPr sz="3600"/>
            </a:pPr>
            <a:r>
              <a:t>Если поставить ее близко к источнику, можно случайно запретить этому источнику все направления</a:t>
            </a:r>
          </a:p>
          <a:p>
            <a:pPr>
              <a:defRPr sz="3600"/>
            </a:pPr>
            <a:r>
              <a:t>Размещение ближе к получателю ограничивает доступ именно к нужному ресурсу или сегменту</a:t>
            </a:r>
          </a:p>
          <a:p>
            <a:pPr>
              <a:defRPr sz="3600"/>
            </a:pPr>
            <a:r>
              <a:t>Это практическое правило, а не синтаксическое требование Cisco IOS</a:t>
            </a:r>
          </a:p>
          <a:p>
            <a:pPr>
              <a:defRPr sz="3600"/>
            </a:pPr>
            <a:r>
              <a:t>Для VTY правило реализуется особенно удобно: ACL применяется на линиях управления конкретного устройства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access-class in и ip access-group in имеют разный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access-group ACL in на L3-интерфейсе проверяет пакет, входящий в маршрутизатор через интерфейс</a:t>
            </a:r>
          </a:p>
          <a:p>
            <a:pPr>
              <a:defRPr sz="3600"/>
            </a:pPr>
            <a:r>
              <a:t>ip access-group ACL out проверяет пакет, выходящий из маршрутизатора через интерфейс</a:t>
            </a:r>
          </a:p>
          <a:p>
            <a:pPr>
              <a:defRPr sz="3600"/>
            </a:pPr>
            <a:r>
              <a:t>access-class ACL in на VTY проверяет удаленного пользователя, который подключается к CLI</a:t>
            </a:r>
          </a:p>
          <a:p>
            <a:pPr>
              <a:defRPr sz="3600"/>
            </a:pPr>
            <a:r>
              <a:t>access-class ACL out ограничивает исходящие подключения из VTY-сессии и используется редко</a:t>
            </a:r>
          </a:p>
          <a:p>
            <a:pPr>
              <a:defRPr sz="3600"/>
            </a:pPr>
            <a:r>
              <a:t>Для защиты SSH нужен именно access-class MGMT_ONLY 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Интерфейсное применение ACL требует направления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access-group ACL_NAME in применяет ACL на входящих пакетах интерфейса</a:t>
            </a:r>
          </a:p>
          <a:p>
            <a:pPr>
              <a:defRPr sz="3600"/>
            </a:pPr>
            <a:r>
              <a:t>ip access-group ACL_NAME out применяет ACL на исходящих пакетах интерфейса</a:t>
            </a:r>
          </a:p>
          <a:p>
            <a:pPr>
              <a:defRPr sz="3600"/>
            </a:pPr>
            <a:r>
              <a:t>Направление выбирается относительно самого интерфейса маршрутизатора</a:t>
            </a:r>
          </a:p>
          <a:p>
            <a:pPr>
              <a:defRPr sz="3600"/>
            </a:pPr>
            <a:r>
              <a:t>Ошибочное направление — классическая причина, почему ACL не работает как ожидается</a:t>
            </a:r>
          </a:p>
          <a:p>
            <a:pPr>
              <a:defRPr sz="3600"/>
            </a:pPr>
            <a:r>
              <a:t>Для VTY используется access-class, поэтому in означает вход в линии управления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Стандартная ACL для базовой фильтрации подсети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задачи: запретить VLAN 40 доступ к серверной VLAN 30</a:t>
            </a:r>
          </a:p>
          <a:p>
            <a:pPr>
              <a:defRPr sz="3600"/>
            </a:pPr>
            <a:r>
              <a:t>ip access-list standard BLOCK_VLAN40 создает список</a:t>
            </a:r>
          </a:p>
          <a:p>
            <a:pPr>
              <a:defRPr sz="3600"/>
            </a:pPr>
            <a:r>
              <a:t>deny 192.168.40.0 0.0.0.255 запрещает источники из VLAN 40</a:t>
            </a:r>
          </a:p>
          <a:p>
            <a:pPr>
              <a:defRPr sz="3600"/>
            </a:pPr>
            <a:r>
              <a:t>permit any оставляет доступ другим источникам</a:t>
            </a:r>
          </a:p>
          <a:p>
            <a:pPr>
              <a:defRPr sz="3600"/>
            </a:pPr>
            <a:r>
              <a:t>interface Vlan30; ip access-group BLOCK_VLAN40 out применяет ACL на выход к серверной VLAN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ACL для VLAN 40 ставят на выход к VLAN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Путь: VLAN 40 → маршрутизатор → выход через Vlan30 → серверная VLAN</a:t>
            </a:r>
          </a:p>
          <a:p>
            <a:pPr>
              <a:defRPr sz="3600"/>
            </a:pPr>
            <a:r>
              <a:t>ACL out на Vlan30 блокирует доступ VLAN 40 именно к серверной VLAN</a:t>
            </a:r>
          </a:p>
          <a:p>
            <a:pPr>
              <a:defRPr sz="3600"/>
            </a:pPr>
            <a:r>
              <a:t>Доступ VLAN 40 к другим направлениям при этом не блокируется</a:t>
            </a:r>
          </a:p>
          <a:p>
            <a:pPr>
              <a:defRPr sz="3600"/>
            </a:pPr>
            <a:r>
              <a:t>Стандартная ACL запрещает всю VLAN 40, но не умеет выбрать один сервер или порт</a:t>
            </a:r>
          </a:p>
          <a:p>
            <a:pPr>
              <a:defRPr sz="3600"/>
            </a:pPr>
            <a:r>
              <a:t>Для политики вида запретить только HTTP или ICMP нужна расширенная ACL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стандартных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Забыли применить ACL к интерфейсу или VTY</a:t>
            </a:r>
          </a:p>
          <a:p>
            <a:pPr>
              <a:defRPr sz="3600"/>
            </a:pPr>
            <a:r>
              <a:t>Забыли permit для разрешенного трафика и сработал implicit deny</a:t>
            </a:r>
          </a:p>
          <a:p>
            <a:pPr>
              <a:defRPr sz="3600"/>
            </a:pPr>
            <a:r>
              <a:t>Неверно посчитали wildcard mask</a:t>
            </a:r>
          </a:p>
          <a:p>
            <a:pPr>
              <a:defRPr sz="3600"/>
            </a:pPr>
            <a:r>
              <a:t>Применили интерфейсную ACL не в том направлении</a:t>
            </a:r>
          </a:p>
          <a:p>
            <a:pPr>
              <a:defRPr sz="3600"/>
            </a:pPr>
            <a:r>
              <a:t>Для VTY использовали ip access-group вместо access-class</a:t>
            </a:r>
          </a:p>
          <a:p>
            <a:pPr>
              <a:defRPr sz="3600"/>
            </a:pPr>
            <a:r>
              <a:t>Разместили стандартную ACL слишком близко к источнику и заблокировали лишние направления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где размещать стандартную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BC8C7C-BDDF-BE91-092C-067268236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Правила безопасной работы с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Изменения ACL вступают в силу сразу после ввода команды</a:t>
            </a:r>
          </a:p>
          <a:p>
            <a:pPr>
              <a:defRPr sz="3600"/>
            </a:pPr>
            <a:r>
              <a:t>Перед применением записать цель ACL обычным языком</a:t>
            </a:r>
          </a:p>
          <a:p>
            <a:pPr>
              <a:defRPr sz="3600"/>
            </a:pPr>
            <a:r>
              <a:t>Сначала создать ACL и проверить строки show access-lists</a:t>
            </a:r>
          </a:p>
          <a:p>
            <a:pPr>
              <a:defRPr sz="3600"/>
            </a:pPr>
            <a:r>
              <a:t>Сначала добавить разрешающее правило для собственного адреса или Management VLAN</a:t>
            </a:r>
          </a:p>
          <a:p>
            <a:pPr>
              <a:defRPr sz="3600"/>
            </a:pPr>
            <a:r>
              <a:t>Применять ACL только при наличии консоли, out-of-band доступа или резервной SSH-сессии</a:t>
            </a:r>
          </a:p>
          <a:p>
            <a:pPr>
              <a:defRPr sz="3600"/>
            </a:pPr>
            <a:r>
              <a:t>Сохранить конфигурацию только после успешной проверки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Безопасный порядок применения ACL на управление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Открыть вторую SSH-сессию или подготовить консольный доступ</a:t>
            </a:r>
          </a:p>
          <a:p>
            <a:pPr>
              <a:defRPr sz="3600"/>
            </a:pPr>
            <a:r>
              <a:t>Проверить локального пользователя, SSH и Management VLAN</a:t>
            </a:r>
          </a:p>
          <a:p>
            <a:pPr>
              <a:defRPr sz="3600"/>
            </a:pPr>
            <a:r>
              <a:t>Создать ACL и проверить ее содержимое</a:t>
            </a:r>
          </a:p>
          <a:p>
            <a:pPr>
              <a:defRPr sz="3600"/>
            </a:pPr>
            <a:r>
              <a:t>Применить access-class к VTY</a:t>
            </a:r>
          </a:p>
          <a:p>
            <a:pPr>
              <a:defRPr sz="3600"/>
            </a:pPr>
            <a:r>
              <a:t>Проверить новую SSH-сессию с разрешенного адреса</a:t>
            </a:r>
          </a:p>
          <a:p>
            <a:pPr>
              <a:defRPr sz="3600"/>
            </a:pPr>
            <a:r>
              <a:t>Проверить запрет с неразрешенного адреса и только потом закрывать резервное подключение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Sequence numbers помогают редактировать named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именованных ACL Cisco IOS показывает номера строк правил</a:t>
            </a:r>
          </a:p>
          <a:p>
            <a:pPr>
              <a:defRPr sz="3600"/>
            </a:pPr>
            <a:r>
              <a:t>Номер позволяет вставить новое правило между существующими строками</a:t>
            </a:r>
          </a:p>
          <a:p>
            <a:pPr>
              <a:defRPr sz="3600"/>
            </a:pPr>
            <a:r>
              <a:t>Пример: 10 permit 192.168.99.0 0.0.0.255, 20 deny any log</a:t>
            </a:r>
          </a:p>
          <a:p>
            <a:pPr>
              <a:defRPr sz="3600"/>
            </a:pPr>
            <a:r>
              <a:t>Добавление исключения: 15 permit host 192.168.100.10</a:t>
            </a:r>
          </a:p>
          <a:p>
            <a:pPr>
              <a:defRPr sz="3600"/>
            </a:pPr>
            <a:r>
              <a:t>Удаление отдельной ACE: no 15</a:t>
            </a:r>
          </a:p>
          <a:p>
            <a:pPr>
              <a:defRPr sz="3600"/>
            </a:pPr>
            <a:r>
              <a:t>Это безопаснее, чем удалять и пересоздавать весь список во время удаленной работы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remark документирует назначение ACL прямо в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remark добавляет комментарий внутри ACL</a:t>
            </a:r>
          </a:p>
          <a:p>
            <a:pPr>
              <a:defRPr sz="3600"/>
            </a:pPr>
            <a:r>
              <a:t>Пример: remark Разрешить SSH только из Management VLAN</a:t>
            </a:r>
          </a:p>
          <a:p>
            <a:pPr>
              <a:defRPr sz="3600"/>
            </a:pPr>
            <a:r>
              <a:t>Комментарии помогают читать ACL без отдельного документа</a:t>
            </a:r>
          </a:p>
          <a:p>
            <a:pPr>
              <a:defRPr sz="3600"/>
            </a:pPr>
            <a:r>
              <a:t>remark особенно полезен в длинных расширенных ACL</a:t>
            </a:r>
          </a:p>
          <a:p>
            <a:pPr>
              <a:defRPr sz="3600"/>
            </a:pPr>
            <a:r>
              <a:t>Хорошая практика документирования начинается уже со стандартных ACL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Перед ACL на управление нужен аварийный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Ошибка в access-class может отрезать администратора от SSH</a:t>
            </a:r>
          </a:p>
          <a:p>
            <a:pPr>
              <a:defRPr sz="3600"/>
            </a:pPr>
            <a:r>
              <a:t>Перед применением ACL нужно иметь консольный доступ или резервную сессию</a:t>
            </a:r>
          </a:p>
          <a:p>
            <a:pPr>
              <a:defRPr sz="3600"/>
            </a:pPr>
            <a:r>
              <a:t>Сначала проверяют локального пользователя, SSH и Management VLAN</a:t>
            </a:r>
          </a:p>
          <a:p>
            <a:pPr>
              <a:defRPr sz="3600"/>
            </a:pPr>
            <a:r>
              <a:t>Затем применяют access-class и тестируют вход с разрешенного адреса</a:t>
            </a:r>
          </a:p>
          <a:p>
            <a:pPr>
              <a:defRPr sz="3600"/>
            </a:pPr>
            <a:r>
              <a:t>Только после проверки запрещенного адреса сохраняют конфигурацию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Документирование стандартной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документации указывают имя ACL и ее назначение</a:t>
            </a:r>
          </a:p>
          <a:p>
            <a:pPr>
              <a:defRPr sz="3600"/>
            </a:pPr>
            <a:r>
              <a:t>Фиксируют разрешенные source-сети и причины запретов</a:t>
            </a:r>
          </a:p>
          <a:p>
            <a:pPr>
              <a:defRPr sz="3600"/>
            </a:pPr>
            <a:r>
              <a:t>Отдельно указывают место применения: VTY, интерфейс, направление</a:t>
            </a:r>
          </a:p>
          <a:p>
            <a:pPr>
              <a:defRPr sz="3600"/>
            </a:pPr>
            <a:r>
              <a:t>Записывают команды проверки и ожидаемый результат</a:t>
            </a:r>
          </a:p>
          <a:p>
            <a:pPr>
              <a:defRPr sz="3600"/>
            </a:pPr>
            <a:r>
              <a:t>Указывают, какие VTY-диапазоны защищены: 0 4, 5 15 или другой набор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фильтрует трафик только после применения к интерфейсу, VTY или другой функции устройства</a:t>
            </a:r>
          </a:p>
          <a:p>
            <a:pPr>
              <a:defRPr sz="3600"/>
            </a:pPr>
            <a:r>
              <a:t>ACL обрабатывается сверху вниз до первого совпадения ACE</a:t>
            </a:r>
          </a:p>
          <a:p>
            <a:pPr>
              <a:defRPr sz="3600"/>
            </a:pPr>
            <a:r>
              <a:t>В конце стандартной ACL есть implicit deny any, даже если он не написан явно</a:t>
            </a:r>
          </a:p>
          <a:p>
            <a:pPr>
              <a:defRPr sz="3600"/>
            </a:pPr>
            <a:r>
              <a:t>Стандартная ACL фильтрует только по Source IPv4 Address</a:t>
            </a:r>
          </a:p>
          <a:p>
            <a:pPr>
              <a:defRPr sz="3600"/>
            </a:pPr>
            <a:r>
              <a:t>VTY-доступ защищают через access-class, а интерфейсный трафик — через ip access-group</a:t>
            </a:r>
          </a:p>
          <a:p>
            <a:pPr>
              <a:defRPr sz="3600"/>
            </a:pPr>
            <a:r>
              <a:t>Счетчики matches помогают доказать, какое правило реально сработало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созданная ACL сама по себе еще не фильтрует трафик?</a:t>
            </a:r>
          </a:p>
          <a:p>
            <a:pPr>
              <a:defRPr sz="3600"/>
            </a:pPr>
            <a:r>
              <a:t>Чем ACL отличается от ACE?</a:t>
            </a:r>
          </a:p>
          <a:p>
            <a:pPr>
              <a:defRPr sz="3600"/>
            </a:pPr>
            <a:r>
              <a:t>Что такое implicit deny и где оно начинает действовать?</a:t>
            </a:r>
          </a:p>
          <a:p>
            <a:pPr>
              <a:defRPr sz="3600"/>
            </a:pPr>
            <a:r>
              <a:t>Чем стандартная ACL отличается от расширенной?</a:t>
            </a:r>
          </a:p>
          <a:p>
            <a:pPr>
              <a:defRPr sz="3600"/>
            </a:pPr>
            <a:r>
              <a:t>Почему стандартную ACL обычно размещают ближе к получателю?</a:t>
            </a:r>
          </a:p>
          <a:p>
            <a:pPr>
              <a:defRPr sz="3600"/>
            </a:pPr>
            <a:r>
              <a:t>Какая команда применяется для ограничения VTY-доступа?</a:t>
            </a:r>
          </a:p>
          <a:p>
            <a:pPr>
              <a:defRPr sz="3600"/>
            </a:pPr>
            <a:r>
              <a:t>Почему нужно защищать все VTY-диапазоны?</a:t>
            </a:r>
          </a:p>
          <a:p>
            <a:pPr>
              <a:defRPr sz="3600"/>
            </a:pPr>
            <a:r>
              <a:t>Что проверить, если счетчик matches не изменяется?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2118</Words>
  <Application>Microsoft Office PowerPoint</Application>
  <PresentationFormat>Широкоэкранный</PresentationFormat>
  <Paragraphs>231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2026-07-27T11:29:08Z</dcterms:modified>
  <cp:category/>
</cp:coreProperties>
</file>