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10. Высокая доступность шлюза: протоколы FHRP и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 проблему единой точки отказа шлюза по умолчанию</a:t>
            </a:r>
          </a:p>
          <a:p>
            <a:pPr>
              <a:defRPr sz="3600"/>
            </a:pPr>
            <a:r>
              <a:t>Объяснять назначение FHRP и принцип работы HSRP</a:t>
            </a:r>
          </a:p>
          <a:p>
            <a:pPr>
              <a:defRPr sz="3600"/>
            </a:pPr>
            <a:r>
              <a:t>Настраивать виртуальный IP, приоритет, preempt и tracking для HSRP</a:t>
            </a:r>
          </a:p>
          <a:p>
            <a:pPr>
              <a:defRPr sz="3600"/>
            </a:pPr>
            <a:r>
              <a:t>Проверять роли Active и Standby и тестировать переключение шлюза при аварии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Высокая доступность шлюза по умолчанию и устранение единой точки отказа SPOF</a:t>
            </a:r>
          </a:p>
          <a:p>
            <a:pPr>
              <a:defRPr sz="3600"/>
            </a:pPr>
            <a:r>
              <a:t>2. Назначение и логика работы HSRP</a:t>
            </a:r>
          </a:p>
          <a:p>
            <a:pPr>
              <a:defRPr sz="3600"/>
            </a:pPr>
            <a:r>
              <a:t>3. Виртуальный IP и виртуальный MAC-адрес группы HSRP</a:t>
            </a:r>
          </a:p>
          <a:p>
            <a:pPr>
              <a:defRPr sz="3600"/>
            </a:pPr>
            <a:r>
              <a:t>4. Active/Standby, приоритеты, Preemption и Interface/Object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Клиент обычно знает только один шлюз по умолчанию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Default gateway — IP-адрес устройства, через которое клиент отправляет трафик в другие сети</a:t>
            </a:r>
          </a:p>
          <a:p>
            <a:pPr>
              <a:defRPr sz="3600"/>
            </a:pPr>
            <a:r>
              <a:t>Если шлюз выключился, клиент может сохранить IP-адрес, но потерять доступ к другим VLAN и внешним сетям</a:t>
            </a:r>
          </a:p>
          <a:p>
            <a:pPr>
              <a:defRPr sz="3600"/>
            </a:pPr>
            <a:r>
              <a:t>Проблема особенно заметна в сети, где все пользователи VLAN зависят от одного L3-коммутатора</a:t>
            </a:r>
          </a:p>
          <a:p>
            <a:pPr>
              <a:defRPr sz="3600"/>
            </a:pPr>
            <a:r>
              <a:t>Резервный коммутатор сам по себе не помогает, если клиенты не знают его адрес как шлюз</a:t>
            </a:r>
          </a:p>
          <a:p>
            <a:pPr>
              <a:defRPr sz="3600"/>
            </a:pPr>
            <a:r>
              <a:t>Нужен механизм, который дает клиентам один стабильный адрес шлюза при нескольких физических устройствах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SPOF нужно устранять в критичных точках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SPOF (Single Point of Failure) — единая точка отказа, отказ которой нарушает работу всей функции</a:t>
            </a:r>
          </a:p>
          <a:p>
            <a:pPr>
              <a:defRPr sz="3600"/>
            </a:pPr>
            <a:r>
              <a:t>Шлюз VLAN является SPOF, если его выполняет только один L3-интерфейс без резервирования</a:t>
            </a:r>
          </a:p>
          <a:p>
            <a:pPr>
              <a:defRPr sz="3600"/>
            </a:pPr>
            <a:r>
              <a:t>Отказ может быть связан с устройством, интерфейсом, аплинком, питанием или ошибкой конфигурации</a:t>
            </a:r>
          </a:p>
          <a:p>
            <a:pPr>
              <a:defRPr sz="3600"/>
            </a:pPr>
            <a:r>
              <a:t>Высокая доступность не означает отсутствие аварий, а означает быстрое восстановление сервиса</a:t>
            </a:r>
          </a:p>
          <a:p>
            <a:pPr>
              <a:defRPr sz="3600"/>
            </a:pPr>
            <a:r>
              <a:t>Для шлюза VLAN эту задачу решают протоколы семейства FHRP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FHRP создает резервированный шлюз для 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FHRP (First Hop Redundancy Protocol) — семейство протоколов резервирования первого маршрутизирующего перехода</a:t>
            </a:r>
          </a:p>
          <a:p>
            <a:pPr>
              <a:defRPr sz="3600"/>
            </a:pPr>
            <a:r>
              <a:t>Первый переход — это шлюз по умолчанию, к которому клиент отправляет трафик за пределы своей подсети</a:t>
            </a:r>
          </a:p>
          <a:p>
            <a:pPr>
              <a:defRPr sz="3600"/>
            </a:pPr>
            <a:r>
              <a:t>FHRP позволяет нескольким маршрутизирующим устройствам разделить один виртуальный адрес шлюза</a:t>
            </a:r>
          </a:p>
          <a:p>
            <a:pPr>
              <a:defRPr sz="3600"/>
            </a:pPr>
            <a:r>
              <a:t>Клиенты используют один virtual IP, а активное устройство может меняться при аварии</a:t>
            </a:r>
          </a:p>
          <a:p>
            <a:pPr>
              <a:defRPr sz="3600"/>
            </a:pPr>
            <a:r>
              <a:t>Примеры FHRP: HSRP, VRRP и GLBP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шлюз как SPOF и резервированный шлюз FHRP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709E89-BC03-D391-BB4D-007A19596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HSRP — Cisco-протокол резервирования шлюза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HSRP (Hot Standby Router Protocol) — протокол Cisco для резервирования шлюза по умолчанию</a:t>
            </a:r>
          </a:p>
          <a:p>
            <a:pPr>
              <a:defRPr sz="3600"/>
            </a:pPr>
            <a:r>
              <a:t>Несколько L3-устройств объединяются в HSRP-группу для конкретной VLAN</a:t>
            </a:r>
          </a:p>
          <a:p>
            <a:pPr>
              <a:defRPr sz="3600"/>
            </a:pPr>
            <a:r>
              <a:t>Одно устройство в группе становится Active и отвечает за виртуальный шлюз</a:t>
            </a:r>
          </a:p>
          <a:p>
            <a:pPr>
              <a:defRPr sz="3600"/>
            </a:pPr>
            <a:r>
              <a:t>Другое устройство становится Standby и готово принять роль при отказе Active</a:t>
            </a:r>
          </a:p>
          <a:p>
            <a:pPr>
              <a:defRPr sz="3600"/>
            </a:pPr>
            <a:r>
              <a:t>Клиенты не перенастраиваются, потому что продолжают использовать тот же виртуальный 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HSRP работает отдельно для каждой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VLAN 10 создается своя HSRP-группа и виртуальный IP, например 192.168.10.1</a:t>
            </a:r>
          </a:p>
          <a:p>
            <a:pPr>
              <a:defRPr sz="3600"/>
            </a:pPr>
            <a:r>
              <a:t>Для VLAN 20 создается другая группа и виртуальный IP, например 192.168.20.1</a:t>
            </a:r>
          </a:p>
          <a:p>
            <a:pPr>
              <a:defRPr sz="3600"/>
            </a:pPr>
            <a:r>
              <a:t>Это позволяет балансировать активные роли между двумя distribution-коммутаторами</a:t>
            </a:r>
          </a:p>
          <a:p>
            <a:pPr>
              <a:defRPr sz="3600"/>
            </a:pPr>
            <a:r>
              <a:t>SW-DIST-01 может быть Active для VLAN 10, а SW-DIST-02 — Active для VLAN 20</a:t>
            </a:r>
          </a:p>
          <a:p>
            <a:pPr>
              <a:defRPr sz="3600"/>
            </a:pPr>
            <a:r>
              <a:t>Такой дизайн использует оба устройства, а не держит второе полностью простаивающим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Топология: два L3-коммутатора и HSRP-шлюзы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491A300-5F2E-9B82-DCAD-85D07225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настройка HSRP на SVI VLAN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vlan 10 открывает SVI, который обслуживает VLAN 10</a:t>
            </a:r>
          </a:p>
          <a:p>
            <a:pPr>
              <a:defRPr sz="3600"/>
            </a:pPr>
            <a:r>
              <a:t>Команда ip address 192.168.10.2 255.255.255.0 задает реальный адрес SW-DIST-01</a:t>
            </a:r>
          </a:p>
          <a:p>
            <a:pPr>
              <a:defRPr sz="3600"/>
            </a:pPr>
            <a:r>
              <a:t>Команда standby version 2 включает HSRP версии 2 для группы</a:t>
            </a:r>
          </a:p>
          <a:p>
            <a:pPr>
              <a:defRPr sz="3600"/>
            </a:pPr>
            <a:r>
              <a:t>Команда standby 10 ip 192.168.10.1 задает виртуальный IP-шлюз для клиентов</a:t>
            </a:r>
          </a:p>
          <a:p>
            <a:pPr>
              <a:defRPr sz="3600"/>
            </a:pPr>
            <a:r>
              <a:t>Клиенты VLAN 10 должны использовать 192.168.10.1 как default gateway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второго участника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SW-DIST-02 в interface vlan 10 задают реальный адрес 192.168.10.3/24</a:t>
            </a:r>
          </a:p>
          <a:p>
            <a:pPr>
              <a:defRPr sz="3600"/>
            </a:pPr>
            <a:r>
              <a:t>Команда standby version 2 должна совпадать с первым устройством</a:t>
            </a:r>
          </a:p>
          <a:p>
            <a:pPr>
              <a:defRPr sz="3600"/>
            </a:pPr>
            <a:r>
              <a:t>Команда standby 10 ip 192.168.10.1 задает тот же виртуальный адрес группы</a:t>
            </a:r>
          </a:p>
          <a:p>
            <a:pPr>
              <a:defRPr sz="3600"/>
            </a:pPr>
            <a:r>
              <a:t>Реальные адреса устройств разные, виртуальный IP один для всей HSRP-группы</a:t>
            </a:r>
          </a:p>
          <a:p>
            <a:pPr>
              <a:defRPr sz="3600"/>
            </a:pPr>
            <a:r>
              <a:t>Если virtual IP отличается на участниках, клиенты не получат корректное резервирование шлюза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Виртуальный IP остается постоянным для клиентов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Virtual IP — общий адрес шлюза HSRP-группы, который указывается клиентам как default gateway</a:t>
            </a:r>
          </a:p>
          <a:p>
            <a:pPr>
              <a:defRPr sz="3600"/>
            </a:pPr>
            <a:r>
              <a:t>Active-устройство отвечает на ARP-запросы клиентов для virtual IP</a:t>
            </a:r>
          </a:p>
          <a:p>
            <a:pPr>
              <a:defRPr sz="3600"/>
            </a:pPr>
            <a:r>
              <a:t>При отказе Active роль переходит к Standby, а virtual IP остается тем же</a:t>
            </a:r>
          </a:p>
          <a:p>
            <a:pPr>
              <a:defRPr sz="3600"/>
            </a:pPr>
            <a:r>
              <a:t>Клиент обычно не замечает смену физического устройства, кроме короткой паузы</a:t>
            </a:r>
          </a:p>
          <a:p>
            <a:pPr>
              <a:defRPr sz="3600"/>
            </a:pPr>
            <a:r>
              <a:t>Администратор видит переключение через show standby brief и журналы устройства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Виртуальный MAC помогает клиентам отправлять кадры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Virtual MAC — MAC-адрес, связанный с virtual IP HSRP-группы</a:t>
            </a:r>
          </a:p>
          <a:p>
            <a:pPr>
              <a:defRPr sz="3600"/>
            </a:pPr>
            <a:r>
              <a:t>Клиент отправляет кадры на virtual MAC, не зная реальный MAC активного коммутатора</a:t>
            </a:r>
          </a:p>
          <a:p>
            <a:pPr>
              <a:defRPr sz="3600"/>
            </a:pPr>
            <a:r>
              <a:t>Когда роль Active переходит другому устройству, оно начинает использовать virtual MAC</a:t>
            </a:r>
          </a:p>
          <a:p>
            <a:pPr>
              <a:defRPr sz="3600"/>
            </a:pPr>
            <a:r>
              <a:t>Это уменьшает необходимость перенастройки клиентов и ускоряет восстановление</a:t>
            </a:r>
          </a:p>
          <a:p>
            <a:pPr>
              <a:defRPr sz="3600"/>
            </a:pPr>
            <a:r>
              <a:t>Для HSRPv2 virtual MAC имеет вид 0000.0C9F.Fxxx, где xxx — номер HSRP-группы в hex-формате</a:t>
            </a:r>
          </a:p>
          <a:p>
            <a:pPr>
              <a:defRPr sz="3600"/>
            </a:pPr>
            <a:r>
              <a:t>Если в Wireshark или MAC-таблице виден адрес 0000.0C9F.F..., это хороший признак HSRPv2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ARP клиента для виртуального шлюза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FDD7E8-BAE4-3BFA-E5B3-9D5012F7B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виртуального шлюза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standby brief показывает группы HSRP, роли Active/Standby и virtual IP</a:t>
            </a:r>
          </a:p>
          <a:p>
            <a:pPr>
              <a:defRPr sz="3600"/>
            </a:pPr>
            <a:r>
              <a:t>Пример: show standby brief должен показать Active на SW-DIST-01 для VLAN 10</a:t>
            </a:r>
          </a:p>
          <a:p>
            <a:pPr>
              <a:defRPr sz="3600"/>
            </a:pPr>
            <a:r>
              <a:t>Команда show standby vlan 10 показывает подробности таймеров, приоритета и preempt</a:t>
            </a:r>
          </a:p>
          <a:p>
            <a:pPr>
              <a:defRPr sz="3600"/>
            </a:pPr>
            <a:r>
              <a:t>С клиента выполняют ping 192.168.10.1, чтобы проверить доступность виртуального шлюза</a:t>
            </a:r>
          </a:p>
          <a:p>
            <a:pPr>
              <a:defRPr sz="3600"/>
            </a:pPr>
            <a:r>
              <a:t>Команда arp -a на клиенте помогает увидеть MAC-адрес, связанный с адресом шлюза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Приоритет определяет, кто станет Active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HSRP priority — числовой приоритет участника HSRP-группы</a:t>
            </a:r>
          </a:p>
          <a:p>
            <a:pPr>
              <a:defRPr sz="3600"/>
            </a:pPr>
            <a:r>
              <a:t>По умолчанию приоритет равен 100, большее значение предпочтительнее</a:t>
            </a:r>
          </a:p>
          <a:p>
            <a:pPr>
              <a:defRPr sz="3600"/>
            </a:pPr>
            <a:r>
              <a:t>Команда standby 10 priority 110 делает устройство более вероятным Active для группы 10</a:t>
            </a:r>
          </a:p>
          <a:p>
            <a:pPr>
              <a:defRPr sz="3600"/>
            </a:pPr>
            <a:r>
              <a:t>Если приоритеты равны, выбор зависит от IP-адреса интерфейса</a:t>
            </a:r>
          </a:p>
          <a:p>
            <a:pPr>
              <a:defRPr sz="3600"/>
            </a:pPr>
            <a:r>
              <a:t>В проекте приоритет задают явно, чтобы активный шлюз соответствовал плану сети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Preempt возвращает роль после восстановления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Preemption — вытеснение текущего Active устройством с более высоким приоритетом после его восстановления</a:t>
            </a:r>
          </a:p>
          <a:p>
            <a:pPr>
              <a:defRPr sz="3600"/>
            </a:pPr>
            <a:r>
              <a:t>Без preempt восстановившийся основной коммутатор может остаться в роли Standby</a:t>
            </a:r>
          </a:p>
          <a:p>
            <a:pPr>
              <a:defRPr sz="3600"/>
            </a:pPr>
            <a:r>
              <a:t>Команда standby 10 preempt включает возврат роли Active при наличии лучшего приоритета</a:t>
            </a:r>
          </a:p>
          <a:p>
            <a:pPr>
              <a:defRPr sz="3600"/>
            </a:pPr>
            <a:r>
              <a:t>Пример: SW-DIST-01 после ремонта снова становится Active для VLAN 10</a:t>
            </a:r>
          </a:p>
          <a:p>
            <a:pPr>
              <a:defRPr sz="3600"/>
            </a:pPr>
            <a:r>
              <a:t>Preempt используют, когда проект требует предсказуемого размещения активных шлюзов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Tracking учитывает состояние аплинка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Tracking — отслеживание состояния интерфейса, влияющее на приоритет HSRP</a:t>
            </a:r>
          </a:p>
          <a:p>
            <a:pPr>
              <a:defRPr sz="3600"/>
            </a:pPr>
            <a:r>
              <a:t>Если у Active-коммутатора отказал uplink к внешней сети, он не должен оставаться шлюзом для клиентов</a:t>
            </a:r>
          </a:p>
          <a:p>
            <a:pPr>
              <a:defRPr sz="3600"/>
            </a:pPr>
            <a:r>
              <a:t>Object Tracking — отслеживание объекта, например состояния интерфейса или доступности маршрута</a:t>
            </a:r>
          </a:p>
          <a:p>
            <a:pPr>
              <a:defRPr sz="3600"/>
            </a:pPr>
            <a:r>
              <a:t>При отказе tracked-объекта HSRP снижает приоритет устройства</a:t>
            </a:r>
          </a:p>
          <a:p>
            <a:pPr>
              <a:defRPr sz="3600"/>
            </a:pPr>
            <a:r>
              <a:t>Standby может стать Active, если его путь наружу остается рабочим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object tracking для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track 1 interface gigabitEthernet1/0/48 line-protocol создает объект отслеживания uplink-порта</a:t>
            </a:r>
          </a:p>
          <a:p>
            <a:pPr>
              <a:defRPr sz="3600"/>
            </a:pPr>
            <a:r>
              <a:t>Команда interface vlan 10 открывает HSRP-интерфейс VLAN 10</a:t>
            </a:r>
          </a:p>
          <a:p>
            <a:pPr>
              <a:defRPr sz="3600"/>
            </a:pPr>
            <a:r>
              <a:t>Команда standby 10 track 1 decrement 30 снижает приоритет группы 10 на 30 при отказе объекта</a:t>
            </a:r>
          </a:p>
          <a:p>
            <a:pPr>
              <a:defRPr sz="3600"/>
            </a:pPr>
            <a:r>
              <a:t>Пример: приоритет 110 станет 80, и второй коммутатор с приоритетом 100 сможет стать Active</a:t>
            </a:r>
          </a:p>
          <a:p>
            <a:pPr>
              <a:defRPr sz="3600"/>
            </a:pPr>
            <a:r>
              <a:t>Результат проверяется show standby brief до и после отключения uplink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Decrement должен гарантировать переключение Active-роли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Обязательно указывайте величину decrement, например decrement 30</a:t>
            </a:r>
          </a:p>
          <a:p>
            <a:pPr>
              <a:defRPr sz="3600"/>
            </a:pPr>
            <a:r>
              <a:t>Если написать только standby 10 track 1, старый IOS или Packet Tracer может снизить priority всего на 10</a:t>
            </a:r>
          </a:p>
          <a:p>
            <a:pPr>
              <a:defRPr sz="3600"/>
            </a:pPr>
            <a:r>
              <a:t>При priority 110 и decrement 10 получится 100, то есть столько же, сколько у Standby-коммутатора</a:t>
            </a:r>
          </a:p>
          <a:p>
            <a:pPr>
              <a:defRPr sz="3600"/>
            </a:pPr>
            <a:r>
              <a:t>При равенстве priority HSRP не обязан отдавать роль резервному устройству</a:t>
            </a:r>
          </a:p>
          <a:p>
            <a:pPr>
              <a:defRPr sz="3600"/>
            </a:pPr>
            <a:r>
              <a:t>Декремент должен опустить Active ниже Standby: 110 минус 30 дает 80 против 100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переключение HSRP при отказе uplink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106517-ECD5-F956-9577-44CCFA6A6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Балансировка активных шлюзов по VLAN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VLAN 10 SW-DIST-01 получает priority 110, а SW-DIST-02 остается 100</a:t>
            </a:r>
          </a:p>
          <a:p>
            <a:pPr>
              <a:defRPr sz="3600"/>
            </a:pPr>
            <a:r>
              <a:t>Для VLAN 20 SW-DIST-02 получает priority 110, а SW-DIST-01 остается 100</a:t>
            </a:r>
          </a:p>
          <a:p>
            <a:pPr>
              <a:defRPr sz="3600"/>
            </a:pPr>
            <a:r>
              <a:t>Оба коммутатора одновременно обслуживают разные VLAN как Active</a:t>
            </a:r>
          </a:p>
          <a:p>
            <a:pPr>
              <a:defRPr sz="3600"/>
            </a:pPr>
            <a:r>
              <a:t>STP-root желательно согласовать с Active HSRP для той же VLAN</a:t>
            </a:r>
          </a:p>
          <a:p>
            <a:pPr>
              <a:defRPr sz="3600"/>
            </a:pPr>
            <a:r>
              <a:t>Такой подход уменьшает лишний проход трафика между distribution-коммутаторами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Согласование HSRP и STP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HSRP Active находится на одном коммутаторе, а STP-root для VLAN на другом, трафик может идти неоптимально</a:t>
            </a:r>
          </a:p>
          <a:p>
            <a:pPr>
              <a:defRPr sz="3600"/>
            </a:pPr>
            <a:r>
              <a:t>Для VLAN 10 желательно, чтобы SW-DIST-01 был и HSRP Active, и STP root primary</a:t>
            </a:r>
          </a:p>
          <a:p>
            <a:pPr>
              <a:defRPr sz="3600"/>
            </a:pPr>
            <a:r>
              <a:t>Для VLAN 20 желательно, чтобы SW-DIST-02 был HSRP Active и STP root primary</a:t>
            </a:r>
          </a:p>
          <a:p>
            <a:pPr>
              <a:defRPr sz="3600"/>
            </a:pPr>
            <a:r>
              <a:t>Так путь от access-коммутатора к шлюзу становится прямее</a:t>
            </a:r>
          </a:p>
          <a:p>
            <a:pPr>
              <a:defRPr sz="3600"/>
            </a:pPr>
            <a:r>
              <a:t>Это пример того, как технологии разных лекций должны складываться в единую архитектуру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Тестирование отказа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 клиента запускают непрерывный ping до virtual IP шлюза и до узла в другой VLAN</a:t>
            </a:r>
          </a:p>
          <a:p>
            <a:pPr>
              <a:defRPr sz="3600"/>
            </a:pPr>
            <a:r>
              <a:t>На Active-коммутаторе отключают SVI, устройство или tracked uplink в учебной топологии</a:t>
            </a:r>
          </a:p>
          <a:p>
            <a:pPr>
              <a:defRPr sz="3600"/>
            </a:pPr>
            <a:r>
              <a:t>Команда show standby brief на обоих коммутаторах показывает смену ролей</a:t>
            </a:r>
          </a:p>
          <a:p>
            <a:pPr>
              <a:defRPr sz="3600"/>
            </a:pPr>
            <a:r>
              <a:t>Ожидаемый результат: короткая потеря пакетов, затем восстановление связи через Standby</a:t>
            </a:r>
          </a:p>
          <a:p>
            <a:pPr>
              <a:defRPr sz="3600"/>
            </a:pPr>
            <a:r>
              <a:t>После включения основного устройства проверяют, сработал ли preempt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Участники группы настроены с разными virtual IP</a:t>
            </a:r>
          </a:p>
          <a:p>
            <a:pPr>
              <a:defRPr sz="3600"/>
            </a:pPr>
            <a:r>
              <a:t>Клиенты используют реальный IP SVI вместо virtual IP как default gateway</a:t>
            </a:r>
          </a:p>
          <a:p>
            <a:pPr>
              <a:defRPr sz="3600"/>
            </a:pPr>
            <a:r>
              <a:t>Preempt не включен, поэтому основной коммутатор не возвращает роль после восстановления</a:t>
            </a:r>
          </a:p>
          <a:p>
            <a:pPr>
              <a:defRPr sz="3600"/>
            </a:pPr>
            <a:r>
              <a:t>Tracking не настроен, и устройство остается Active при отказе внешнего uplink</a:t>
            </a:r>
          </a:p>
          <a:p>
            <a:pPr>
              <a:defRPr sz="3600"/>
            </a:pPr>
            <a:r>
              <a:t>HSRP Active не согласован со STP-root, из-за чего путь трафика становится лишним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Таймеры HSRP определяют скорость обнаружения отказа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HSRP-участники периодически обмениваются hello-сообщениями</a:t>
            </a:r>
          </a:p>
          <a:p>
            <a:pPr>
              <a:defRPr sz="3600"/>
            </a:pPr>
            <a:r>
              <a:t>Hello timer задает, как часто устройство сообщает, что оно живо</a:t>
            </a:r>
          </a:p>
          <a:p>
            <a:pPr>
              <a:defRPr sz="3600"/>
            </a:pPr>
            <a:r>
              <a:t>Hold timer задает, сколько ждать перед признанием соседа недоступным</a:t>
            </a:r>
          </a:p>
          <a:p>
            <a:pPr>
              <a:defRPr sz="3600"/>
            </a:pPr>
            <a:r>
              <a:t>В базовой лаборатории таймеры обычно оставляют по умолчанию</a:t>
            </a:r>
          </a:p>
          <a:p>
            <a:pPr>
              <a:defRPr sz="3600"/>
            </a:pPr>
            <a:r>
              <a:t>В продакшене слишком агрессивные таймеры могут вызвать ложные переключения при кратких потерях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Команда show standby дает больше деталей, чем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standby brief удобна для быстрой таблицы групп, ролей и virtual IP</a:t>
            </a:r>
          </a:p>
          <a:p>
            <a:pPr>
              <a:defRPr sz="3600"/>
            </a:pPr>
            <a:r>
              <a:t>show standby vlan 10 показывает приоритет, preempt, таймеры и tracked-объекты конкретной VLAN</a:t>
            </a:r>
          </a:p>
          <a:p>
            <a:pPr>
              <a:defRPr sz="3600"/>
            </a:pPr>
            <a:r>
              <a:t>Пример: после отключения uplink команда показывает уменьшенный приоритет из-за tracking</a:t>
            </a:r>
          </a:p>
          <a:p>
            <a:pPr>
              <a:defRPr sz="3600"/>
            </a:pPr>
            <a:r>
              <a:t>Если роль не переключилась, проверяют priority, preempt и состояние tracked-объекта</a:t>
            </a:r>
          </a:p>
          <a:p>
            <a:pPr>
              <a:defRPr sz="3600"/>
            </a:pPr>
            <a:r>
              <a:t>Подробный вывод полезен для отчета по аварийному тестированию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документировать для HSRP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Для каждой VLAN записывают номер HSRP-группы и virtual IP</a:t>
            </a:r>
          </a:p>
          <a:p>
            <a:pPr>
              <a:defRPr sz="3600"/>
            </a:pPr>
            <a:r>
              <a:t>Для каждого distribution-коммутатора записывают реальный IP SVI и priority</a:t>
            </a:r>
          </a:p>
          <a:p>
            <a:pPr>
              <a:defRPr sz="3600"/>
            </a:pPr>
            <a:r>
              <a:t>Отдельно фиксируют, где включен preempt и какие объекты tracking используются</a:t>
            </a:r>
          </a:p>
          <a:p>
            <a:pPr>
              <a:defRPr sz="3600"/>
            </a:pPr>
            <a:r>
              <a:t>В таблице указывают, какой коммутатор должен быть Active для каждой VLAN</a:t>
            </a:r>
          </a:p>
          <a:p>
            <a:pPr>
              <a:defRPr sz="3600"/>
            </a:pPr>
            <a:r>
              <a:t>Документация HSRP должна совпадать с таблицей STP-root и адресным планом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Мини-кейс: клиенты потеряли доступ после отказа uplink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Симптом: HSRP Active жив, но клиенты не выходят во внешние сети</a:t>
            </a:r>
          </a:p>
          <a:p>
            <a:pPr>
              <a:defRPr sz="3600"/>
            </a:pPr>
            <a:r>
              <a:t>Вероятная причина: у Active-коммутатора отказал внешний uplink, а tracking не настроен</a:t>
            </a:r>
          </a:p>
          <a:p>
            <a:pPr>
              <a:defRPr sz="3600"/>
            </a:pPr>
            <a:r>
              <a:t>Проверка: show standby vlan 10 и show interfaces status для uplink-порта</a:t>
            </a:r>
          </a:p>
          <a:p>
            <a:pPr>
              <a:defRPr sz="3600"/>
            </a:pPr>
            <a:r>
              <a:t>Исправление: настроить track для uplink и standby 10 track 1 decrement 30</a:t>
            </a:r>
          </a:p>
          <a:p>
            <a:pPr>
              <a:defRPr sz="3600"/>
            </a:pPr>
            <a:r>
              <a:t>Повторный тест должен показать переход Active-роли на устройство с рабочим внешним путем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HSRP устраняет единую точку отказа шлюза по умолчанию для VLAN</a:t>
            </a:r>
          </a:p>
          <a:p>
            <a:pPr>
              <a:defRPr sz="3600"/>
            </a:pPr>
            <a:r>
              <a:t>Клиенты используют virtual IP, а устройства HSRP распределяют роли Active и Standby</a:t>
            </a:r>
          </a:p>
          <a:p>
            <a:pPr>
              <a:defRPr sz="3600"/>
            </a:pPr>
            <a:r>
              <a:t>Priority и preempt делают выбор активного шлюза управляемым и предсказуемым</a:t>
            </a:r>
          </a:p>
          <a:p>
            <a:pPr>
              <a:defRPr sz="3600"/>
            </a:pPr>
            <a:r>
              <a:t>Tracking позволяет учитывать не только состояние SVI, но и доступность uplink во внешнюю сеть</a:t>
            </a:r>
          </a:p>
          <a:p>
            <a:pPr>
              <a:defRPr sz="3600"/>
            </a:pPr>
            <a:r>
              <a:t>HSRP нужно проектировать вместе со STP-root, VLAN и физической отказоустойчивостью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один шлюз по умолчанию может стать SPOF для всей VLAN?</a:t>
            </a:r>
          </a:p>
          <a:p>
            <a:pPr>
              <a:defRPr sz="3600"/>
            </a:pPr>
            <a:r>
              <a:t>Что означает FHRP и какую проблему решают протоколы этого семейства?</a:t>
            </a:r>
          </a:p>
          <a:p>
            <a:pPr>
              <a:defRPr sz="3600"/>
            </a:pPr>
            <a:r>
              <a:t>Чем virtual IP HSRP отличается от реального IP SVI?</a:t>
            </a:r>
          </a:p>
          <a:p>
            <a:pPr>
              <a:defRPr sz="3600"/>
            </a:pPr>
            <a:r>
              <a:t>Какие роли бывают у устройств в HSRP-группе?</a:t>
            </a:r>
          </a:p>
          <a:p>
            <a:pPr>
              <a:defRPr sz="3600"/>
            </a:pPr>
            <a:r>
              <a:t>Зачем включать preempt на основном коммутаторе?</a:t>
            </a:r>
          </a:p>
          <a:p>
            <a:pPr>
              <a:defRPr sz="3600"/>
            </a:pPr>
            <a:r>
              <a:t>Как tracking uplink помогает выбрать правильный активный шлюз?</a:t>
            </a:r>
          </a:p>
          <a:p>
            <a:pPr>
              <a:defRPr sz="3600"/>
            </a:pPr>
            <a:r>
              <a:t>Почему полезно согласовывать HSRP Active и STP Root для одной VLAN?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1754</Words>
  <Application>Microsoft Office PowerPoint</Application>
  <PresentationFormat>Широкоэкранный</PresentationFormat>
  <Paragraphs>168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2026-07-26T09:01:13Z</dcterms:modified>
  <cp:category/>
</cp:coreProperties>
</file>