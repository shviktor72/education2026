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8. Многоуровневая коммутация на L3-Switch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 назначение L3-коммутатора в локальной сети организации</a:t>
            </a:r>
          </a:p>
          <a:p>
            <a:pPr>
              <a:defRPr sz="3600"/>
            </a:pPr>
            <a:r>
              <a:t>Объяснять, как SVI выполняет роль шлюза для VLAN</a:t>
            </a:r>
          </a:p>
          <a:p>
            <a:pPr>
              <a:defRPr sz="3600"/>
            </a:pPr>
            <a:r>
              <a:t>Включать маршрутизацию на L3-коммутаторе и переносить шлюзы с Router-on-a-Stick</a:t>
            </a:r>
          </a:p>
          <a:p>
            <a:pPr>
              <a:defRPr sz="3600"/>
            </a:pPr>
            <a:r>
              <a:t>Сравнивать Router-on-a-Stick и SVI-маршрутизацию по производительности и архитектуре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Архитектура, назначение и преимущества многоуровневых коммутаторов Layer 3 Switch перед классическими роутерами</a:t>
            </a:r>
          </a:p>
          <a:p>
            <a:pPr>
              <a:defRPr sz="3600"/>
            </a:pPr>
            <a:r>
              <a:t>2. SVI: настройка виртуального интерфейса коммутатора для каждой VLAN</a:t>
            </a:r>
          </a:p>
          <a:p>
            <a:pPr>
              <a:defRPr sz="3600"/>
            </a:pPr>
            <a:r>
              <a:t>3. Включение и настройка аппаратной маршрутизации трафика на L3-коммутаторе</a:t>
            </a:r>
          </a:p>
          <a:p>
            <a:pPr>
              <a:defRPr sz="3600"/>
            </a:pPr>
            <a:r>
              <a:t>4. Сравнение эффективности Router-on-a-Stick и SVI-коммутации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L3-коммутатор объединяет коммутацию и маршрутизацию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Layer 3 Switch — коммутатор, который выполняет L2-коммутацию и IP-маршрутизацию</a:t>
            </a:r>
          </a:p>
          <a:p>
            <a:pPr>
              <a:defRPr sz="3600"/>
            </a:pPr>
            <a:r>
              <a:t>Обычный L2-коммутатор пересылает кадры внутри VLAN по MAC-адресам</a:t>
            </a:r>
          </a:p>
          <a:p>
            <a:pPr>
              <a:defRPr sz="3600"/>
            </a:pPr>
            <a:r>
              <a:t>Маршрутизатор пересылает пакеты между IP-сетями по таблице маршрутизации</a:t>
            </a:r>
          </a:p>
          <a:p>
            <a:pPr>
              <a:defRPr sz="3600"/>
            </a:pPr>
            <a:r>
              <a:t>L3-коммутатор объединяет эти функции и подходит для межвлановой маршрутизации внутри LAN</a:t>
            </a:r>
          </a:p>
          <a:p>
            <a:pPr>
              <a:defRPr sz="3600"/>
            </a:pPr>
            <a:r>
              <a:t>LAN (Local Area Network) — локальная сеть организации, здания или кампуса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L3-коммутатор эффективен для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Межвлановый трафик остается внутри коммутатора распределения и не уходит на внешний маршрутизатор</a:t>
            </a:r>
          </a:p>
          <a:p>
            <a:pPr>
              <a:defRPr sz="3600"/>
            </a:pPr>
            <a:r>
              <a:t>Аппаратная пересылка снижает задержку по сравнению с маршрутизацией через один физический trunk</a:t>
            </a:r>
          </a:p>
          <a:p>
            <a:pPr>
              <a:defRPr sz="3600"/>
            </a:pPr>
            <a:r>
              <a:t>Шлюзы VLAN находятся ближе к access-коммутаторам и пользователям</a:t>
            </a:r>
          </a:p>
          <a:p>
            <a:pPr>
              <a:defRPr sz="3600"/>
            </a:pPr>
            <a:r>
              <a:t>Сеть легче масштабировать: новые VLAN получают новые SVI на том же L3-коммутаторе</a:t>
            </a:r>
          </a:p>
          <a:p>
            <a:pPr>
              <a:defRPr sz="3600"/>
            </a:pPr>
            <a:r>
              <a:t>Роутер или firewall остается для выхода во внешние сети и применения пограничных политик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место L3-коммутатора в двухуровневой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194084-4A18-6757-86D3-26FC31D78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Чем L3-коммутатор не является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L3-коммутатор не заменяет firewall, если нужны глубокие политики безопасности на периметре</a:t>
            </a:r>
          </a:p>
          <a:p>
            <a:pPr>
              <a:defRPr sz="3600"/>
            </a:pPr>
            <a:r>
              <a:t>Он не делает VLAN ненужными: VLAN по-прежнему разделяют L2-домены</a:t>
            </a:r>
          </a:p>
          <a:p>
            <a:pPr>
              <a:defRPr sz="3600"/>
            </a:pPr>
            <a:r>
              <a:t>Он не отменяет STP, EtherChannel и безопасность access-портов на канальном уровне</a:t>
            </a:r>
          </a:p>
          <a:p>
            <a:pPr>
              <a:defRPr sz="3600"/>
            </a:pPr>
            <a:r>
              <a:t>Он не исправит ошибочную адресацию клиентов или неправильный default gateway</a:t>
            </a:r>
          </a:p>
          <a:p>
            <a:pPr>
              <a:defRPr sz="3600"/>
            </a:pPr>
            <a:r>
              <a:t>Его сила — быстрая маршрутизация между внутренними VLAN при правильном проектировании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SVI становится шлюзом для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SVI (Switched Virtual Interface) — виртуальный L3-интерфейс коммутатора, связанный с конкретной VLAN</a:t>
            </a:r>
          </a:p>
          <a:p>
            <a:pPr>
              <a:defRPr sz="3600"/>
            </a:pPr>
            <a:r>
              <a:t>SVI получает IP-адрес, который клиенты VLAN используют как default gateway</a:t>
            </a:r>
          </a:p>
          <a:p>
            <a:pPr>
              <a:defRPr sz="3600"/>
            </a:pPr>
            <a:r>
              <a:t>Например, interface vlan 10 с адресом 192.168.10.1 обслуживает VLAN 10</a:t>
            </a:r>
          </a:p>
          <a:p>
            <a:pPr>
              <a:defRPr sz="3600"/>
            </a:pPr>
            <a:r>
              <a:t>SVI поднимается, когда VLAN существует и в ней есть хотя бы один активный порт или trunk</a:t>
            </a:r>
          </a:p>
          <a:p>
            <a:pPr>
              <a:defRPr sz="3600"/>
            </a:pPr>
            <a:r>
              <a:t>Если SVI down/down, нужно проверять существование VLAN и L2-состояние портов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SVI отличается от сабинтерфейса маршрутизатора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Сабинтерфейс маршрутизатора привязан к 802.1Q-тегу на физическом trunk</a:t>
            </a:r>
          </a:p>
          <a:p>
            <a:pPr>
              <a:defRPr sz="3600"/>
            </a:pPr>
            <a:r>
              <a:t>SVI живет внутри коммутатора и представляет VLAN как L3-интерфейс</a:t>
            </a:r>
          </a:p>
          <a:p>
            <a:pPr>
              <a:defRPr sz="3600"/>
            </a:pPr>
            <a:r>
              <a:t>Для SVI не требуется отдельный trunk к внешнему маршрутизатору для каждой VLAN</a:t>
            </a:r>
          </a:p>
          <a:p>
            <a:pPr>
              <a:defRPr sz="3600"/>
            </a:pPr>
            <a:r>
              <a:t>Трафик между VLAN может маршрутизироваться внутри L3-коммутатора</a:t>
            </a:r>
          </a:p>
          <a:p>
            <a:pPr>
              <a:defRPr sz="3600"/>
            </a:pPr>
            <a:r>
              <a:t>Команда show ip interface brief показывает SVI вместе с routed port и физическими интерфейсами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SVI для VLAN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vlan 10 создает VLAN, если она еще не создана</a:t>
            </a:r>
          </a:p>
          <a:p>
            <a:pPr>
              <a:defRPr sz="3600"/>
            </a:pPr>
            <a:r>
              <a:t>Команда interface vlan 10 открывает виртуальный интерфейс этой VLAN</a:t>
            </a:r>
          </a:p>
          <a:p>
            <a:pPr>
              <a:defRPr sz="3600"/>
            </a:pPr>
            <a:r>
              <a:t>Команда ip address 192.168.10.1 255.255.255.0 назначает шлюз для VLAN 10</a:t>
            </a:r>
          </a:p>
          <a:p>
            <a:pPr>
              <a:defRPr sz="3600"/>
            </a:pPr>
            <a:r>
              <a:t>Команда no shutdown включает SVI административно</a:t>
            </a:r>
          </a:p>
          <a:p>
            <a:pPr>
              <a:defRPr sz="3600"/>
            </a:pPr>
            <a:r>
              <a:t>Клиенты VLAN 10 должны использовать 192.168.10.1 как default gateway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SVI для нескольких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VLAN 20 создают interface vlan 20 и адрес 192.168.20.1 255.255.255.0</a:t>
            </a:r>
          </a:p>
          <a:p>
            <a:pPr>
              <a:defRPr sz="3600"/>
            </a:pPr>
            <a:r>
              <a:t>Для VLAN 30 создают interface vlan 30 и адрес 192.168.30.1 255.255.255.0</a:t>
            </a:r>
          </a:p>
          <a:p>
            <a:pPr>
              <a:defRPr sz="3600"/>
            </a:pPr>
            <a:r>
              <a:t>Каждый SVI должен иметь адрес из своей подсети и не дублировать соседнюю VLAN</a:t>
            </a:r>
          </a:p>
          <a:p>
            <a:pPr>
              <a:defRPr sz="3600"/>
            </a:pPr>
            <a:r>
              <a:t>Описание description Gateway_USERS или description Gateway_SERVERS помогает читать конфигурацию</a:t>
            </a:r>
          </a:p>
          <a:p>
            <a:pPr>
              <a:defRPr sz="3600"/>
            </a:pPr>
            <a:r>
              <a:t>Команда show running-config interface vlan 10 показывает настройки конкретного SVI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SVI как шлюзы VLAN на L3-коммутаторе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F0B2CA-AB0D-AC28-D01B-C8330F200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SVI может быть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не создана в базе VLAN коммутатора</a:t>
            </a:r>
          </a:p>
          <a:p>
            <a:pPr>
              <a:defRPr sz="3600"/>
            </a:pPr>
            <a:r>
              <a:t>В VLAN нет активных access-портов и она не проходит по trunk</a:t>
            </a:r>
          </a:p>
          <a:p>
            <a:pPr>
              <a:defRPr sz="3600"/>
            </a:pPr>
            <a:r>
              <a:t>Интерфейс VLAN выключен командой shutdown</a:t>
            </a:r>
          </a:p>
          <a:p>
            <a:pPr>
              <a:defRPr sz="3600"/>
            </a:pPr>
            <a:r>
              <a:t>Физический uplink к access-коммутатору не работает или VLAN исключена из allowed-list</a:t>
            </a:r>
          </a:p>
          <a:p>
            <a:pPr>
              <a:defRPr sz="3600"/>
            </a:pPr>
            <a:r>
              <a:t>Проверка: show vlan brief, show interfaces trunk и show ip interface brief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Autostate объясняет автоматическое состояние SVI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Autostate — механизм Cisco IOS, который связывает состояние SVI с портами соответствующей VLAN</a:t>
            </a:r>
          </a:p>
          <a:p>
            <a:pPr>
              <a:defRPr sz="3600"/>
            </a:pPr>
            <a:r>
              <a:t>Для up/up недостаточно создать VLAN и назначить IP-адрес на interface vlan 10</a:t>
            </a:r>
          </a:p>
          <a:p>
            <a:pPr>
              <a:defRPr sz="3600"/>
            </a:pPr>
            <a:r>
              <a:t>В VLAN должен быть хотя бы один физический порт в состоянии Forwarding по STP</a:t>
            </a:r>
          </a:p>
          <a:p>
            <a:pPr>
              <a:defRPr sz="3600"/>
            </a:pPr>
            <a:r>
              <a:t>Это может быть access-порт с подключенным клиентом или trunk, который реально пропускает эту VLAN</a:t>
            </a:r>
          </a:p>
          <a:p>
            <a:pPr>
              <a:defRPr sz="3600"/>
            </a:pPr>
            <a:r>
              <a:t>Если все порты VLAN выключены или заблокированы STP, SVI автоматически переходит в down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Команда ip routing включает маршрутизацию на L3-коммутаторе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Без ip routing многие L3-коммутаторы работают как L2-коммутатор с management SVI</a:t>
            </a:r>
          </a:p>
          <a:p>
            <a:pPr>
              <a:defRPr sz="3600"/>
            </a:pPr>
            <a:r>
              <a:t>Команда ip routing разрешает пересылку IP-пакетов между маршрутизируемыми интерфейсами</a:t>
            </a:r>
          </a:p>
          <a:p>
            <a:pPr>
              <a:defRPr sz="3600"/>
            </a:pPr>
            <a:r>
              <a:t>После включения маршрутизации connected-сети SVI появляются в таблице маршрутизации</a:t>
            </a:r>
          </a:p>
          <a:p>
            <a:pPr>
              <a:defRPr sz="3600"/>
            </a:pPr>
            <a:r>
              <a:t>Команда show ip route connected показывает напрямую подключенные VLAN-сети</a:t>
            </a:r>
          </a:p>
          <a:p>
            <a:pPr>
              <a:defRPr sz="3600"/>
            </a:pPr>
            <a:r>
              <a:t>Если ip routing не включен, SVI могут отвечать на ping, но межвлановая маршрутизация не будет работать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Маршрут по умолчанию нужен для выхода за пределы 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Default route — маршрут 0.0.0.0/0, используемый, когда нет более точного маршрута</a:t>
            </a:r>
          </a:p>
          <a:p>
            <a:pPr>
              <a:defRPr sz="3600"/>
            </a:pPr>
            <a:r>
              <a:t>L3-коммутатору нужен маршрут к firewall или маршрутизатору для выхода в WAN или Интернет</a:t>
            </a:r>
          </a:p>
          <a:p>
            <a:pPr>
              <a:defRPr sz="3600"/>
            </a:pPr>
            <a:r>
              <a:t>Пример: ip route 0.0.0.0 0.0.0.0 192.168.100.2 отправляет неизвестные сети на соседний маршрутизатор</a:t>
            </a:r>
          </a:p>
          <a:p>
            <a:pPr>
              <a:defRPr sz="3600"/>
            </a:pPr>
            <a:r>
              <a:t>WAN (Wide Area Network) — внешняя или территориально распределенная сеть</a:t>
            </a:r>
          </a:p>
          <a:p>
            <a:pPr>
              <a:defRPr sz="3600"/>
            </a:pPr>
            <a:r>
              <a:t>Без маршрута по умолчанию межвлановая связь внутри LAN работает, а внешние сети недоступны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Routed port связывает L3-коммутатор с внешним L3-устройством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no switchport переводит физический порт в L3-режим</a:t>
            </a:r>
          </a:p>
          <a:p>
            <a:pPr>
              <a:defRPr sz="3600"/>
            </a:pPr>
            <a:r>
              <a:t>Пример: interface gigabitEthernet1/0/48, no switchport, ip address 192.168.100.1 255.255.255.252</a:t>
            </a:r>
          </a:p>
          <a:p>
            <a:pPr>
              <a:defRPr sz="3600"/>
            </a:pPr>
            <a:r>
              <a:t>Соседний маршрутизатор или firewall получает адрес 192.168.100.2/30</a:t>
            </a:r>
          </a:p>
          <a:p>
            <a:pPr>
              <a:defRPr sz="3600"/>
            </a:pPr>
            <a:r>
              <a:t>После этого default route на L3-коммутаторе указывает на 192.168.100.2</a:t>
            </a:r>
          </a:p>
          <a:p>
            <a:pPr>
              <a:defRPr sz="3600"/>
            </a:pPr>
            <a:r>
              <a:t>Проверка начинается с ping соседнего адреса point-to-point стыка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После no switchport VLAN-команды на порту не работают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no switchport отключает на интерфейсе L2-логику access, trunk, DTP и STP</a:t>
            </a:r>
          </a:p>
          <a:p>
            <a:pPr>
              <a:defRPr sz="3600"/>
            </a:pPr>
            <a:r>
              <a:t>Нельзя одновременно сделать routed port и trunk: это разные режимы работы интерфейса</a:t>
            </a:r>
          </a:p>
          <a:p>
            <a:pPr>
              <a:defRPr sz="3600"/>
            </a:pPr>
            <a:r>
              <a:t>Команды switchport mode trunk и switchport trunk encapsulation dot1q применяются только к L2-портам</a:t>
            </a:r>
          </a:p>
          <a:p>
            <a:pPr>
              <a:defRPr sz="3600"/>
            </a:pPr>
            <a:r>
              <a:t>Если нужен перенос нескольких VLAN, используют trunk; если нужен L3-стык, используют routed port</a:t>
            </a:r>
          </a:p>
          <a:p>
            <a:pPr>
              <a:defRPr sz="3600"/>
            </a:pPr>
            <a:r>
              <a:t>При ошибке режима порт очищают и заново выбирают нужную архитектуру подключения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маршруты connected и default route на L3-коммутаторе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4E6725-7F05-68DB-74F4-A9627822C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аппаратной маршрутизации на уровне учебной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show ip interface brief показывает SVI и routed port с адресами и состоянием</a:t>
            </a:r>
          </a:p>
          <a:p>
            <a:pPr>
              <a:defRPr sz="3600"/>
            </a:pPr>
            <a:r>
              <a:t>Команда show ip route показывает connected-сети VLAN и статический маршрут по умолчанию</a:t>
            </a:r>
          </a:p>
          <a:p>
            <a:pPr>
              <a:defRPr sz="3600"/>
            </a:pPr>
            <a:r>
              <a:t>Команда ping 192.168.20.10 source vlan 10 проверяет связность от адреса SVI VLAN 10</a:t>
            </a:r>
          </a:p>
          <a:p>
            <a:pPr>
              <a:defRPr sz="3600"/>
            </a:pPr>
            <a:r>
              <a:t>Команда traceroute 192.168.30.10 показывает путь до хоста другой VLAN</a:t>
            </a:r>
          </a:p>
          <a:p>
            <a:pPr>
              <a:defRPr sz="3600"/>
            </a:pPr>
            <a:r>
              <a:t>На клиентах проверяют IP-адрес, маску и default gateway своей VLAN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Перенос шлюзов с Router-on-a-Stick на L3-Switch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на L3-коммутаторе создают VLAN и SVI с теми же адресами шлюзов</a:t>
            </a:r>
          </a:p>
          <a:p>
            <a:pPr>
              <a:defRPr sz="3600"/>
            </a:pPr>
            <a:r>
              <a:t>Затем trunk к маршрутизатору для межвлановой маршрутизации больше не нужен</a:t>
            </a:r>
          </a:p>
          <a:p>
            <a:pPr>
              <a:defRPr sz="3600"/>
            </a:pPr>
            <a:r>
              <a:t>Default gateway клиентов остается прежним, если SVI получает тот же IP-адрес</a:t>
            </a:r>
          </a:p>
          <a:p>
            <a:pPr>
              <a:defRPr sz="3600"/>
            </a:pPr>
            <a:r>
              <a:t>Маршрутизатор или firewall оставляют как выход во внешние сети через routed port</a:t>
            </a:r>
          </a:p>
          <a:p>
            <a:pPr>
              <a:defRPr sz="3600"/>
            </a:pPr>
            <a:r>
              <a:t>После переноса проверяют, что между VLAN трафик идет через L3-коммутатор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Router-on-a-Stick проще, но ограничен одним линком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Router-on-a-Stick удобен для демонстрации 802.1Q и сабинтерфейсов</a:t>
            </a:r>
          </a:p>
          <a:p>
            <a:pPr>
              <a:defRPr sz="3600"/>
            </a:pPr>
            <a:r>
              <a:t>Все межвлановые потоки проходят через trunk между коммутатором и маршрутизатором</a:t>
            </a:r>
          </a:p>
          <a:p>
            <a:pPr>
              <a:defRPr sz="3600"/>
            </a:pPr>
            <a:r>
              <a:t>При росте числа VLAN и клиентов этот trunk становится узким местом</a:t>
            </a:r>
          </a:p>
          <a:p>
            <a:pPr>
              <a:defRPr sz="3600"/>
            </a:pPr>
            <a:r>
              <a:t>Отказ trunk нарушает межвлановую маршрутизацию сразу для всех VLAN</a:t>
            </a:r>
          </a:p>
          <a:p>
            <a:pPr>
              <a:defRPr sz="3600"/>
            </a:pPr>
            <a:r>
              <a:t>В небольшой сети схема может быть достаточной, но в enterprise-дизайне чаще используют L3-коммутатор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SVI-маршрутизация лучше подходит для распределительного уровня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SVI находятся на коммутаторе, который уже принимает trunk от access-коммутаторов</a:t>
            </a:r>
          </a:p>
          <a:p>
            <a:pPr>
              <a:defRPr sz="3600"/>
            </a:pPr>
            <a:r>
              <a:t>Маршрутизация между VLAN выполняется ближе к источнику трафика</a:t>
            </a:r>
          </a:p>
          <a:p>
            <a:pPr>
              <a:defRPr sz="3600"/>
            </a:pPr>
            <a:r>
              <a:t>EtherChannel между access и distribution может дать отказоустойчивую L2-магистраль</a:t>
            </a:r>
          </a:p>
          <a:p>
            <a:pPr>
              <a:defRPr sz="3600"/>
            </a:pPr>
            <a:r>
              <a:t>L3-коммутатор может одновременно быть root для STP и gateway для VLAN</a:t>
            </a:r>
          </a:p>
          <a:p>
            <a:pPr>
              <a:defRPr sz="3600"/>
            </a:pPr>
            <a:r>
              <a:t>Такой дизайн важно согласовывать с будущей отказоустойчивостью HSRP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Сравнение Router-on-a-Stick и SVI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Router-on-a-Stick: меньше оборудования, понятная схема, но один физический путь для межвланового трафика</a:t>
            </a:r>
          </a:p>
          <a:p>
            <a:pPr>
              <a:defRPr sz="3600"/>
            </a:pPr>
            <a:r>
              <a:t>SVI на L3-коммутаторе: выше производительность и лучше масштабирование внутри LAN</a:t>
            </a:r>
          </a:p>
          <a:p>
            <a:pPr>
              <a:defRPr sz="3600"/>
            </a:pPr>
            <a:r>
              <a:t>Router-on-a-Stick полезен для небольшого стенда и понимания dot1Q</a:t>
            </a:r>
          </a:p>
          <a:p>
            <a:pPr>
              <a:defRPr sz="3600"/>
            </a:pPr>
            <a:r>
              <a:t>SVI полезен для сети с несколькими VLAN, access-коммутаторами и распределительным уровнем</a:t>
            </a:r>
          </a:p>
          <a:p>
            <a:pPr>
              <a:defRPr sz="3600"/>
            </a:pPr>
            <a:r>
              <a:t>Выбор должен соответствовать размеру сети, требованиям к отказоустойчивости и бюджету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Инфографика: когда выбрать Router-on-a-Stick, а когда L3-Switch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611229-A025-6BE6-AF8C-0B0BA937E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при настройке L3-Switch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SVI настроен, но забыта команда ip routing</a:t>
            </a:r>
          </a:p>
          <a:p>
            <a:pPr>
              <a:defRPr sz="3600"/>
            </a:pPr>
            <a:r>
              <a:t>VLAN не создана или не проходит по trunk, поэтому SVI остается down</a:t>
            </a:r>
          </a:p>
          <a:p>
            <a:pPr>
              <a:defRPr sz="3600"/>
            </a:pPr>
            <a:r>
              <a:t>Клиенту оставили старый gateway маршрутизатора вместо адреса SVI</a:t>
            </a:r>
          </a:p>
          <a:p>
            <a:pPr>
              <a:defRPr sz="3600"/>
            </a:pPr>
            <a:r>
              <a:t>Default route на L3-коммутаторе отсутствует, поэтому внешние сети недоступны</a:t>
            </a:r>
          </a:p>
          <a:p>
            <a:pPr>
              <a:defRPr sz="3600"/>
            </a:pPr>
            <a:r>
              <a:t>Routed port не переведен командой no switchport и не принимает IP-адрес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Порядок диагностики межвлановой связи на L3-Switch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Проверить VLAN и access-порты командой show vlan brief</a:t>
            </a:r>
          </a:p>
          <a:p>
            <a:pPr>
              <a:defRPr sz="3600"/>
            </a:pPr>
            <a:r>
              <a:t>Проверить trunk и allowed VLAN командой show interfaces trunk</a:t>
            </a:r>
          </a:p>
          <a:p>
            <a:pPr>
              <a:defRPr sz="3600"/>
            </a:pPr>
            <a:r>
              <a:t>Проверить состояние SVI командой show ip interface brief</a:t>
            </a:r>
          </a:p>
          <a:p>
            <a:pPr>
              <a:defRPr sz="3600"/>
            </a:pPr>
            <a:r>
              <a:t>Проверить таблицу маршрутизации командой show ip route</a:t>
            </a:r>
          </a:p>
          <a:p>
            <a:pPr>
              <a:defRPr sz="3600"/>
            </a:pPr>
            <a:r>
              <a:t>Проверить клиента: IP-адрес, маску, gateway и ping до шлюза своей VLAN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Проектный порядок переноса шлюзов на L3-Switch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выписывают все VLAN, их подсети и текущие адреса шлюзов на маршрутизаторе</a:t>
            </a:r>
          </a:p>
          <a:p>
            <a:pPr>
              <a:defRPr sz="3600"/>
            </a:pPr>
            <a:r>
              <a:t>Затем создают такие же VLAN и SVI на L3-коммутаторе</a:t>
            </a:r>
          </a:p>
          <a:p>
            <a:pPr>
              <a:defRPr sz="3600"/>
            </a:pPr>
            <a:r>
              <a:t>После включения ip routing проверяют connected-маршруты и ping между SVI</a:t>
            </a:r>
          </a:p>
          <a:p>
            <a:pPr>
              <a:defRPr sz="3600"/>
            </a:pPr>
            <a:r>
              <a:t>Только после проверки переносят trunk и меняют роль маршрутизатора на выход во внешние сети</a:t>
            </a:r>
          </a:p>
          <a:p>
            <a:pPr>
              <a:defRPr sz="3600"/>
            </a:pPr>
            <a:r>
              <a:t>Такой порядок уменьшает риск потерять доступ ко всем VLAN одновременно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Команда section помогает читать большую конфигурацию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show running-config | section interface Vlan выводит только блоки SVI</a:t>
            </a:r>
          </a:p>
          <a:p>
            <a:pPr>
              <a:defRPr sz="3600"/>
            </a:pPr>
            <a:r>
              <a:t>Пример полезен, когда на коммутаторе создано много VLAN и полная конфигурация слишком длинная</a:t>
            </a:r>
          </a:p>
          <a:p>
            <a:pPr>
              <a:defRPr sz="3600"/>
            </a:pPr>
            <a:r>
              <a:t>Команда show running-config interface vlan 10 показывает один конкретный SVI</a:t>
            </a:r>
          </a:p>
          <a:p>
            <a:pPr>
              <a:defRPr sz="3600"/>
            </a:pPr>
            <a:r>
              <a:t>Команда show running-config | include ip route помогает быстро найти статические маршруты</a:t>
            </a:r>
          </a:p>
          <a:p>
            <a:pPr>
              <a:defRPr sz="3600"/>
            </a:pPr>
            <a:r>
              <a:t>Фильтрация вывода ускоряет диагностику, но не заменяет понимание полной топологии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проверить, что маршрутизация идет внутри L3-Switch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traceroute между клиентами разных VLAN должен показать SVI отправителя как первый переход</a:t>
            </a:r>
          </a:p>
          <a:p>
            <a:pPr>
              <a:defRPr sz="3600"/>
            </a:pPr>
            <a:r>
              <a:t>show ip route на L3-коммутаторе должен содержать обе VLAN как connected-сети</a:t>
            </a:r>
          </a:p>
          <a:p>
            <a:pPr>
              <a:defRPr sz="3600"/>
            </a:pPr>
            <a:r>
              <a:t>На внешнем маршрутизаторе не должны оставаться сабинтерфейсы как шлюзы этих VLAN</a:t>
            </a:r>
          </a:p>
          <a:p>
            <a:pPr>
              <a:defRPr sz="3600"/>
            </a:pPr>
            <a:r>
              <a:t>Если клиенты используют старый gateway, трафик может идти через старую схему или не идти вообще</a:t>
            </a:r>
          </a:p>
          <a:p>
            <a:pPr>
              <a:defRPr sz="3600"/>
            </a:pPr>
            <a:r>
              <a:t>Документация должна фиксировать новое место шлюзов после переноса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Учебное ограничение: безопасность между VLAN пока минимальна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включения ip routing L3-коммутатор обычно маршрутизирует между connected VLAN без дополнительных запретов</a:t>
            </a:r>
          </a:p>
          <a:p>
            <a:pPr>
              <a:defRPr sz="3600"/>
            </a:pPr>
            <a:r>
              <a:t>Это удобно для демонстрации связности, но в реальной сети доступ между отделами ограничивают политиками</a:t>
            </a:r>
          </a:p>
          <a:p>
            <a:pPr>
              <a:defRPr sz="3600"/>
            </a:pPr>
            <a:r>
              <a:t>ACL (Access Control List) — список правил фильтрации трафика на интерфейсе или маршрутизирующем устройстве</a:t>
            </a:r>
          </a:p>
          <a:p>
            <a:pPr>
              <a:defRPr sz="3600"/>
            </a:pPr>
            <a:r>
              <a:t>В этой лекции ACL упоминается только как будущий инструмент ограничения межвланового доступа</a:t>
            </a:r>
          </a:p>
          <a:p>
            <a:pPr>
              <a:defRPr sz="3600"/>
            </a:pPr>
            <a:r>
              <a:t>Сейчас задача — корректно поднять маршрутизацию, а не построить полную модель firewall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L3-коммутатор выполняет межвлановую маршрутизацию внутри локальной сети быстрее и удобнее, чем Router-on-a-Stick</a:t>
            </a:r>
          </a:p>
          <a:p>
            <a:pPr>
              <a:defRPr sz="3600"/>
            </a:pPr>
            <a:r>
              <a:t>SVI является виртуальным шлюзом VLAN и должен иметь адрес из подсети этой VLAN</a:t>
            </a:r>
          </a:p>
          <a:p>
            <a:pPr>
              <a:defRPr sz="3600"/>
            </a:pPr>
            <a:r>
              <a:t>Команда ip routing обязательна для маршрутизации между SVI на L3-коммутаторе</a:t>
            </a:r>
          </a:p>
          <a:p>
            <a:pPr>
              <a:defRPr sz="3600"/>
            </a:pPr>
            <a:r>
              <a:t>Routed port используется для L3-стыка с маршрутизатором или firewall</a:t>
            </a:r>
          </a:p>
          <a:p>
            <a:pPr>
              <a:defRPr sz="3600"/>
            </a:pPr>
            <a:r>
              <a:t>Диагностика L3-Switch связывает VLAN, trunk, SVI, таблицу маршрутизации и настройки клиента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L3-коммутатор отличается от обычного L2-коммутатора?</a:t>
            </a:r>
          </a:p>
          <a:p>
            <a:pPr>
              <a:defRPr sz="3600"/>
            </a:pPr>
            <a:r>
              <a:t>Что такое SVI и почему он может быть шлюзом VLAN?</a:t>
            </a:r>
          </a:p>
          <a:p>
            <a:pPr>
              <a:defRPr sz="3600"/>
            </a:pPr>
            <a:r>
              <a:t>Почему команда ip routing критична для межвлановой маршрутизации?</a:t>
            </a:r>
          </a:p>
          <a:p>
            <a:pPr>
              <a:defRPr sz="3600"/>
            </a:pPr>
            <a:r>
              <a:t>Зачем L3-коммутатору нужен маршрут по умолчанию?</a:t>
            </a:r>
          </a:p>
          <a:p>
            <a:pPr>
              <a:defRPr sz="3600"/>
            </a:pPr>
            <a:r>
              <a:t>Чем routed port отличается от SVI?</a:t>
            </a:r>
          </a:p>
          <a:p>
            <a:pPr>
              <a:defRPr sz="3600"/>
            </a:pPr>
            <a:r>
              <a:t>Почему Router-on-a-Stick может стать узким местом?</a:t>
            </a:r>
          </a:p>
          <a:p>
            <a:pPr>
              <a:defRPr sz="3600"/>
            </a:pPr>
            <a:r>
              <a:t>Какой порядок проверки выбрать, если SVI находится в состоянии down/down?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1740</Words>
  <Application>Microsoft Office PowerPoint</Application>
  <PresentationFormat>Широкоэкранный</PresentationFormat>
  <Paragraphs>173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2026-07-26T08:56:34Z</dcterms:modified>
  <cp:category/>
</cp:coreProperties>
</file>