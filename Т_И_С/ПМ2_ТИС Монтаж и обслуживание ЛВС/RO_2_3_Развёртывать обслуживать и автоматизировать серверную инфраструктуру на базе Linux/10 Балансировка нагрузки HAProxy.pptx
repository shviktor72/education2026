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Лекция 10. Балансировка нагрузки и доступность web-сервисов с HAProxy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HAProxy принимает клиентский трафик и направляет его на один из backend-серверов</a:t>
            </a:r>
          </a:p>
          <a:p>
            <a:pPr>
              <a:defRPr sz="3600"/>
            </a:pPr>
            <a:r>
              <a:t>Балансировщик помогает убрать единую точку отказа web-сервера, но сам тоже требует отказоустойчивости</a:t>
            </a:r>
          </a:p>
          <a:p>
            <a:pPr>
              <a:defRPr sz="3600"/>
            </a:pPr>
            <a:r>
              <a:t>Учебный стенд: client01 → lb01 → web01 и web02</a:t>
            </a:r>
          </a:p>
          <a:p>
            <a:pPr>
              <a:defRPr sz="3600"/>
            </a:pPr>
            <a:r>
              <a:t>Главная идея: балансировка работает только тогда, когда checks, таймауты, logs, TLS и мониторинг настроены осознанно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Понять SPOF, вертикальное и горизонтальное масштабирование</a:t>
            </a:r>
          </a:p>
          <a:p>
            <a:pPr>
              <a:defRPr sz="3600"/>
            </a:pPr>
            <a:r>
              <a:t>Уметь различать Reverse Proxy и Load Balancer</a:t>
            </a:r>
          </a:p>
          <a:p>
            <a:pPr>
              <a:defRPr sz="3600"/>
            </a:pPr>
            <a:r>
              <a:t>Уметь объяснить frontend, backend, server, global, defaults и mode http</a:t>
            </a:r>
          </a:p>
          <a:p>
            <a:pPr>
              <a:defRPr sz="3600"/>
            </a:pPr>
            <a:r>
              <a:t>Уметь настроить Round Robin, Least Connections, weights и HTTP health checks</a:t>
            </a:r>
          </a:p>
          <a:p>
            <a:pPr>
              <a:defRPr sz="3600"/>
            </a:pPr>
            <a:r>
              <a:t>Уметь проверить отказ backend, TLS termination, stats и мониторинг HAProxy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1. SPOF, вертикальное и горизонтальное масштабирование</a:t>
            </a:r>
          </a:p>
          <a:p>
            <a:pPr>
              <a:defRPr sz="3600"/>
            </a:pPr>
            <a:r>
              <a:t>2. Reverse proxy и load balancer</a:t>
            </a:r>
          </a:p>
          <a:p>
            <a:pPr>
              <a:defRPr sz="3600"/>
            </a:pPr>
            <a:r>
              <a:t>3. HAProxy frontend, backend и server</a:t>
            </a:r>
          </a:p>
          <a:p>
            <a:pPr>
              <a:defRPr sz="3600"/>
            </a:pPr>
            <a:r>
              <a:t>4. Round Robin, Least Connections и health checks</a:t>
            </a:r>
          </a:p>
          <a:p>
            <a:pPr>
              <a:defRPr sz="3600"/>
            </a:pPr>
            <a:r>
              <a:t>5. Таймауты, исходный IP и статистика</a:t>
            </a:r>
          </a:p>
          <a:p>
            <a:pPr>
              <a:defRPr sz="3600"/>
            </a:pPr>
            <a:r>
              <a:t>6. Отказ backend, TLS termination, один HAProxy и обзор Keepalived/VIP</a:t>
            </a:r>
          </a:p>
          <a:p>
            <a:pPr>
              <a:defRPr sz="3600"/>
            </a:pPr>
            <a:r>
              <a:t>7. Мониторинг HAProxy через Zabbix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Учебная топология фиксирует роли и адреса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client01: 192.168.10.10 — клиентская проверка</a:t>
            </a:r>
          </a:p>
          <a:p>
            <a:pPr>
              <a:defRPr sz="3600"/>
            </a:pPr>
            <a:r>
              <a:t>lb01: 192.168.30.10 — HAProxy</a:t>
            </a:r>
          </a:p>
          <a:p>
            <a:pPr>
              <a:defRPr sz="3600"/>
            </a:pPr>
            <a:r>
              <a:t>web01: 192.168.30.11 — Nginx backend</a:t>
            </a:r>
          </a:p>
          <a:p>
            <a:pPr>
              <a:defRPr sz="3600"/>
            </a:pPr>
            <a:r>
              <a:t>web02: 192.168.30.12 — Nginx backend</a:t>
            </a:r>
          </a:p>
          <a:p>
            <a:pPr>
              <a:defRPr sz="3600"/>
            </a:pPr>
            <a:r>
              <a:t>zabbix01: 192.168.30.40 — мониторинг</a:t>
            </a:r>
          </a:p>
          <a:p>
            <a:pPr>
              <a:defRPr sz="3600"/>
            </a:pPr>
            <a:r>
              <a:t>На web01 и web02 нужны разные страницы: Response from web01 и Response from web02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Топология: client01, lb01, web01, web02 и zabbix01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7CF9E80-DC8A-BEE9-28C2-57290F56A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1. Один web-сервер становится SPOF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SPOF — Single Point of Failure, единая точка отказа</a:t>
            </a:r>
          </a:p>
          <a:p>
            <a:pPr>
              <a:defRPr sz="3600"/>
            </a:pPr>
            <a:r>
              <a:t>Если единственный web-сервер отказал, сервис недоступен всем клиентам</a:t>
            </a:r>
          </a:p>
          <a:p>
            <a:pPr>
              <a:defRPr sz="3600"/>
            </a:pPr>
            <a:r>
              <a:t>Резервная копия помогает восстановиться позже, но не обеспечивает доступность прямо сейчас</a:t>
            </a:r>
          </a:p>
          <a:p>
            <a:pPr>
              <a:defRPr sz="3600"/>
            </a:pPr>
            <a:r>
              <a:t>Мониторинг обнаружит отказ, но не распределит трафик</a:t>
            </a:r>
          </a:p>
          <a:p>
            <a:pPr>
              <a:defRPr sz="3600"/>
            </a:pPr>
            <a:r>
              <a:t>Балансировщик нужен, чтобы клиент мог попасть на исправный backend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Вертикальное масштабирование усиливает один сервер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Вертикальное масштабирование — добавить CPU, RAM, диск или сетевой ресурс одному серверу</a:t>
            </a:r>
          </a:p>
          <a:p>
            <a:pPr>
              <a:defRPr sz="3600"/>
            </a:pPr>
            <a:r>
              <a:t>Плюс: проще администрировать один экземпляр приложения</a:t>
            </a:r>
          </a:p>
          <a:p>
            <a:pPr>
              <a:defRPr sz="3600"/>
            </a:pPr>
            <a:r>
              <a:t>Минус: сохраняется одна точка отказа</a:t>
            </a:r>
          </a:p>
          <a:p>
            <a:pPr>
              <a:defRPr sz="3600"/>
            </a:pPr>
            <a:r>
              <a:t>Минус: есть предел роста одного сервера</a:t>
            </a:r>
          </a:p>
          <a:p>
            <a:pPr>
              <a:defRPr sz="3600"/>
            </a:pPr>
            <a:r>
              <a:t>Для отказоустойчивости одного усиления обычно недостаточно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Горизонтальное масштабирование добавляет backend-серверы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Горизонтальное масштабирование — несколько серверов обслуживают один сервис</a:t>
            </a:r>
          </a:p>
          <a:p>
            <a:pPr>
              <a:defRPr sz="3600"/>
            </a:pPr>
            <a:r>
              <a:t>Нагрузка распределяется между web01 и web02</a:t>
            </a:r>
          </a:p>
          <a:p>
            <a:pPr>
              <a:defRPr sz="3600"/>
            </a:pPr>
            <a:r>
              <a:t>При отказе одного backend второй может продолжить обслуживание</a:t>
            </a:r>
          </a:p>
          <a:p>
            <a:pPr>
              <a:defRPr sz="3600"/>
            </a:pPr>
            <a:r>
              <a:t>Приложение должно быть готово к работе в нескольких экземплярах</a:t>
            </a:r>
          </a:p>
          <a:p>
            <a:pPr>
              <a:defRPr sz="3600"/>
            </a:pPr>
            <a:r>
              <a:t>Балансировщик выбирает, куда отправить конкретный запрос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HAProxy не исправляет состояние приложения автоматически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Если оба backend зависят от одной базы данных, database остается SPOF</a:t>
            </a:r>
          </a:p>
          <a:p>
            <a:pPr>
              <a:defRPr sz="3600"/>
            </a:pPr>
            <a:r>
              <a:t>Если backend имеют разные версии приложения, Round Robin будет отдавать разные результаты</a:t>
            </a:r>
          </a:p>
          <a:p>
            <a:pPr>
              <a:defRPr sz="3600"/>
            </a:pPr>
            <a:r>
              <a:t>Если session хранится локально на web01, клиент может потерять авторизацию при попадании на web02</a:t>
            </a:r>
          </a:p>
          <a:p>
            <a:pPr>
              <a:defRPr sz="3600"/>
            </a:pPr>
            <a:r>
              <a:t>Если uploaded files лежат только на одном backend, второй backend не сможет их отдать</a:t>
            </a:r>
          </a:p>
          <a:p>
            <a:pPr>
              <a:defRPr sz="3600"/>
            </a:pPr>
            <a:r>
              <a:t>Балансировка требует согласованной архитектуры приложения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2. Reverse Proxy и Load Balancer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Reverse Proxy принимает запрос вместо внутреннего сервера и пересылает его дальше</a:t>
            </a:r>
          </a:p>
          <a:p>
            <a:pPr>
              <a:defRPr sz="3600"/>
            </a:pPr>
            <a:r>
              <a:t>Load Balancer выбирает один из нескольких backend</a:t>
            </a:r>
          </a:p>
          <a:p>
            <a:pPr>
              <a:defRPr sz="3600"/>
            </a:pPr>
            <a:r>
              <a:t>Reverse Proxy может обслуживать один backend и не выполнять балансировку</a:t>
            </a:r>
          </a:p>
          <a:p>
            <a:pPr>
              <a:defRPr sz="3600"/>
            </a:pPr>
            <a:r>
              <a:t>Load Balancer обычно реализуется как reverse proxy или L4 proxy</a:t>
            </a:r>
          </a:p>
          <a:p>
            <a:pPr>
              <a:defRPr sz="3600"/>
            </a:pPr>
            <a:r>
              <a:t>HAProxy может выполнять обе роли одновременно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Reverse Proxy без балансировки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Схема: Client → HAProxy → web01</a:t>
            </a:r>
          </a:p>
          <a:p>
            <a:pPr>
              <a:defRPr sz="3600"/>
            </a:pPr>
            <a:r>
              <a:t>HAProxy скрывает внутренний адрес web01</a:t>
            </a:r>
          </a:p>
          <a:p>
            <a:pPr>
              <a:defRPr sz="3600"/>
            </a:pPr>
            <a:r>
              <a:t>Можно централизовать TLS, headers, ACL и logging</a:t>
            </a:r>
          </a:p>
          <a:p>
            <a:pPr>
              <a:defRPr sz="3600"/>
            </a:pPr>
            <a:r>
              <a:t>Но если web01 отказал, второго backend нет</a:t>
            </a:r>
          </a:p>
          <a:p>
            <a:pPr>
              <a:defRPr sz="3600"/>
            </a:pPr>
            <a:r>
              <a:t>Это reverse proxy, но еще не отказоустойчивая балансировка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Reverse Proxy с балансировкой нагрузки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Схема: Client → HAProxy → web01 или web02</a:t>
            </a:r>
          </a:p>
          <a:p>
            <a:pPr>
              <a:defRPr sz="3600"/>
            </a:pPr>
            <a:r>
              <a:t>HAProxy принимает один внешний адрес сервиса</a:t>
            </a:r>
          </a:p>
          <a:p>
            <a:pPr>
              <a:defRPr sz="3600"/>
            </a:pPr>
            <a:r>
              <a:t>Backend-серверы остаются во внутренней сети</a:t>
            </a:r>
          </a:p>
          <a:p>
            <a:pPr>
              <a:defRPr sz="3600"/>
            </a:pPr>
            <a:r>
              <a:t>Health checks исключают неисправный backend из pool</a:t>
            </a:r>
          </a:p>
          <a:p>
            <a:pPr>
              <a:defRPr sz="3600"/>
            </a:pPr>
            <a:r>
              <a:t>Клиент продолжает обращаться к одному имени или IP балансировщика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3. HAProxy frontend, backend и 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global задает общие параметры процесса HAProxy</a:t>
            </a:r>
          </a:p>
          <a:p>
            <a:pPr>
              <a:defRPr sz="3600"/>
            </a:pPr>
            <a:r>
              <a:t>defaults задает параметры по умолчанию для frontend и backend</a:t>
            </a:r>
          </a:p>
          <a:p>
            <a:pPr>
              <a:defRPr sz="3600"/>
            </a:pPr>
            <a:r>
              <a:t>frontend принимает клиентские соединения</a:t>
            </a:r>
          </a:p>
          <a:p>
            <a:pPr>
              <a:defRPr sz="3600"/>
            </a:pPr>
            <a:r>
              <a:t>backend описывает pool серверов назначения</a:t>
            </a:r>
          </a:p>
          <a:p>
            <a:pPr>
              <a:defRPr sz="3600"/>
            </a:pPr>
            <a:r>
              <a:t>server — конкретный backend-узел внутри backend-секции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mode http нужен для HTTP-лаборатории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HAProxy может работать в mode tcp и mode http</a:t>
            </a:r>
          </a:p>
          <a:p>
            <a:pPr>
              <a:defRPr sz="3600"/>
            </a:pPr>
            <a:r>
              <a:t>mode tcp работает на уровне TCP-соединения</a:t>
            </a:r>
          </a:p>
          <a:p>
            <a:pPr>
              <a:defRPr sz="3600"/>
            </a:pPr>
            <a:r>
              <a:t>mode http понимает HTTP-заголовки, URL, Host Header и status codes</a:t>
            </a:r>
          </a:p>
          <a:p>
            <a:pPr>
              <a:defRPr sz="3600"/>
            </a:pPr>
            <a:r>
              <a:t>Для option forwardfor, HTTP health check и routing по Host нужен mode http</a:t>
            </a:r>
          </a:p>
          <a:p>
            <a:pPr>
              <a:defRPr sz="3600"/>
            </a:pPr>
            <a:r>
              <a:t>В лаборатории mode http задается в defaults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frontend, backend и server в HAProxy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50556D8-4FCA-F499-C9BD-A974487CD8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Минимальный haproxy.cfg: global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global</a:t>
            </a:r>
          </a:p>
          <a:p>
            <a:pPr>
              <a:defRPr sz="3600"/>
            </a:pPr>
            <a:r>
              <a:t>    log /dev/log local0</a:t>
            </a:r>
          </a:p>
          <a:p>
            <a:pPr>
              <a:defRPr sz="3600"/>
            </a:pPr>
            <a:r>
              <a:t>    log /dev/log local1 notice</a:t>
            </a:r>
          </a:p>
          <a:p>
            <a:pPr>
              <a:defRPr sz="3600"/>
            </a:pPr>
            <a:r>
              <a:t>    user haproxy</a:t>
            </a:r>
          </a:p>
          <a:p>
            <a:pPr>
              <a:defRPr sz="3600"/>
            </a:pPr>
            <a:r>
              <a:t>    group haproxy</a:t>
            </a:r>
          </a:p>
          <a:p>
            <a:pPr>
              <a:defRPr sz="3600"/>
            </a:pPr>
            <a:r>
              <a:t>    daemon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Минимальный haproxy.cfg: defaults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defaults</a:t>
            </a:r>
          </a:p>
          <a:p>
            <a:pPr>
              <a:defRPr sz="3600"/>
            </a:pPr>
            <a:r>
              <a:t>    log global</a:t>
            </a:r>
          </a:p>
          <a:p>
            <a:pPr>
              <a:defRPr sz="3600"/>
            </a:pPr>
            <a:r>
              <a:t>    mode http</a:t>
            </a:r>
          </a:p>
          <a:p>
            <a:pPr>
              <a:defRPr sz="3600"/>
            </a:pPr>
            <a:r>
              <a:t>    option httplog</a:t>
            </a:r>
          </a:p>
          <a:p>
            <a:pPr>
              <a:defRPr sz="3600"/>
            </a:pPr>
            <a:r>
              <a:t>    option dontlognull</a:t>
            </a:r>
          </a:p>
          <a:p>
            <a:pPr>
              <a:defRPr sz="3600"/>
            </a:pPr>
            <a:r>
              <a:t>    timeout connect 5s</a:t>
            </a:r>
          </a:p>
          <a:p>
            <a:pPr>
              <a:defRPr sz="3600"/>
            </a:pPr>
            <a:r>
              <a:t>    timeout client 30s; timeout server 30s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Минимальный haproxy.cfg: frontend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frontend fe_http</a:t>
            </a:r>
          </a:p>
          <a:p>
            <a:pPr>
              <a:defRPr sz="3600"/>
            </a:pPr>
            <a:r>
              <a:t>    bind 192.168.30.10:80</a:t>
            </a:r>
          </a:p>
          <a:p>
            <a:pPr>
              <a:defRPr sz="3600"/>
            </a:pPr>
            <a:r>
              <a:t>    http-request del-header X-Forwarded-For</a:t>
            </a:r>
          </a:p>
          <a:p>
            <a:pPr>
              <a:defRPr sz="3600"/>
            </a:pPr>
            <a:r>
              <a:t>    http-request add-header X-Forwarded-For %[src]</a:t>
            </a:r>
          </a:p>
          <a:p>
            <a:pPr>
              <a:defRPr sz="3600"/>
            </a:pPr>
            <a:r>
              <a:t>    default_backend be_web</a:t>
            </a:r>
          </a:p>
          <a:p>
            <a:pPr>
              <a:defRPr sz="3600"/>
            </a:pPr>
            <a:r>
              <a:t>bind *:80 слушает все адреса; в лаборатории лучше указать конкретный IP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Минимальный haproxy.cfg: backend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backend be_web</a:t>
            </a:r>
          </a:p>
          <a:p>
            <a:pPr>
              <a:defRPr sz="3600"/>
            </a:pPr>
            <a:r>
              <a:t>    balance roundrobin</a:t>
            </a:r>
          </a:p>
          <a:p>
            <a:pPr>
              <a:defRPr sz="3600"/>
            </a:pPr>
            <a:r>
              <a:t>    option httpchk GET /health</a:t>
            </a:r>
          </a:p>
          <a:p>
            <a:pPr>
              <a:defRPr sz="3600"/>
            </a:pPr>
            <a:r>
              <a:t>    http-check expect status 200</a:t>
            </a:r>
          </a:p>
          <a:p>
            <a:pPr>
              <a:defRPr sz="3600"/>
            </a:pPr>
            <a:r>
              <a:t>    server web01 192.168.30.11:80 check inter 2s fall 3 rise 2</a:t>
            </a:r>
          </a:p>
          <a:p>
            <a:pPr>
              <a:defRPr sz="3600"/>
            </a:pPr>
            <a:r>
              <a:t>    server web02 192.168.30.12:80 check inter 2s fall 3 rise 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bind должен соответствовать сетевой роли интерфейса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bind *:80 открывает порт на всех подходящих адресах хоста</a:t>
            </a:r>
          </a:p>
          <a:p>
            <a:pPr>
              <a:defRPr sz="3600"/>
            </a:pPr>
            <a:r>
              <a:t>Для учебного service IP используем bind 192.168.30.10:80</a:t>
            </a:r>
          </a:p>
          <a:p>
            <a:pPr>
              <a:defRPr sz="3600"/>
            </a:pPr>
            <a:r>
              <a:t>Для stats и management используют отдельный management IP</a:t>
            </a:r>
          </a:p>
          <a:p>
            <a:pPr>
              <a:defRPr sz="3600"/>
            </a:pPr>
            <a:r>
              <a:t>Проверка прослушивания: ss -lntp | grep :80</a:t>
            </a:r>
          </a:p>
          <a:p>
            <a:pPr>
              <a:defRPr sz="3600"/>
            </a:pPr>
            <a:r>
              <a:t>Доступ также должен контролироваться firewall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4. Round Robin, Least Connections и health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Round Robin распределяет запросы по очереди между backend</a:t>
            </a:r>
          </a:p>
          <a:p>
            <a:pPr>
              <a:defRPr sz="3600"/>
            </a:pPr>
            <a:r>
              <a:t>Least Connections выбирает backend с меньшим числом активных соединений</a:t>
            </a:r>
          </a:p>
          <a:p>
            <a:pPr>
              <a:defRPr sz="3600"/>
            </a:pPr>
            <a:r>
              <a:t>Weights позволяют учитывать разную мощность backend</a:t>
            </a:r>
          </a:p>
          <a:p>
            <a:pPr>
              <a:defRPr sz="3600"/>
            </a:pPr>
            <a:r>
              <a:t>Health Check определяет, считается ли backend готовым принимать трафик</a:t>
            </a:r>
          </a:p>
          <a:p>
            <a:pPr>
              <a:defRPr sz="3600"/>
            </a:pPr>
            <a:r>
              <a:t>Проверка распределения должна учитывать HTTP Keep-Alive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Round Robin нужно проверять с закрытием соединения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HTTP Keep-Alive может отправить несколько запросов по одному соединению на один backend</a:t>
            </a:r>
          </a:p>
          <a:p>
            <a:pPr>
              <a:defRPr sz="3600"/>
            </a:pPr>
            <a:r>
              <a:t>Для лабораторной проверки полезно закрывать соединение после запроса</a:t>
            </a:r>
          </a:p>
          <a:p>
            <a:pPr>
              <a:defRPr sz="3600"/>
            </a:pPr>
            <a:r>
              <a:t>Команда: for i in {1..10}; do curl -s -H 'Connection: close' http://192.168.30.10/; done</a:t>
            </a:r>
          </a:p>
          <a:p>
            <a:pPr>
              <a:defRPr sz="3600"/>
            </a:pPr>
            <a:r>
              <a:t>web01 должен возвращать Response from web01</a:t>
            </a:r>
          </a:p>
          <a:p>
            <a:pPr>
              <a:defRPr sz="3600"/>
            </a:pPr>
            <a:r>
              <a:t>web02 должен возвращать Response from web02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Least Connections не измеряет полную нагрузку сервера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Least Connections учитывает активные соединения</a:t>
            </a:r>
          </a:p>
          <a:p>
            <a:pPr>
              <a:defRPr sz="3600"/>
            </a:pPr>
            <a:r>
              <a:t>Меньше соединений не всегда означает меньше CPU, RAM или очередей приложения</a:t>
            </a:r>
          </a:p>
          <a:p>
            <a:pPr>
              <a:defRPr sz="3600"/>
            </a:pPr>
            <a:r>
              <a:t>Для разных по мощности backend используют weights</a:t>
            </a:r>
          </a:p>
          <a:p>
            <a:pPr>
              <a:defRPr sz="3600"/>
            </a:pPr>
            <a:r>
              <a:t>Пример: server web01 192.168.30.11:80 check weight 100</a:t>
            </a:r>
          </a:p>
          <a:p>
            <a:pPr>
              <a:defRPr sz="3600"/>
            </a:pPr>
            <a:r>
              <a:t>Пример: server web02 192.168.30.12:80 check weight 50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TCP check не доказывает здоровье приложения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Строка server web01 192.168.30.11:80 check может подтвердить только доступность TCP-порта</a:t>
            </a:r>
          </a:p>
          <a:p>
            <a:pPr>
              <a:defRPr sz="3600"/>
            </a:pPr>
            <a:r>
              <a:t>Nginx может слушать TCP 80, но приложение за ним возвращает HTTP 500</a:t>
            </a:r>
          </a:p>
          <a:p>
            <a:pPr>
              <a:defRPr sz="3600"/>
            </a:pPr>
            <a:r>
              <a:t>Для HTTP-сервиса нужен HTTP health check</a:t>
            </a:r>
          </a:p>
          <a:p>
            <a:pPr>
              <a:defRPr sz="3600"/>
            </a:pPr>
            <a:r>
              <a:t>option httpchk GET /health проверяет URL /health</a:t>
            </a:r>
          </a:p>
          <a:p>
            <a:pPr>
              <a:defRPr sz="3600"/>
            </a:pPr>
            <a:r>
              <a:t>http-check expect status 200 требует ожидаемый HTTP-код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Health endpoint должен быть легким и осмысленным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L4 check проверяет доступность TCP-порта</a:t>
            </a:r>
          </a:p>
          <a:p>
            <a:pPr>
              <a:defRPr sz="3600"/>
            </a:pPr>
            <a:r>
              <a:t>HTTP check проверяет HTTP-ответ на конкретный URL</a:t>
            </a:r>
          </a:p>
          <a:p>
            <a:pPr>
              <a:defRPr sz="3600"/>
            </a:pPr>
            <a:r>
              <a:t>Application check может учитывать доступность важных зависимостей</a:t>
            </a:r>
          </a:p>
          <a:p>
            <a:pPr>
              <a:defRPr sz="3600"/>
            </a:pPr>
            <a:r>
              <a:t>Liveness показывает, что процесс способен работать</a:t>
            </a:r>
          </a:p>
          <a:p>
            <a:pPr>
              <a:defRPr sz="3600"/>
            </a:pPr>
            <a:r>
              <a:t>Readiness показывает, что экземпляр готов принимать пользовательский трафик</a:t>
            </a:r>
          </a:p>
          <a:p>
            <a:pPr>
              <a:defRPr sz="3600"/>
            </a:pPr>
            <a:r>
              <a:t>Для базовой лаборатории достаточно HTTP 200 на /health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inter, fall и rise защищают от flapping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inter 2s — выполнять health check каждые 2 секунды</a:t>
            </a:r>
          </a:p>
          <a:p>
            <a:pPr>
              <a:defRPr sz="3600"/>
            </a:pPr>
            <a:r>
              <a:t>fall 3 — отметить backend DOWN после трех неуспешных проверок</a:t>
            </a:r>
          </a:p>
          <a:p>
            <a:pPr>
              <a:defRPr sz="3600"/>
            </a:pPr>
            <a:r>
              <a:t>rise 2 — вернуть backend UP после двух успешных проверок</a:t>
            </a:r>
          </a:p>
          <a:p>
            <a:pPr>
              <a:defRPr sz="3600"/>
            </a:pPr>
            <a:r>
              <a:t>Задержка возврата backend после запуска Nginx является нормальной</a:t>
            </a:r>
          </a:p>
          <a:p>
            <a:pPr>
              <a:defRPr sz="3600"/>
            </a:pPr>
            <a:r>
              <a:t>Эти параметры снижают случайные переключения UP/DOWN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Состояние session влияет на балансировку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Если session хранится локально на web01, клиент может потерять авторизацию на web02</a:t>
            </a:r>
          </a:p>
          <a:p>
            <a:pPr>
              <a:defRPr sz="3600"/>
            </a:pPr>
            <a:r>
              <a:t>Если uploaded file записан только на локальный диск web01, web02 не сможет его отдать</a:t>
            </a:r>
          </a:p>
          <a:p>
            <a:pPr>
              <a:defRPr sz="3600"/>
            </a:pPr>
            <a:r>
              <a:t>Если cache не синхронизирован, backend могут отвечать по-разному</a:t>
            </a:r>
          </a:p>
          <a:p>
            <a:pPr>
              <a:defRPr sz="3600"/>
            </a:pPr>
            <a:r>
              <a:t>Решения: stateless application, database, Redis session store, shared storage или replication</a:t>
            </a:r>
          </a:p>
          <a:p>
            <a:pPr>
              <a:defRPr sz="3600"/>
            </a:pPr>
            <a:r>
              <a:t>Backend должны иметь одинаковые версии приложения и конфигурации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Sticky sessions — компромисс, а не идеальная архитектура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Sticky sessions закрепляют клиента за выбранным backend</a:t>
            </a:r>
          </a:p>
          <a:p>
            <a:pPr>
              <a:defRPr sz="3600"/>
            </a:pPr>
            <a:r>
              <a:t>Методы: cookie-based persistence или source IP hash</a:t>
            </a:r>
          </a:p>
          <a:p>
            <a:pPr>
              <a:defRPr sz="3600"/>
            </a:pPr>
            <a:r>
              <a:t>Плюс: локальная session реже теряется между backend</a:t>
            </a:r>
          </a:p>
          <a:p>
            <a:pPr>
              <a:defRPr sz="3600"/>
            </a:pPr>
            <a:r>
              <a:t>Минусы: неравномерная нагрузка и сложность масштабирования</a:t>
            </a:r>
          </a:p>
          <a:p>
            <a:pPr>
              <a:defRPr sz="3600"/>
            </a:pPr>
            <a:r>
              <a:t>При отказе backend локальная session всё равно теряется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5. Таймауты, исходный IP и статистика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timeout connect ограничивает установление соединения с backend</a:t>
            </a:r>
          </a:p>
          <a:p>
            <a:pPr>
              <a:defRPr sz="3600"/>
            </a:pPr>
            <a:r>
              <a:t>timeout client ограничивает бездействие клиента</a:t>
            </a:r>
          </a:p>
          <a:p>
            <a:pPr>
              <a:defRPr sz="3600"/>
            </a:pPr>
            <a:r>
              <a:t>timeout server ограничивает ожидание данных от backend</a:t>
            </a:r>
          </a:p>
          <a:p>
            <a:pPr>
              <a:defRPr sz="3600"/>
            </a:pPr>
            <a:r>
              <a:t>Слишком короткий timeout server может оборвать законный отчет или загрузку</a:t>
            </a:r>
          </a:p>
          <a:p>
            <a:pPr>
              <a:defRPr sz="3600"/>
            </a:pPr>
            <a:r>
              <a:t>HAProxy обычно предупреждает о важных отсутствующих timeout при проверке конфигурации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Рабочий блок timeout для HTTP-лаборатории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timeout connect 5s</a:t>
            </a:r>
          </a:p>
          <a:p>
            <a:pPr>
              <a:defRPr sz="3600"/>
            </a:pPr>
            <a:r>
              <a:t>timeout client 30s</a:t>
            </a:r>
          </a:p>
          <a:p>
            <a:pPr>
              <a:defRPr sz="3600"/>
            </a:pPr>
            <a:r>
              <a:t>timeout server 30s</a:t>
            </a:r>
          </a:p>
          <a:p>
            <a:pPr>
              <a:defRPr sz="3600"/>
            </a:pPr>
            <a:r>
              <a:t>Для WebSocket и длительных запросов нужны другие значения</a:t>
            </a:r>
          </a:p>
          <a:p>
            <a:pPr>
              <a:defRPr sz="3600"/>
            </a:pPr>
            <a:r>
              <a:t>Изменение timeout требует функциональной проверки приложения</a:t>
            </a:r>
          </a:p>
          <a:p>
            <a:pPr>
              <a:defRPr sz="3600"/>
            </a:pPr>
            <a:r>
              <a:t>После reload проверяют журналы и пользовательский HTTP-запрос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X-Forwarded-For требует доверенной цепочки proxy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Клиент может сам отправить поддельный X-Forwarded-For</a:t>
            </a:r>
          </a:p>
          <a:p>
            <a:pPr>
              <a:defRPr sz="3600"/>
            </a:pPr>
            <a:r>
              <a:t>Пример атаки: X-Forwarded-For: 127.0.0.1</a:t>
            </a:r>
          </a:p>
          <a:p>
            <a:pPr>
              <a:defRPr sz="3600"/>
            </a:pPr>
            <a:r>
              <a:t>HAProxy должен удалить недоверенный заголовок от клиента</a:t>
            </a:r>
          </a:p>
          <a:p>
            <a:pPr>
              <a:defRPr sz="3600"/>
            </a:pPr>
            <a:r>
              <a:t>Затем HAProxy добавляет проверенный адрес из %[src]</a:t>
            </a:r>
          </a:p>
          <a:p>
            <a:pPr>
              <a:defRPr sz="3600"/>
            </a:pPr>
            <a:r>
              <a:t>Приложение должно доверять только известному HAProxy как Trusted Proxy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X-Forwarded-Proto нужен после TLS termination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После TLS termination backend часто получает обычный HTTP</a:t>
            </a:r>
          </a:p>
          <a:p>
            <a:pPr>
              <a:defRPr sz="3600"/>
            </a:pPr>
            <a:r>
              <a:t>Приложение может ошибочно считать запрос незашифрованным</a:t>
            </a:r>
          </a:p>
          <a:p>
            <a:pPr>
              <a:defRPr sz="3600"/>
            </a:pPr>
            <a:r>
              <a:t>Команда: http-request set-header X-Forwarded-Proto https if { ssl_fc }</a:t>
            </a:r>
          </a:p>
          <a:p>
            <a:pPr>
              <a:defRPr sz="3600"/>
            </a:pPr>
            <a:r>
              <a:t>Иначе возможны неправильные redirects и HTTP-ссылки</a:t>
            </a:r>
          </a:p>
          <a:p>
            <a:pPr>
              <a:defRPr sz="3600"/>
            </a:pPr>
            <a:r>
              <a:t>Также возможны cookie без Secure и циклическое перенаправление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PROXY Protocol — альтернатива для передачи client 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PROXY Protocol часто применяют в L4 proxy-сценариях</a:t>
            </a:r>
          </a:p>
          <a:p>
            <a:pPr>
              <a:defRPr sz="3600"/>
            </a:pPr>
            <a:r>
              <a:t>Пример: server web01 192.168.30.11:80 send-proxy</a:t>
            </a:r>
          </a:p>
          <a:p>
            <a:pPr>
              <a:defRPr sz="3600"/>
            </a:pPr>
            <a:r>
              <a:t>Backend должен явно поддерживать и ожидать PROXY Protocol</a:t>
            </a:r>
          </a:p>
          <a:p>
            <a:pPr>
              <a:defRPr sz="3600"/>
            </a:pPr>
            <a:r>
              <a:t>Если обычный web-сервер не ожидает PROXY Protocol, он увидит некорректный HTTP-запрос</a:t>
            </a:r>
          </a:p>
          <a:p>
            <a:pPr>
              <a:defRPr sz="3600"/>
            </a:pPr>
            <a:r>
              <a:t>Для текущей HTTP-лаборатории X-Forwarded-For проще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Stats page нельзя оставлять публичной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Basic Auth без HTTPS не является достаточной защитой</a:t>
            </a:r>
          </a:p>
          <a:p>
            <a:pPr>
              <a:defRPr sz="3600"/>
            </a:pPr>
            <a:r>
              <a:t>Stats лучше вынести на management IP</a:t>
            </a:r>
          </a:p>
          <a:p>
            <a:pPr>
              <a:defRPr sz="3600"/>
            </a:pPr>
            <a:r>
              <a:t>Доступ ограничивают firewall и management network</a:t>
            </a:r>
          </a:p>
          <a:p>
            <a:pPr>
              <a:defRPr sz="3600"/>
            </a:pPr>
            <a:r>
              <a:t>Для лаборатории достаточно read-only наблюдения</a:t>
            </a:r>
          </a:p>
          <a:p>
            <a:pPr>
              <a:defRPr sz="3600"/>
            </a:pPr>
            <a:r>
              <a:t>Административные действия через stats включают только при явной необходимости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Пример защищенного listen stats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listen stats</a:t>
            </a:r>
          </a:p>
          <a:p>
            <a:pPr>
              <a:defRPr sz="3600"/>
            </a:pPr>
            <a:r>
              <a:t>    bind 192.168.40.10:8404</a:t>
            </a:r>
          </a:p>
          <a:p>
            <a:pPr>
              <a:defRPr sz="3600"/>
            </a:pPr>
            <a:r>
              <a:t>    mode http</a:t>
            </a:r>
          </a:p>
          <a:p>
            <a:pPr>
              <a:defRPr sz="3600"/>
            </a:pPr>
            <a:r>
              <a:t>    stats enable</a:t>
            </a:r>
          </a:p>
          <a:p>
            <a:pPr>
              <a:defRPr sz="3600"/>
            </a:pPr>
            <a:r>
              <a:t>    stats uri /stats</a:t>
            </a:r>
          </a:p>
          <a:p>
            <a:pPr>
              <a:defRPr sz="3600"/>
            </a:pPr>
            <a:r>
              <a:t>    stats auth monitor:CHANGE_ME; stats hide-version; stats refresh 10s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6. Отказ backend, TLS termination и HA балансировщика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Остановка Nginx моделирует отказ процесса или TCP-порта</a:t>
            </a:r>
          </a:p>
          <a:p>
            <a:pPr>
              <a:defRPr sz="3600"/>
            </a:pPr>
            <a:r>
              <a:t>HTTP 500 при открытом порте моделирует прикладной отказ</a:t>
            </a:r>
          </a:p>
          <a:p>
            <a:pPr>
              <a:defRPr sz="3600"/>
            </a:pPr>
            <a:r>
              <a:t>Остановка обоих backend должна привести к 503 Service Unavailable</a:t>
            </a:r>
          </a:p>
          <a:p>
            <a:pPr>
              <a:defRPr sz="3600"/>
            </a:pPr>
            <a:r>
              <a:t>TLS termination переносит HTTPS на HAProxy</a:t>
            </a:r>
          </a:p>
          <a:p>
            <a:pPr>
              <a:defRPr sz="3600"/>
            </a:pPr>
            <a:r>
              <a:t>Один HAProxy тоже является SPOF и требует отдельной отказоустойчивости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отказа должна включать разные сценарии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Nginx остановлен на web01 — TCP или HTTP check переводит backend DOWN</a:t>
            </a:r>
          </a:p>
          <a:p>
            <a:pPr>
              <a:defRPr sz="3600"/>
            </a:pPr>
            <a:r>
              <a:t>/health возвращает 500 — TCP check может не заметить, HTTP check должен заметить</a:t>
            </a:r>
          </a:p>
          <a:p>
            <a:pPr>
              <a:defRPr sz="3600"/>
            </a:pPr>
            <a:r>
              <a:t>Firewall блокирует lb01 → web01 — backend становится DOWN</a:t>
            </a:r>
          </a:p>
          <a:p>
            <a:pPr>
              <a:defRPr sz="3600"/>
            </a:pPr>
            <a:r>
              <a:t>web01 отвечает медленно — проверяются timeout</a:t>
            </a:r>
          </a:p>
          <a:p>
            <a:pPr>
              <a:defRPr sz="3600"/>
            </a:pPr>
            <a:r>
              <a:t>Контент web01 отличается от web02 — выявляется несогласованность deployment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Полный отказ backend должен давать понятный результат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Один backend DOWN — сервис деградировал, но продолжает отвечать</a:t>
            </a:r>
          </a:p>
          <a:p>
            <a:pPr>
              <a:defRPr sz="3600"/>
            </a:pPr>
            <a:r>
              <a:t>Все backend DOWN — сервис недоступен</a:t>
            </a:r>
          </a:p>
          <a:p>
            <a:pPr>
              <a:defRPr sz="3600"/>
            </a:pPr>
            <a:r>
              <a:t>Проверка: curl -i http://192.168.30.10/</a:t>
            </a:r>
          </a:p>
          <a:p>
            <a:pPr>
              <a:defRPr sz="3600"/>
            </a:pPr>
            <a:r>
              <a:t>Ожидаемый результат при полном отказе: HTTP 503 Service Unavailable</a:t>
            </a:r>
          </a:p>
          <a:p>
            <a:pPr>
              <a:defRPr sz="3600"/>
            </a:pPr>
            <a:r>
              <a:t>Zabbix должен различать деградацию и полный отказ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Graceful drain нужен для планового обслуживания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Остановка Nginx — грубая имитация аварии</a:t>
            </a:r>
          </a:p>
          <a:p>
            <a:pPr>
              <a:defRPr sz="3600"/>
            </a:pPr>
            <a:r>
              <a:t>При обслуживании backend сначала выводят из pool</a:t>
            </a:r>
          </a:p>
          <a:p>
            <a:pPr>
              <a:defRPr sz="3600"/>
            </a:pPr>
            <a:r>
              <a:t>Затем ждут завершения активных соединений</a:t>
            </a:r>
          </a:p>
          <a:p>
            <a:pPr>
              <a:defRPr sz="3600"/>
            </a:pPr>
            <a:r>
              <a:t>После обновления backend проверяют локально и возвращают в pool</a:t>
            </a:r>
          </a:p>
          <a:p>
            <a:pPr>
              <a:defRPr sz="3600"/>
            </a:pPr>
            <a:r>
              <a:t>Для базовой лекции достаточно понимать идею drain или maintenance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TLS termination требует полноценного PEM-файла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frontend fe_https</a:t>
            </a:r>
          </a:p>
          <a:p>
            <a:pPr>
              <a:defRPr sz="3600"/>
            </a:pPr>
            <a:r>
              <a:t>    bind 192.168.30.10:443 ssl crt /etc/haproxy/certs/site.pem</a:t>
            </a:r>
          </a:p>
          <a:p>
            <a:pPr>
              <a:defRPr sz="3600"/>
            </a:pPr>
            <a:r>
              <a:t>    mode http</a:t>
            </a:r>
          </a:p>
          <a:p>
            <a:pPr>
              <a:defRPr sz="3600"/>
            </a:pPr>
            <a:r>
              <a:t>    http-request set-header X-Forwarded-Proto https if { ssl_fc }</a:t>
            </a:r>
          </a:p>
          <a:p>
            <a:pPr>
              <a:defRPr sz="3600"/>
            </a:pPr>
            <a:r>
              <a:t>    default_backend be_web</a:t>
            </a:r>
          </a:p>
          <a:p>
            <a:pPr>
              <a:defRPr sz="3600"/>
            </a:pPr>
            <a:r>
              <a:t>PEM обычно содержит certificate chain и private key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TLS нужно проверять как конфигурацию и как соединение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Private key должен иметь ограниченные права</a:t>
            </a:r>
          </a:p>
          <a:p>
            <a:pPr>
              <a:defRPr sz="3600"/>
            </a:pPr>
            <a:r>
              <a:t>Проверка конфигурации: sudo haproxy -c -f /etc/haproxy/haproxy.cfg</a:t>
            </a:r>
          </a:p>
          <a:p>
            <a:pPr>
              <a:defRPr sz="3600"/>
            </a:pPr>
            <a:r>
              <a:t>Проверка TLS: openssl s_client -connect lb01:443 -servername site.example.test</a:t>
            </a:r>
          </a:p>
          <a:p>
            <a:pPr>
              <a:defRPr sz="3600"/>
            </a:pPr>
            <a:r>
              <a:t>SNI помогает выбирать сертификат для конкретного имени</a:t>
            </a:r>
          </a:p>
          <a:p>
            <a:pPr>
              <a:defRPr sz="3600"/>
            </a:pPr>
            <a:r>
              <a:t>При нескольких сайтах Host Header может направлять site1 и site2 в разные backend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HTTPS к backend может быть обязательным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Вариант 1: Client HTTPS → HAProxy → Backend HTTP</a:t>
            </a:r>
          </a:p>
          <a:p>
            <a:pPr>
              <a:defRPr sz="3600"/>
            </a:pPr>
            <a:r>
              <a:t>Допустимо только в доверенной внутренней сети по принятой политике</a:t>
            </a:r>
          </a:p>
          <a:p>
            <a:pPr>
              <a:defRPr sz="3600"/>
            </a:pPr>
            <a:r>
              <a:t>Вариант 2: Client HTTPS → HAProxy → Backend HTTPS</a:t>
            </a:r>
          </a:p>
          <a:p>
            <a:pPr>
              <a:defRPr sz="3600"/>
            </a:pPr>
            <a:r>
              <a:t>Пример server: ssl verify required ca-file /etc/haproxy/backend-ca.pem check</a:t>
            </a:r>
          </a:p>
          <a:p>
            <a:pPr>
              <a:defRPr sz="3600"/>
            </a:pPr>
            <a:r>
              <a:t>verify none не следует показывать как production-рекомендацию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Один HAProxy тоже может стать SPOF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Если lb01 отказал, client01 не попадет ни на web01, ни на web02</a:t>
            </a:r>
          </a:p>
          <a:p>
            <a:pPr>
              <a:defRPr sz="3600"/>
            </a:pPr>
            <a:r>
              <a:t>Keepalived и VRRP могут переносить VIP между lb01 и lb02</a:t>
            </a:r>
          </a:p>
          <a:p>
            <a:pPr>
              <a:defRPr sz="3600"/>
            </a:pPr>
            <a:r>
              <a:t>VIP скрывает активный балансировщик от клиента</a:t>
            </a:r>
          </a:p>
          <a:p>
            <a:pPr>
              <a:defRPr sz="3600"/>
            </a:pPr>
            <a:r>
              <a:t>Keepalived должен отслеживать не только узел, но и HAProxy process или local health check</a:t>
            </a:r>
          </a:p>
          <a:p>
            <a:pPr>
              <a:defRPr sz="3600"/>
            </a:pPr>
            <a:r>
              <a:t>Ошибочная общая конфигурация на обоих узлах не исправляется VIP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HAProxy и обзор Keepalived/VIP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26D2295-E278-B1CF-49DC-0125C4D50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VRRP и VIP зависят от среды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Виртуальная среда может ограничивать multicast VRRP</a:t>
            </a:r>
          </a:p>
          <a:p>
            <a:pPr>
              <a:defRPr sz="3600"/>
            </a:pPr>
            <a:r>
              <a:t>Может потребоваться gratuitous ARP и корректное MAC learning</a:t>
            </a:r>
          </a:p>
          <a:p>
            <a:pPr>
              <a:defRPr sz="3600"/>
            </a:pPr>
            <a:r>
              <a:t>В VirtualBox важны promiscuous mode и разрешение перемещения VIP</a:t>
            </a:r>
          </a:p>
          <a:p>
            <a:pPr>
              <a:defRPr sz="3600"/>
            </a:pPr>
            <a:r>
              <a:t>В облаке влияют security groups и правила на floating IP</a:t>
            </a:r>
          </a:p>
          <a:p>
            <a:pPr>
              <a:defRPr sz="3600"/>
            </a:pPr>
            <a:r>
              <a:t>Перед лабораторией Keepalived нужно проверять в выбранной среде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Пара HAProxy требует синхронизации конфигураций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lb01 и lb02 должны иметь одинаковые frontend, backend, ACL и logging settings</a:t>
            </a:r>
          </a:p>
          <a:p>
            <a:pPr>
              <a:defRPr sz="3600"/>
            </a:pPr>
            <a:r>
              <a:t>Сертификаты и private keys должны быть доставлены безопасно</a:t>
            </a:r>
          </a:p>
          <a:p>
            <a:pPr>
              <a:defRPr sz="3600"/>
            </a:pPr>
            <a:r>
              <a:t>Git хранит версию конфигурации, но нужен процесс доставки и применения</a:t>
            </a:r>
          </a:p>
          <a:p>
            <a:pPr>
              <a:defRPr sz="3600"/>
            </a:pPr>
            <a:r>
              <a:t>Перед reload выполняется haproxy -c на каждом узле</a:t>
            </a:r>
          </a:p>
          <a:p>
            <a:pPr>
              <a:defRPr sz="3600"/>
            </a:pPr>
            <a:r>
              <a:t>Иначе балансировщики могут обрабатывать трафик по-разному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конфигурации обязательна до reload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Сначала сделать backup: sudo cp -a /etc/haproxy/haproxy.cfg /etc/haproxy/haproxy.cfg.bak-$(date +%F-%H%M)</a:t>
            </a:r>
          </a:p>
          <a:p>
            <a:pPr>
              <a:defRPr sz="3600"/>
            </a:pPr>
            <a:r>
              <a:t>Затем отредактировать конфигурацию</a:t>
            </a:r>
          </a:p>
          <a:p>
            <a:pPr>
              <a:defRPr sz="3600"/>
            </a:pPr>
            <a:r>
              <a:t>Проверка: sudo haproxy -c -f /etc/haproxy/haproxy.cfg</a:t>
            </a:r>
          </a:p>
          <a:p>
            <a:pPr>
              <a:defRPr sz="3600"/>
            </a:pPr>
            <a:r>
              <a:t>Ожидаемый результат: Configuration file is valid</a:t>
            </a:r>
          </a:p>
          <a:p>
            <a:pPr>
              <a:defRPr sz="3600"/>
            </a:pPr>
            <a:r>
              <a:t>Только после этого выполнять reload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reload обычно безопаснее restart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Reload применяет новую конфигурацию с минимальным разрывом соединений, если сервис это поддерживает</a:t>
            </a:r>
          </a:p>
          <a:p>
            <a:pPr>
              <a:defRPr sz="3600"/>
            </a:pPr>
            <a:r>
              <a:t>Команда: sudo systemctl reload haproxy</a:t>
            </a:r>
          </a:p>
          <a:p>
            <a:pPr>
              <a:defRPr sz="3600"/>
            </a:pPr>
            <a:r>
              <a:t>Проверка статуса: systemctl status haproxy</a:t>
            </a:r>
          </a:p>
          <a:p>
            <a:pPr>
              <a:defRPr sz="3600"/>
            </a:pPr>
            <a:r>
              <a:t>Проверка журналов: journalctl -u haproxy -b --since '-5 min'</a:t>
            </a:r>
          </a:p>
          <a:p>
            <a:pPr>
              <a:defRPr sz="3600"/>
            </a:pPr>
            <a:r>
              <a:t>Функциональная проверка: curl http://192.168.30.10/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HAProxy logs нужны для эксплуатации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option httplog включает HTTP-ориентированный формат журнала</a:t>
            </a:r>
          </a:p>
          <a:p>
            <a:pPr>
              <a:defRPr sz="3600"/>
            </a:pPr>
            <a:r>
              <a:t>HAProxy может писать в /dev/log через syslog</a:t>
            </a:r>
          </a:p>
          <a:p>
            <a:pPr>
              <a:defRPr sz="3600"/>
            </a:pPr>
            <a:r>
              <a:t>На Debian часто требуется корректная настройка rsyslog или journald</a:t>
            </a:r>
          </a:p>
          <a:p>
            <a:pPr>
              <a:defRPr sz="3600"/>
            </a:pPr>
            <a:r>
              <a:t>Команда просмотра unit: journalctl -u haproxy -b</a:t>
            </a:r>
          </a:p>
          <a:p>
            <a:pPr>
              <a:defRPr sz="3600"/>
            </a:pPr>
            <a:r>
              <a:t>Журналы должны ротироваться и отправляться в централизованный сбор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7. Мониторинг HAProxy через Zabbix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Zabbix должен проверять не только процесс HAProxy</a:t>
            </a:r>
          </a:p>
          <a:p>
            <a:pPr>
              <a:defRPr sz="3600"/>
            </a:pPr>
            <a:r>
              <a:t>Нужны проверки listening ports 80 и 443</a:t>
            </a:r>
          </a:p>
          <a:p>
            <a:pPr>
              <a:defRPr sz="3600"/>
            </a:pPr>
            <a:r>
              <a:t>Нужна пользовательская HTTP-проверка через балансировщик</a:t>
            </a:r>
          </a:p>
          <a:p>
            <a:pPr>
              <a:defRPr sz="3600"/>
            </a:pPr>
            <a:r>
              <a:t>Нужен статус backend web01 и web02</a:t>
            </a:r>
          </a:p>
          <a:p>
            <a:pPr>
              <a:defRPr sz="3600"/>
            </a:pPr>
            <a:r>
              <a:t>Нужно различать потерю резервирования и полный отказ сервиса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Минимальные Zabbix Items для lb01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HAProxy service active: systemd unit state</a:t>
            </a:r>
          </a:p>
          <a:p>
            <a:pPr>
              <a:defRPr sz="3600"/>
            </a:pPr>
            <a:r>
              <a:t>TCP 80 listening: local port check</a:t>
            </a:r>
          </a:p>
          <a:p>
            <a:pPr>
              <a:defRPr sz="3600"/>
            </a:pPr>
            <a:r>
              <a:t>TCP 443 listening: local port check, если включен HTTPS</a:t>
            </a:r>
          </a:p>
          <a:p>
            <a:pPr>
              <a:defRPr sz="3600"/>
            </a:pPr>
            <a:r>
              <a:t>Frontend HTTP response: web scenario или HTTP agent</a:t>
            </a:r>
          </a:p>
          <a:p>
            <a:pPr>
              <a:defRPr sz="3600"/>
            </a:pPr>
            <a:r>
              <a:t>Backend UP count: значение из stats socket, stats page или userparameter</a:t>
            </a:r>
          </a:p>
          <a:p>
            <a:pPr>
              <a:defRPr sz="3600"/>
            </a:pPr>
            <a:r>
              <a:t>HAProxy config age или checksum: контроль неожиданного изменения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Zabbix triggers должны различать деградацию и отказ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1 из 2 backend DOWN — service работает, но резервирование потеряно</a:t>
            </a:r>
          </a:p>
          <a:p>
            <a:pPr>
              <a:defRPr sz="3600"/>
            </a:pPr>
            <a:r>
              <a:t>Severity: Average или High по политике</a:t>
            </a:r>
          </a:p>
          <a:p>
            <a:pPr>
              <a:defRPr sz="3600"/>
            </a:pPr>
            <a:r>
              <a:t>2 из 2 backend DOWN — service unavailable</a:t>
            </a:r>
          </a:p>
          <a:p>
            <a:pPr>
              <a:defRPr sz="3600"/>
            </a:pPr>
            <a:r>
              <a:t>Severity: Disaster</a:t>
            </a:r>
          </a:p>
          <a:p>
            <a:pPr>
              <a:defRPr sz="3600"/>
            </a:pPr>
            <a:r>
              <a:t>Отдельный trigger нужен для HAProxy service down и для недоступности пользовательского HTTP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Stats page не должна быть единственной проверкой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Stats page может быть недоступна из-за firewall или management frontend</a:t>
            </a:r>
          </a:p>
          <a:p>
            <a:pPr>
              <a:defRPr sz="3600"/>
            </a:pPr>
            <a:r>
              <a:t>Она может иметь неверные credentials</a:t>
            </a:r>
          </a:p>
          <a:p>
            <a:pPr>
              <a:defRPr sz="3600"/>
            </a:pPr>
            <a:r>
              <a:t>Ее недоступность не всегда равна пользовательскому отказу сервиса</a:t>
            </a:r>
          </a:p>
          <a:p>
            <a:pPr>
              <a:defRPr sz="3600"/>
            </a:pPr>
            <a:r>
              <a:t>Нужны независимые проверки: systemd, port, user-facing HTTP и backend state</a:t>
            </a:r>
          </a:p>
          <a:p>
            <a:pPr>
              <a:defRPr sz="3600"/>
            </a:pPr>
            <a:r>
              <a:t>Stats полезна, но не заменяет прикладную проверку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Общие зависимости остаются возможными SPOF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Database может быть единой точкой отказа для web01 и web02</a:t>
            </a:r>
          </a:p>
          <a:p>
            <a:pPr>
              <a:defRPr sz="3600"/>
            </a:pPr>
            <a:r>
              <a:t>Redis, NFS, DNS, storage и authentication также могут быть общими зависимостями</a:t>
            </a:r>
          </a:p>
          <a:p>
            <a:pPr>
              <a:defRPr sz="3600"/>
            </a:pPr>
            <a:r>
              <a:t>Если shared DB отказала, оба web backend могут стать бесполезны</a:t>
            </a:r>
          </a:p>
          <a:p>
            <a:pPr>
              <a:defRPr sz="3600"/>
            </a:pPr>
            <a:r>
              <a:t>Zabbix должен показывать не только HAProxy, но и зависимости приложения</a:t>
            </a:r>
          </a:p>
          <a:p>
            <a:pPr>
              <a:defRPr sz="3600"/>
            </a:pPr>
            <a:r>
              <a:t>Архитектура availability должна охватывать весь сервис, а не только web pool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Лабораторный сценарий HAProxy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Установить Nginx на web01 и web02</a:t>
            </a:r>
          </a:p>
          <a:p>
            <a:pPr>
              <a:defRPr sz="3600"/>
            </a:pPr>
            <a:r>
              <a:t>Разместить разные страницы и /health</a:t>
            </a:r>
          </a:p>
          <a:p>
            <a:pPr>
              <a:defRPr sz="3600"/>
            </a:pPr>
            <a:r>
              <a:t>Установить HAProxy на lb01</a:t>
            </a:r>
          </a:p>
          <a:p>
            <a:pPr>
              <a:defRPr sz="3600"/>
            </a:pPr>
            <a:r>
              <a:t>Создать global, defaults, frontend и backend</a:t>
            </a:r>
          </a:p>
          <a:p>
            <a:pPr>
              <a:defRPr sz="3600"/>
            </a:pPr>
            <a:r>
              <a:t>Настроить roundrobin, HTTP health check, inter, fall, rise и timeouts</a:t>
            </a:r>
          </a:p>
          <a:p>
            <a:pPr>
              <a:defRPr sz="3600"/>
            </a:pPr>
            <a:r>
              <a:t>Проверить haproxy -c, reload и серию curl с Connection: close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Лабораторные отказы и восстановление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Остановить Nginx на web01 и увидеть web01 DOWN</a:t>
            </a:r>
          </a:p>
          <a:p>
            <a:pPr>
              <a:defRPr sz="3600"/>
            </a:pPr>
            <a:r>
              <a:t>Проверить, что запросы продолжают идти на web02</a:t>
            </a:r>
          </a:p>
          <a:p>
            <a:pPr>
              <a:defRPr sz="3600"/>
            </a:pPr>
            <a:r>
              <a:t>Вернуть web01 и дождаться rise</a:t>
            </a:r>
          </a:p>
          <a:p>
            <a:pPr>
              <a:defRPr sz="3600"/>
            </a:pPr>
            <a:r>
              <a:t>Сделать /health HTTP 500 и проверить HTTP health check</a:t>
            </a:r>
          </a:p>
          <a:p>
            <a:pPr>
              <a:defRPr sz="3600"/>
            </a:pPr>
            <a:r>
              <a:t>Остановить оба backend и получить HTTP 503</a:t>
            </a:r>
          </a:p>
          <a:p>
            <a:pPr>
              <a:defRPr sz="3600"/>
            </a:pPr>
            <a:r>
              <a:t>Сохранить проверенную конфигурацию HAProxy в Git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Приемочная матрица лабораторной работы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haproxy -c: configuration file is valid</a:t>
            </a:r>
          </a:p>
          <a:p>
            <a:pPr>
              <a:defRPr sz="3600"/>
            </a:pPr>
            <a:r>
              <a:t>ss -lntp: HAProxy слушает ожидаемый IP и порт</a:t>
            </a:r>
          </a:p>
          <a:p>
            <a:pPr>
              <a:defRPr sz="3600"/>
            </a:pPr>
            <a:r>
              <a:t>curl web01 и web02 напрямую: разные ответы backend</a:t>
            </a:r>
          </a:p>
          <a:p>
            <a:pPr>
              <a:defRPr sz="3600"/>
            </a:pPr>
            <a:r>
              <a:t>серия curl к lb01: ответы распределяются</a:t>
            </a:r>
          </a:p>
          <a:p>
            <a:pPr>
              <a:defRPr sz="3600"/>
            </a:pPr>
            <a:r>
              <a:t>один backend down: сервис отвечает через второй backend</a:t>
            </a:r>
          </a:p>
          <a:p>
            <a:pPr>
              <a:defRPr sz="3600"/>
            </a:pPr>
            <a:r>
              <a:t>оба backend down: клиент получает HTTP 503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Типовые ошибки HAProxy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Не указан mode http, но используются HTTP-функции</a:t>
            </a:r>
          </a:p>
          <a:p>
            <a:pPr>
              <a:defRPr sz="3600"/>
            </a:pPr>
            <a:r>
              <a:t>bind *:80 случайно открыл сервис на лишних интерфейсах</a:t>
            </a:r>
          </a:p>
          <a:p>
            <a:pPr>
              <a:defRPr sz="3600"/>
            </a:pPr>
            <a:r>
              <a:t>TCP check считает backend UP при HTTP 500</a:t>
            </a:r>
          </a:p>
          <a:p>
            <a:pPr>
              <a:defRPr sz="3600"/>
            </a:pPr>
            <a:r>
              <a:t>Приложение доверяет поддельному X-Forwarded-For от клиента</a:t>
            </a:r>
          </a:p>
          <a:p>
            <a:pPr>
              <a:defRPr sz="3600"/>
            </a:pPr>
            <a:r>
              <a:t>Stats page доступна из пользовательской сети</a:t>
            </a:r>
          </a:p>
          <a:p>
            <a:pPr>
              <a:defRPr sz="3600"/>
            </a:pPr>
            <a:r>
              <a:t>После reload не проверены logs и пользовательский HTTP-запрос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HAProxy может быть reverse proxy и load balancer одновременно</a:t>
            </a:r>
          </a:p>
          <a:p>
            <a:pPr>
              <a:defRPr sz="3600"/>
            </a:pPr>
            <a:r>
              <a:t>Для HTTP-лаборатории нужен mode http и полноценный HTTP health check</a:t>
            </a:r>
          </a:p>
          <a:p>
            <a:pPr>
              <a:defRPr sz="3600"/>
            </a:pPr>
            <a:r>
              <a:t>Round Robin, Least Connections, weights, sessions и health endpoint влияют на реальное распределение</a:t>
            </a:r>
          </a:p>
          <a:p>
            <a:pPr>
              <a:defRPr sz="3600"/>
            </a:pPr>
            <a:r>
              <a:t>X-Forwarded-For, X-Forwarded-Proto, stats и TLS требуют доверенной и защищенной конфигурации</a:t>
            </a:r>
          </a:p>
          <a:p>
            <a:pPr>
              <a:defRPr sz="3600"/>
            </a:pPr>
            <a:r>
              <a:t>Отказоустойчивость включает backend, сам HAProxy, общие зависимости и мониторинг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Чем Reverse Proxy отличается от Load Balancer?</a:t>
            </a:r>
          </a:p>
          <a:p>
            <a:pPr>
              <a:defRPr sz="3600"/>
            </a:pPr>
            <a:r>
              <a:t>Почему для HTTP-проверок нужен mode http?</a:t>
            </a:r>
          </a:p>
          <a:p>
            <a:pPr>
              <a:defRPr sz="3600"/>
            </a:pPr>
            <a:r>
              <a:t>Чем TCP health check отличается от HTTP health check?</a:t>
            </a:r>
          </a:p>
          <a:p>
            <a:pPr>
              <a:defRPr sz="3600"/>
            </a:pPr>
            <a:r>
              <a:t>Почему curl-проверка Round Robin может искажаться из-за Keep-Alive?</a:t>
            </a:r>
          </a:p>
          <a:p>
            <a:pPr>
              <a:defRPr sz="3600"/>
            </a:pPr>
            <a:r>
              <a:t>Почему нельзя доверять X-Forwarded-For от внешнего клиента?</a:t>
            </a:r>
          </a:p>
          <a:p>
            <a:pPr>
              <a:defRPr sz="3600"/>
            </a:pPr>
            <a:r>
              <a:t>Какие Zabbix triggers нужны для деградации и полного отказа HAProxy-сервиса?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2896</Words>
  <Application>Microsoft Office PowerPoint</Application>
  <PresentationFormat>Широкоэкранный</PresentationFormat>
  <Paragraphs>362</Paragraphs>
  <Slides>60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60</vt:i4>
      </vt:variant>
    </vt:vector>
  </HeadingPairs>
  <TitlesOfParts>
    <vt:vector size="63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2026-07-28T11:17:22Z</dcterms:modified>
  <cp:category/>
</cp:coreProperties>
</file>