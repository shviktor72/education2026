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Лекция 2. Методика диагностики Linux-сервера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Понять диагностику Linux-сервера как управляемый процесс, а не набор случайных команд</a:t>
            </a:r>
          </a:p>
          <a:p>
            <a:pPr>
              <a:defRPr sz="3600"/>
            </a:pPr>
            <a:r>
              <a:t>Отличать симптом, первопричину и сопутствующее событие</a:t>
            </a:r>
          </a:p>
          <a:p>
            <a:pPr>
              <a:defRPr sz="3600"/>
            </a:pPr>
            <a:r>
              <a:t>Проверять ресурсы, службы, журналы, сеть, DNS и firewall по проверяемым признакам</a:t>
            </a:r>
          </a:p>
          <a:p>
            <a:pPr>
              <a:defRPr sz="3600"/>
            </a:pPr>
            <a:r>
              <a:t>Безопасно вносить исправления с резервной копией и процедурой rollback</a:t>
            </a:r>
          </a:p>
          <a:p>
            <a:pPr>
              <a:defRPr sz="3600"/>
            </a:pPr>
            <a:r>
              <a:t>Оформлять диагностический отчет так, чтобы другой администратор мог проверить выводы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1. Симптом, причина и сопутствующее событие; диагностика от общего к частному</a:t>
            </a:r>
          </a:p>
          <a:p>
            <a:pPr>
              <a:defRPr sz="3600"/>
            </a:pPr>
            <a:r>
              <a:t>2. Baseline исправного сервера</a:t>
            </a:r>
          </a:p>
          <a:p>
            <a:pPr>
              <a:defRPr sz="3600"/>
            </a:pPr>
            <a:r>
              <a:t>3. CPU, RAM, load average, swap и процессы</a:t>
            </a:r>
          </a:p>
          <a:p>
            <a:pPr>
              <a:defRPr sz="3600"/>
            </a:pPr>
            <a:r>
              <a:t>4. Диски, файловые системы и свободное место</a:t>
            </a:r>
          </a:p>
          <a:p>
            <a:pPr>
              <a:defRPr sz="3600"/>
            </a:pPr>
            <a:r>
              <a:t>5. Службы, процессы, порты, загрузка и журналы</a:t>
            </a:r>
          </a:p>
          <a:p>
            <a:pPr>
              <a:defRPr sz="3600"/>
            </a:pPr>
            <a:r>
              <a:t>6. Сеть, маршрутизация, DNS и firewall</a:t>
            </a:r>
          </a:p>
          <a:p>
            <a:pPr>
              <a:defRPr sz="3600"/>
            </a:pPr>
            <a:r>
              <a:t>7. Резервная копия, проверка синтаксиса и rollback</a:t>
            </a:r>
          </a:p>
          <a:p>
            <a:pPr>
              <a:defRPr sz="3600"/>
            </a:pPr>
            <a:r>
              <a:t>8. Документирование и подтверждение исправления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Диагностика начинается с точной формулировки проблемы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Симптом - то, что наблюдает пользователь, мониторинг или администратор</a:t>
            </a:r>
          </a:p>
          <a:p>
            <a:pPr>
              <a:defRPr sz="3600"/>
            </a:pPr>
            <a:r>
              <a:t>Причина - конкретная неисправность, из-за которой появился симптом</a:t>
            </a:r>
          </a:p>
          <a:p>
            <a:pPr>
              <a:defRPr sz="3600"/>
            </a:pPr>
            <a:r>
              <a:t>Сопутствующее событие - событие рядом по времени, которое может быть связано или случайно совпасть</a:t>
            </a:r>
          </a:p>
          <a:p>
            <a:pPr>
              <a:defRPr sz="3600"/>
            </a:pPr>
            <a:r>
              <a:t>Пример симптома: сайт web01 не открывается по HTTP</a:t>
            </a:r>
          </a:p>
          <a:p>
            <a:pPr>
              <a:defRPr sz="3600"/>
            </a:pPr>
            <a:r>
              <a:t>Пример причины: Nginx не запустился из-за ошибки синтаксиса в конфигурации</a:t>
            </a:r>
          </a:p>
          <a:p>
            <a:pPr>
              <a:defRPr sz="3600"/>
            </a:pPr>
            <a:r>
              <a:t>Пример сопутствующего события: за час до жалобы сервер был перезагружен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Событие рядом по времени не доказывает причину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Обновление пакета могло совпасть с заполнением диска, но не вызвать аварию</a:t>
            </a:r>
          </a:p>
          <a:p>
            <a:pPr>
              <a:defRPr sz="3600"/>
            </a:pPr>
            <a:r>
              <a:t>Перезагрузка могла выявить старую ошибку в /etc/fstab, а не создать ее</a:t>
            </a:r>
          </a:p>
          <a:p>
            <a:pPr>
              <a:defRPr sz="3600"/>
            </a:pPr>
            <a:r>
              <a:t>Рост нагрузки мог быть следствием отказа службы, а не первопричиной</a:t>
            </a:r>
          </a:p>
          <a:p>
            <a:pPr>
              <a:defRPr sz="3600"/>
            </a:pPr>
            <a:r>
              <a:t>Администратор проверяет гипотезу командой и фактическим выводом</a:t>
            </a:r>
          </a:p>
          <a:p>
            <a:pPr>
              <a:defRPr sz="3600"/>
            </a:pPr>
            <a:r>
              <a:t>Хорошая запись: симптом -&gt; гипотеза -&gt; команда проверки -&gt; вывод -&gt; вывод администратора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Диагностика от общего к частному - базовая схема, а не догма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Обычно сначала проверяют доступность сервера, ресурсы, службы, порты, журналы и сеть</a:t>
            </a:r>
          </a:p>
          <a:p>
            <a:pPr>
              <a:defRPr sz="3600"/>
            </a:pPr>
            <a:r>
              <a:t>Но конкретная ветка диагностики выбирается по симптому и уже найденным фактам</a:t>
            </a:r>
          </a:p>
          <a:p>
            <a:pPr>
              <a:defRPr sz="3600"/>
            </a:pPr>
            <a:r>
              <a:t>Если сайт работает по IP, но не работает по имени, первой веткой становится DNS</a:t>
            </a:r>
          </a:p>
          <a:p>
            <a:pPr>
              <a:defRPr sz="3600"/>
            </a:pPr>
            <a:r>
              <a:t>Если сервер отвечает медленно, сначала проверяют CPU, RAM, I/O и приложение</a:t>
            </a:r>
          </a:p>
          <a:p>
            <a:pPr>
              <a:defRPr sz="3600"/>
            </a:pPr>
            <a:r>
              <a:t>Каждый следующий шаг должен сужать область поиска, а не расширять список догадок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Симптом подсказывает первую ветку проверки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Сервер полностью недоступен: питание, VM, link state, IP, маршрут</a:t>
            </a:r>
          </a:p>
          <a:p>
            <a:pPr>
              <a:defRPr sz="3600"/>
            </a:pPr>
            <a:r>
              <a:t>Сервер доступен, но служба нет: systemd, порт, журнал, firewall</a:t>
            </a:r>
          </a:p>
          <a:p>
            <a:pPr>
              <a:defRPr sz="3600"/>
            </a:pPr>
            <a:r>
              <a:t>Работает по IP, но не по имени: DNS, NSS, /etc/resolv.conf, Virtual Host</a:t>
            </a:r>
          </a:p>
          <a:p>
            <a:pPr>
              <a:defRPr sz="3600"/>
            </a:pPr>
            <a:r>
              <a:t>Работает локально, но не извне: bind address, firewall, маршрут, ACL</a:t>
            </a:r>
          </a:p>
          <a:p>
            <a:pPr>
              <a:defRPr sz="3600"/>
            </a:pPr>
            <a:r>
              <a:t>Служба не запускается: синтаксис, журнал, права, свободное место</a:t>
            </a:r>
          </a:p>
          <a:p>
            <a:pPr>
              <a:defRPr sz="3600"/>
            </a:pPr>
            <a:r>
              <a:t>Сервер медленный: CPU, RAM, I/O, swap, приложение и baseline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путь от симптома к подтвержденной причине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47367AD-FEE3-9BB0-4F5C-A1B6AA9C2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Baseline показывает нормальное состояние сервера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Baseline - зафиксированное нормальное состояние системы на конкретную дату</a:t>
            </a:r>
          </a:p>
          <a:p>
            <a:pPr>
              <a:defRPr sz="3600"/>
            </a:pPr>
            <a:r>
              <a:t>Без baseline трудно понять, является ли load average 3 проблемой для данного сервера</a:t>
            </a:r>
          </a:p>
          <a:p>
            <a:pPr>
              <a:defRPr sz="3600"/>
            </a:pPr>
            <a:r>
              <a:t>Baseline создается после успешной настройки и обновляется после плановых изменений</a:t>
            </a:r>
          </a:p>
          <a:p>
            <a:pPr>
              <a:defRPr sz="3600"/>
            </a:pPr>
            <a:r>
              <a:t>Он не является вечной нормой: состав служб, нагрузка и маршруты могут измениться</a:t>
            </a:r>
          </a:p>
          <a:p>
            <a:pPr>
              <a:defRPr sz="3600"/>
            </a:pPr>
            <a:r>
              <a:t>Диагностика сравнивает текущее состояние с известным исправным состоянием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Baseline должен фиксировать ресурсы, сеть и службы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date, hostnamectl, uname -r и uptime фиксируют время, имя, ОС, ядро и время работы</a:t>
            </a:r>
          </a:p>
          <a:p>
            <a:pPr>
              <a:defRPr sz="3600"/>
            </a:pPr>
            <a:r>
              <a:t>nproc, free -h, df -hT и df -i показывают базовые ресурсы</a:t>
            </a:r>
          </a:p>
          <a:p>
            <a:pPr>
              <a:defRPr sz="3600"/>
            </a:pPr>
            <a:r>
              <a:t>lsblk -f и findmnt показывают устройства, файловые системы и точки монтирования</a:t>
            </a:r>
          </a:p>
          <a:p>
            <a:pPr>
              <a:defRPr sz="3600"/>
            </a:pPr>
            <a:r>
              <a:t>ip -br link, ip -br addr и ip route фиксируют состояние сетевых интерфейсов и маршрутов</a:t>
            </a:r>
          </a:p>
          <a:p>
            <a:pPr>
              <a:defRPr sz="3600"/>
            </a:pPr>
            <a:r>
              <a:t>ss -lntup и systemctl --failed показывают слушающие порты и неисправные службы</a:t>
            </a:r>
          </a:p>
          <a:p>
            <a:pPr>
              <a:defRPr sz="3600"/>
            </a:pPr>
            <a:r>
              <a:t>Для критичных пакетов полезно фиксировать версии, например dpkg-query -W nginx openssh-server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Baseline можно сохранить в текстовый файл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sh -c позволяет выполнить набор команд и записать общий вывод в файл</a:t>
            </a:r>
          </a:p>
          <a:p>
            <a:pPr>
              <a:defRPr sz="3600"/>
            </a:pPr>
            <a:r>
              <a:t>Пример: sudo sh -c 'date; hostnamectl; uptime; free -h; df -hT; df -i; ip -br addr; ip route; ss -lntup; systemctl --failed' &gt; /root/baseline-$(date +%F).txt</a:t>
            </a:r>
          </a:p>
          <a:p>
            <a:pPr>
              <a:defRPr sz="3600"/>
            </a:pPr>
            <a:r>
              <a:t>Файл baseline нужен для сравнения при будущей диагностике</a:t>
            </a:r>
          </a:p>
          <a:p>
            <a:pPr>
              <a:defRPr sz="3600"/>
            </a:pPr>
            <a:r>
              <a:t>В отчете важно указывать дату baseline, потому что нормальное состояние меняется</a:t>
            </a:r>
          </a:p>
          <a:p>
            <a:pPr>
              <a:defRPr sz="3600"/>
            </a:pPr>
            <a:r>
              <a:t>Для учебной работы достаточно текстового файла, но в эксплуатации лучше использовать мониторинг и систему учета изменений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baseline как точка сравнения при диагностике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23E21A1-3727-1588-B3FF-A9F1AB2A3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Load average показывает не только загрузку CPU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CPU (Central Processing Unit) - процессор, выполняющий инструкции ОС и программ</a:t>
            </a:r>
          </a:p>
          <a:p>
            <a:pPr>
              <a:defRPr sz="3600"/>
            </a:pPr>
            <a:r>
              <a:t>Load Average в Linux отражает среднее число задач, готовых выполняться на CPU, и задач в непрерываемом ожидании</a:t>
            </a:r>
          </a:p>
          <a:p>
            <a:pPr>
              <a:defRPr sz="3600"/>
            </a:pPr>
            <a:r>
              <a:t>Непрерываемое ожидание часто связано с дисковым или другим I/O</a:t>
            </a:r>
          </a:p>
          <a:p>
            <a:pPr>
              <a:defRPr sz="3600"/>
            </a:pPr>
            <a:r>
              <a:t>Высокий load не доказывает, что процессор полностью занят</a:t>
            </a:r>
          </a:p>
          <a:p>
            <a:pPr>
              <a:defRPr sz="3600"/>
            </a:pPr>
            <a:r>
              <a:t>Команда nproc показывает число доступных логических CPU</a:t>
            </a:r>
          </a:p>
          <a:p>
            <a:pPr>
              <a:defRPr sz="3600"/>
            </a:pPr>
            <a:r>
              <a:t>Load 4 на четырех логических CPU означает близкую к полной нагрузку, но требует проверки CPU, I/O и baseline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CPU-перегрузку и I/O-ожидание различают по нескольким признакам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uptime показывает load average за 1, 5 и 15 минут</a:t>
            </a:r>
          </a:p>
          <a:p>
            <a:pPr>
              <a:defRPr sz="3600"/>
            </a:pPr>
            <a:r>
              <a:t>Команда top показывает распределение CPU по режимам</a:t>
            </a:r>
          </a:p>
          <a:p>
            <a:pPr>
              <a:defRPr sz="3600"/>
            </a:pPr>
            <a:r>
              <a:t>%id показывает простой CPU: если он близок к 0%, процессор действительно занят</a:t>
            </a:r>
          </a:p>
          <a:p>
            <a:pPr>
              <a:defRPr sz="3600"/>
            </a:pPr>
            <a:r>
              <a:t>%wa показывает ожидание ввода-вывода: высокий показатель указывает на диск или storage</a:t>
            </a:r>
          </a:p>
          <a:p>
            <a:pPr>
              <a:defRPr sz="3600"/>
            </a:pPr>
            <a:r>
              <a:t>%st показывает Steal Time: гипервизор не дает ВМ достаточно процессорного времени</a:t>
            </a:r>
          </a:p>
          <a:p>
            <a:pPr>
              <a:defRPr sz="3600"/>
            </a:pPr>
            <a:r>
              <a:t>Команда vmstat 1 помогает увидеть r, b, us, sy, id и wa в динамике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top нужно читать не только по списку процессов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%us показывает пользовательскую нагрузку приложений</a:t>
            </a:r>
          </a:p>
          <a:p>
            <a:pPr>
              <a:defRPr sz="3600"/>
            </a:pPr>
            <a:r>
              <a:t>%sy показывает работу ядра Linux</a:t>
            </a:r>
          </a:p>
          <a:p>
            <a:pPr>
              <a:defRPr sz="3600"/>
            </a:pPr>
            <a:r>
              <a:t>%wa показывает ожидание диска или другого ввода-вывода</a:t>
            </a:r>
          </a:p>
          <a:p>
            <a:pPr>
              <a:defRPr sz="3600"/>
            </a:pPr>
            <a:r>
              <a:t>%st особенно важен в VirtualBox, PNetLab и серверной виртуализации</a:t>
            </a:r>
          </a:p>
          <a:p>
            <a:pPr>
              <a:defRPr sz="3600"/>
            </a:pPr>
            <a:r>
              <a:t>RES показывает реально используемую физическую память процесса</a:t>
            </a:r>
          </a:p>
          <a:p>
            <a:pPr>
              <a:defRPr sz="3600"/>
            </a:pPr>
            <a:r>
              <a:t>VIRT показывает виртуальное адресное пространство и не равно реальному потреблению RAM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Тяжелый процесс сначала идентифицируют, а не сразу убивают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ps aux --sort=-%cpu | head показывает процессы с максимальной CPU-нагрузкой</a:t>
            </a:r>
          </a:p>
          <a:p>
            <a:pPr>
              <a:defRPr sz="3600"/>
            </a:pPr>
            <a:r>
              <a:t>Команда ps aux --sort=-%mem | head показывает процессы с максимальным потреблением памяти</a:t>
            </a:r>
          </a:p>
          <a:p>
            <a:pPr>
              <a:defRPr sz="3600"/>
            </a:pPr>
            <a:r>
              <a:t>PID (Process ID) - числовой идентификатор процесса</a:t>
            </a:r>
          </a:p>
          <a:p>
            <a:pPr>
              <a:defRPr sz="3600"/>
            </a:pPr>
            <a:r>
              <a:t>Службы systemd обычно останавливают через systemctl, например sudo systemctl stop nginx</a:t>
            </a:r>
          </a:p>
          <a:p>
            <a:pPr>
              <a:defRPr sz="3600"/>
            </a:pPr>
            <a:r>
              <a:t>Обычному процессу сначала отправляют kill -TERM PID для корректного завершения</a:t>
            </a:r>
          </a:p>
          <a:p>
            <a:pPr>
              <a:defRPr sz="3600"/>
            </a:pPr>
            <a:r>
              <a:t>kill -KILL PID применяют только если процесс не реагирует, потому что SIGKILL не дает очистить ресурсы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Swap не означает аварию сам по себе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RAM (Random Access Memory) - оперативная память сервера</a:t>
            </a:r>
          </a:p>
          <a:p>
            <a:pPr>
              <a:defRPr sz="3600"/>
            </a:pPr>
            <a:r>
              <a:t>Swap - область диска, куда Linux может перемещать неактивные страницы памяти</a:t>
            </a:r>
          </a:p>
          <a:p>
            <a:pPr>
              <a:defRPr sz="3600"/>
            </a:pPr>
            <a:r>
              <a:t>Linux может использовать swap до полного исчерпания RAM, освобождая память под файловый кэш</a:t>
            </a:r>
          </a:p>
          <a:p>
            <a:pPr>
              <a:defRPr sz="3600"/>
            </a:pPr>
            <a:r>
              <a:t>Проблема подтверждается низким available, активным Swap In/Out, задержками и событиями OOM</a:t>
            </a:r>
          </a:p>
          <a:p>
            <a:pPr>
              <a:defRPr sz="3600"/>
            </a:pPr>
            <a:r>
              <a:t>Команда free -h показывает available, used, buff/cache и swap</a:t>
            </a:r>
          </a:p>
          <a:p>
            <a:pPr>
              <a:defRPr sz="3600"/>
            </a:pPr>
            <a:r>
              <a:t>Команда vmstat 1 показывает si и so: активный обмен страницами между RAM и swap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OOM Killer указывает на критическую нехватку памяти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OOM (Out Of Memory) - ситуация, когда системе не хватает памяти для продолжения работы процессов</a:t>
            </a:r>
          </a:p>
          <a:p>
            <a:pPr>
              <a:defRPr sz="3600"/>
            </a:pPr>
            <a:r>
              <a:t>OOM Killer - механизм ядра Linux, который завершает процесс для освобождения памяти</a:t>
            </a:r>
          </a:p>
          <a:p>
            <a:pPr>
              <a:defRPr sz="3600"/>
            </a:pPr>
            <a:r>
              <a:t>Команда journalctl -k -b | grep -i -E 'oom|out of memory|killed process' ищет события OOM в журнале ядра</a:t>
            </a:r>
          </a:p>
          <a:p>
            <a:pPr>
              <a:defRPr sz="3600"/>
            </a:pPr>
            <a:r>
              <a:t>Если процесс был завершен OOM Killer, нужно искать причину роста памяти, а не просто запускать службу заново</a:t>
            </a:r>
          </a:p>
          <a:p>
            <a:pPr>
              <a:defRPr sz="3600"/>
            </a:pPr>
            <a:r>
              <a:t>Повторный OOM после restart означает, что причина не устранена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Диск проверяется по месту, inode, ошибкам и режиму монтирования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df -h показывает заполнение файловых систем</a:t>
            </a:r>
          </a:p>
          <a:p>
            <a:pPr>
              <a:defRPr sz="3600"/>
            </a:pPr>
            <a:r>
              <a:t>Команда df -i показывает использование inode</a:t>
            </a:r>
          </a:p>
          <a:p>
            <a:pPr>
              <a:defRPr sz="3600"/>
            </a:pPr>
            <a:r>
              <a:t>Команда lsblk -f показывает файловые системы и точки монтирования</a:t>
            </a:r>
          </a:p>
          <a:p>
            <a:pPr>
              <a:defRPr sz="3600"/>
            </a:pPr>
            <a:r>
              <a:t>Команда findmnt показывает источник, тип и параметры монтирования</a:t>
            </a:r>
          </a:p>
          <a:p>
            <a:pPr>
              <a:defRPr sz="3600"/>
            </a:pPr>
            <a:r>
              <a:t>Проблема диска часто выглядит как отказ службы или ошибка записи приложения</a:t>
            </a:r>
          </a:p>
          <a:p>
            <a:pPr>
              <a:defRPr sz="3600"/>
            </a:pPr>
            <a:r>
              <a:t>Свободное место в df не гарантирует, что файловая система доступна на запись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du и find помогают искать рост данных, но создают нагрузку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sudo du -xhd1 /var показывает размер каталогов внутри /var</a:t>
            </a:r>
          </a:p>
          <a:p>
            <a:pPr>
              <a:defRPr sz="3600"/>
            </a:pPr>
            <a:r>
              <a:t>Ключ -x не позволяет уходить в другие файловые системы</a:t>
            </a:r>
          </a:p>
          <a:p>
            <a:pPr>
              <a:defRPr sz="3600"/>
            </a:pPr>
            <a:r>
              <a:t>Команда sudo find /var -xdev -type f -size +100M ищет крупные файлы</a:t>
            </a:r>
          </a:p>
          <a:p>
            <a:pPr>
              <a:defRPr sz="3600"/>
            </a:pPr>
            <a:r>
              <a:t>На больших деревьях du и find выполняют много операций чтения метаданных</a:t>
            </a:r>
          </a:p>
          <a:p>
            <a:pPr>
              <a:defRPr sz="3600"/>
            </a:pPr>
            <a:r>
              <a:t>На загруженном сервере область поиска ограничивают и выбирают период невысокой нагрузки</a:t>
            </a:r>
          </a:p>
          <a:p>
            <a:pPr>
              <a:defRPr sz="3600"/>
            </a:pPr>
            <a:r>
              <a:t>Перед удалением файла проверяют назначение через file, ls -lh и lsof /path/to/file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Удаленный открытый файл может занимать место невидимо для du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Процесс может продолжать удерживать файл журнала после удаления имени из каталога</a:t>
            </a:r>
          </a:p>
          <a:p>
            <a:pPr>
              <a:defRPr sz="3600"/>
            </a:pPr>
            <a:r>
              <a:t>du уже не видит файл, потому что его имени нет в дереве каталогов</a:t>
            </a:r>
          </a:p>
          <a:p>
            <a:pPr>
              <a:defRPr sz="3600"/>
            </a:pPr>
            <a:r>
              <a:t>df продолжает показывать занятое место, пока процесс не закроет файл</a:t>
            </a:r>
          </a:p>
          <a:p>
            <a:pPr>
              <a:defRPr sz="3600"/>
            </a:pPr>
            <a:r>
              <a:t>Команда sudo lsof +L1 показывает открытые удаленные файлы</a:t>
            </a:r>
          </a:p>
          <a:p>
            <a:pPr>
              <a:defRPr sz="3600"/>
            </a:pPr>
            <a:r>
              <a:t>Дополнительная проверка: sudo lsof | grep deleted</a:t>
            </a:r>
          </a:p>
          <a:p>
            <a:pPr>
              <a:defRPr sz="3600"/>
            </a:pPr>
            <a:r>
              <a:t>Место освобождается после закрытия файла процессом или перезапуска соответствующей службы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Файловая система может стать Read-Only при ошибках накопителя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Read-Only означает, что файловая система смонтирована только для чтения</a:t>
            </a:r>
          </a:p>
          <a:p>
            <a:pPr>
              <a:defRPr sz="3600"/>
            </a:pPr>
            <a:r>
              <a:t>Служба может падать с ошибкой записи, хотя df -h показывает свободное место</a:t>
            </a:r>
          </a:p>
          <a:p>
            <a:pPr>
              <a:defRPr sz="3600"/>
            </a:pPr>
            <a:r>
              <a:t>Команда findmnt -no SOURCE,FSTYPE,OPTIONS / показывает параметры монтирования корневой ФС</a:t>
            </a:r>
          </a:p>
          <a:p>
            <a:pPr>
              <a:defRPr sz="3600"/>
            </a:pPr>
            <a:r>
              <a:t>Если в options присутствует ro, запись в файловую систему запрещена</a:t>
            </a:r>
          </a:p>
          <a:p>
            <a:pPr>
              <a:defRPr sz="3600"/>
            </a:pPr>
            <a:r>
              <a:t>Команда journalctl -k -b -p warning помогает найти предупреждения ядра</a:t>
            </a:r>
          </a:p>
          <a:p>
            <a:pPr>
              <a:defRPr sz="3600"/>
            </a:pPr>
            <a:r>
              <a:t>Причину нужно искать в ошибках диска, RAID, файловой системы или storage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Kernel Journal точнее, чем случайный хвост dmesg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dmesg -T | tail полезна для быстрого просмотра последних сообщений ядра</a:t>
            </a:r>
          </a:p>
          <a:p>
            <a:pPr>
              <a:defRPr sz="3600"/>
            </a:pPr>
            <a:r>
              <a:t>Последние строки не всегда относятся к моменту аварии</a:t>
            </a:r>
          </a:p>
          <a:p>
            <a:pPr>
              <a:defRPr sz="3600"/>
            </a:pPr>
            <a:r>
              <a:t>Команда sudo journalctl -k -b показывает журнал ядра текущей загрузки</a:t>
            </a:r>
          </a:p>
          <a:p>
            <a:pPr>
              <a:defRPr sz="3600"/>
            </a:pPr>
            <a:r>
              <a:t>Команда sudo journalctl -k -b -p warning показывает предупреждения и ошибки ядра</a:t>
            </a:r>
          </a:p>
          <a:p>
            <a:pPr>
              <a:defRPr sz="3600"/>
            </a:pPr>
            <a:r>
              <a:t>Фильтр sudo journalctl -k -b | grep -i -E 'error|fail|i/o|ext4|xfs|nvme' помогает искать дисковые признаки</a:t>
            </a:r>
          </a:p>
          <a:p>
            <a:pPr>
              <a:defRPr sz="3600"/>
            </a:pPr>
            <a:r>
              <a:t>Журнал удобнее сопоставлять со временем симптома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5. active в systemd не доказывает исправность приложения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systemd - система инициализации и управления службами в современных Linux-дистрибутивах</a:t>
            </a:r>
          </a:p>
          <a:p>
            <a:pPr>
              <a:defRPr sz="3600"/>
            </a:pPr>
            <a:r>
              <a:t>Команда systemctl status nginx показывает состояние процесса и последние сообщения</a:t>
            </a:r>
          </a:p>
          <a:p>
            <a:pPr>
              <a:defRPr sz="3600"/>
            </a:pPr>
            <a:r>
              <a:t>Служба может быть active (running), но приложение возвращать HTTP 500</a:t>
            </a:r>
          </a:p>
          <a:p>
            <a:pPr>
              <a:defRPr sz="3600"/>
            </a:pPr>
            <a:r>
              <a:t>Nginx может слушать только 127.0.0.1, а клиент из сети не сможет подключиться</a:t>
            </a:r>
          </a:p>
          <a:p>
            <a:pPr>
              <a:defRPr sz="3600"/>
            </a:pPr>
            <a:r>
              <a:t>Сертификат, upstream или Virtual Host могут быть неисправны при активной службе</a:t>
            </a:r>
          </a:p>
          <a:p>
            <a:pPr>
              <a:defRPr sz="3600"/>
            </a:pPr>
            <a:r>
              <a:t>Проверка должна идти на трех уровнях: служба -&gt; порт -&gt; приложение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Служба, порт и приложение проверяются разными командами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systemctl is-active nginx проверяет, считает ли systemd службу активной</a:t>
            </a:r>
          </a:p>
          <a:p>
            <a:pPr>
              <a:defRPr sz="3600"/>
            </a:pPr>
            <a:r>
              <a:t>Команда sudo ss -lntp | grep :80 проверяет, слушается ли TCP-порт 80</a:t>
            </a:r>
          </a:p>
          <a:p>
            <a:pPr>
              <a:defRPr sz="3600"/>
            </a:pPr>
            <a:r>
              <a:t>Команда curl -v http://127.0.0.1/ проверяет локальный HTTP-ответ приложения</a:t>
            </a:r>
          </a:p>
          <a:p>
            <a:pPr>
              <a:defRPr sz="3600"/>
            </a:pPr>
            <a:r>
              <a:t>Команда curl -v http://192.168.10.20/ проверяет доступ по адресу сервера</a:t>
            </a:r>
          </a:p>
          <a:p>
            <a:pPr>
              <a:defRPr sz="3600"/>
            </a:pPr>
            <a:r>
              <a:t>Если один уровень успешен, а следующий нет, область поиска сужается</a:t>
            </a:r>
          </a:p>
          <a:p>
            <a:pPr>
              <a:defRPr sz="3600"/>
            </a:pPr>
            <a:r>
              <a:t>Диагностика приложения не заканчивается на слове active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Bind Address объясняет, почему локально работает, а из сети нет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Bind Address - адрес, на котором процесс принимает сетевые подключения</a:t>
            </a:r>
          </a:p>
          <a:p>
            <a:pPr>
              <a:defRPr sz="3600"/>
            </a:pPr>
            <a:r>
              <a:t>127.0.0.1:80 означает доступ только с самого сервера</a:t>
            </a:r>
          </a:p>
          <a:p>
            <a:pPr>
              <a:defRPr sz="3600"/>
            </a:pPr>
            <a:r>
              <a:t>0.0.0.0:80 означает прослушивание на всех IPv4-интерфейсах</a:t>
            </a:r>
          </a:p>
          <a:p>
            <a:pPr>
              <a:defRPr sz="3600"/>
            </a:pPr>
            <a:r>
              <a:t>[::]:80 означает прослушивание IPv6, а поведение IPv4 зависит от настроек системы</a:t>
            </a:r>
          </a:p>
          <a:p>
            <a:pPr>
              <a:defRPr sz="3600"/>
            </a:pPr>
            <a:r>
              <a:t>192.168.10.20:80 означает прием только на конкретном адресе сервера</a:t>
            </a:r>
          </a:p>
          <a:p>
            <a:pPr>
              <a:defRPr sz="3600"/>
            </a:pPr>
            <a:r>
              <a:t>Если локальный curl работает, а клиент нет, нужно проверить bind address, firewall и маршрут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Журналы нужно читать вокруг времени симптома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journalctl -u nginx -b показывает журнал службы за текущую загрузку</a:t>
            </a:r>
          </a:p>
          <a:p>
            <a:pPr>
              <a:defRPr sz="3600"/>
            </a:pPr>
            <a:r>
              <a:t>Пример по времени: sudo journalctl -u nginx --since '2026-07-28 10:00:00' --until '2026-07-28 10:15:00'</a:t>
            </a:r>
          </a:p>
          <a:p>
            <a:pPr>
              <a:defRPr sz="3600"/>
            </a:pPr>
            <a:r>
              <a:t>Быстрый вариант: sudo journalctl -u nginx --since '-30 min'</a:t>
            </a:r>
          </a:p>
          <a:p>
            <a:pPr>
              <a:defRPr sz="3600"/>
            </a:pPr>
            <a:r>
              <a:t>Команда journalctl -u nginx -b -1 показывает предыдущую загрузку только при наличии сохраненного журнала</a:t>
            </a:r>
          </a:p>
          <a:p>
            <a:pPr>
              <a:defRPr sz="3600"/>
            </a:pPr>
            <a:r>
              <a:t>Если journald хранит журнал только в памяти, события предыдущей загрузки после перезагрузки исчезнут</a:t>
            </a:r>
          </a:p>
          <a:p>
            <a:pPr>
              <a:defRPr sz="3600"/>
            </a:pPr>
            <a:r>
              <a:t>В отчете нужно фиксировать не весь журнал, а строки, подтверждающие причину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Синтаксис проверяется до применения конфигурации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Для Nginx команда sudo nginx -t проверяет конфигурацию без перезапуска</a:t>
            </a:r>
          </a:p>
          <a:p>
            <a:pPr>
              <a:defRPr sz="3600"/>
            </a:pPr>
            <a:r>
              <a:t>Для SSH команда sudo sshd -t проверяет синтаксис sshd_config</a:t>
            </a:r>
          </a:p>
          <a:p>
            <a:pPr>
              <a:defRPr sz="3600"/>
            </a:pPr>
            <a:r>
              <a:t>reload перечитывает конфигурацию без полного завершения процесса</a:t>
            </a:r>
          </a:p>
          <a:p>
            <a:pPr>
              <a:defRPr sz="3600"/>
            </a:pPr>
            <a:r>
              <a:t>restart полностью останавливает и запускает службу заново</a:t>
            </a:r>
          </a:p>
          <a:p>
            <a:pPr>
              <a:defRPr sz="3600"/>
            </a:pPr>
            <a:r>
              <a:t>Не каждая служба поддерживает reload</a:t>
            </a:r>
          </a:p>
          <a:p>
            <a:pPr>
              <a:defRPr sz="3600"/>
            </a:pPr>
            <a:r>
              <a:t>Если служба уже остановлена, обычно нужен start или restart, а не reload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Изменение SSH требует отдельной страховки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SSH (Secure Shell) - защищенный удаленный доступ к серверу по командной строке</a:t>
            </a:r>
          </a:p>
          <a:p>
            <a:pPr>
              <a:defRPr sz="3600"/>
            </a:pPr>
            <a:r>
              <a:t>Перед применением sshd_config выполняют sudo sshd -t</a:t>
            </a:r>
          </a:p>
          <a:p>
            <a:pPr>
              <a:defRPr sz="3600"/>
            </a:pPr>
            <a:r>
              <a:t>Текущую SSH-сессию нельзя закрывать до проверки новой конфигурации</a:t>
            </a:r>
          </a:p>
          <a:p>
            <a:pPr>
              <a:defRPr sz="3600"/>
            </a:pPr>
            <a:r>
              <a:t>Нужно открыть вторую тестовую сессию и убедиться, что вход работает</a:t>
            </a:r>
          </a:p>
          <a:p>
            <a:pPr>
              <a:defRPr sz="3600"/>
            </a:pPr>
            <a:r>
              <a:t>В учебной ВМ полезно иметь консоль гипервизора или snapshot перед изменением SSH</a:t>
            </a:r>
          </a:p>
          <a:p>
            <a:pPr>
              <a:defRPr sz="3600"/>
            </a:pPr>
            <a:r>
              <a:t>Ошибочная настройка SSH может заблокировать удаленный доступ к серверу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служба, порт, bind address и клиентская проверка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FCD2297-4BC0-1492-F9EF-4D4DF467D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6. Сетевую диагностику начинают с link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Link State - состояние сетевого интерфейса на канальном уровне</a:t>
            </a:r>
          </a:p>
          <a:p>
            <a:pPr>
              <a:defRPr sz="3600"/>
            </a:pPr>
            <a:r>
              <a:t>Команда ip -br link показывает, существует ли интерфейс и находится ли он в состоянии UP</a:t>
            </a:r>
          </a:p>
          <a:p>
            <a:pPr>
              <a:defRPr sz="3600"/>
            </a:pPr>
            <a:r>
              <a:t>Команда ip -br addr показывает IP-адреса и маски интерфейсов</a:t>
            </a:r>
          </a:p>
          <a:p>
            <a:pPr>
              <a:defRPr sz="3600"/>
            </a:pPr>
            <a:r>
              <a:t>Команда ip route показывает локальную таблицу маршрутизации</a:t>
            </a:r>
          </a:p>
          <a:p>
            <a:pPr>
              <a:defRPr sz="3600"/>
            </a:pPr>
            <a:r>
              <a:t>Команда ip neigh показывает ARP/Neighbor-таблицу соседних узлов</a:t>
            </a:r>
          </a:p>
          <a:p>
            <a:pPr>
              <a:defRPr sz="3600"/>
            </a:pPr>
            <a:r>
              <a:t>Сначала проверяется локальный стек сервера, а уже потом удаленная сеть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Маршрут проверяется на управляемых целях лаборатории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 изолированном стенде Интернет может отсутствовать, поэтому 8.8.8.8 не должен быть единственной целью</a:t>
            </a:r>
          </a:p>
          <a:p>
            <a:pPr>
              <a:defRPr sz="3600"/>
            </a:pPr>
            <a:r>
              <a:t>Сначала проверяют собственный IP и интерфейс</a:t>
            </a:r>
          </a:p>
          <a:p>
            <a:pPr>
              <a:defRPr sz="3600"/>
            </a:pPr>
            <a:r>
              <a:t>Затем проверяют default gateway, например ping -c 4 192.168.10.1</a:t>
            </a:r>
          </a:p>
          <a:p>
            <a:pPr>
              <a:defRPr sz="3600"/>
            </a:pPr>
            <a:r>
              <a:t>После этого проверяют соседний сервер или сервер в другой подсети</a:t>
            </a:r>
          </a:p>
          <a:p>
            <a:pPr>
              <a:defRPr sz="3600"/>
            </a:pPr>
            <a:r>
              <a:t>Команда ip route get 192.168.30.10 показывает выбранный маршрут, source IP и интерфейс</a:t>
            </a:r>
          </a:p>
          <a:p>
            <a:pPr>
              <a:defRPr sz="3600"/>
            </a:pPr>
            <a:r>
              <a:t>ip route get не доказывает прохождение пакета до конца пути, а показывает решение локальной таблицы маршрутизации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DNS проверяется отдельно от IP-доступности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DNS (Domain Name System) - система преобразования доменных имен в IP-адреса</a:t>
            </a:r>
          </a:p>
          <a:p>
            <a:pPr>
              <a:defRPr sz="3600"/>
            </a:pPr>
            <a:r>
              <a:t>getent hosts web01.company.test проверяет системный механизм разрешения имени через NSS</a:t>
            </a:r>
          </a:p>
          <a:p>
            <a:pPr>
              <a:defRPr sz="3600"/>
            </a:pPr>
            <a:r>
              <a:t>getent ahosts web01.company.test показывает адреса разных семейств, если они доступны</a:t>
            </a:r>
          </a:p>
          <a:p>
            <a:pPr>
              <a:defRPr sz="3600"/>
            </a:pPr>
            <a:r>
              <a:t>dig @192.168.30.53 web01.company.test выполняет прямой запрос к конкретному DNS-серверу</a:t>
            </a:r>
          </a:p>
          <a:p>
            <a:pPr>
              <a:defRPr sz="3600"/>
            </a:pPr>
            <a:r>
              <a:t>resolvectl status доступен только на системах с systemd-resolved</a:t>
            </a:r>
          </a:p>
          <a:p>
            <a:pPr>
              <a:defRPr sz="3600"/>
            </a:pPr>
            <a:r>
              <a:t>/etc/resolv.conf может быть символической ссылкой и управляться NetworkManager, Netplan или systemd-resolved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Firewall сначала определяют по механизму управления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Firewall - механизм фильтрации сетевого трафика по правилам</a:t>
            </a:r>
          </a:p>
          <a:p>
            <a:pPr>
              <a:defRPr sz="3600"/>
            </a:pPr>
            <a:r>
              <a:t>На Ubuntu часто используют UFW поверх nftables: sudo ufw status verbose</a:t>
            </a:r>
          </a:p>
          <a:p>
            <a:pPr>
              <a:defRPr sz="3600"/>
            </a:pPr>
            <a:r>
              <a:t>На RHEL-подобных системах часто используют firewalld: sudo firewall-cmd --state и sudo firewall-cmd --list-all</a:t>
            </a:r>
          </a:p>
          <a:p>
            <a:pPr>
              <a:defRPr sz="3600"/>
            </a:pPr>
            <a:r>
              <a:t>nftables напрямую проверяют командой sudo nft list ruleset</a:t>
            </a:r>
          </a:p>
          <a:p>
            <a:pPr>
              <a:defRPr sz="3600"/>
            </a:pPr>
            <a:r>
              <a:t>iptables может быть compatibility layer поверх nftables, поэтому вывод iptables -S не всегда показывает всю картину</a:t>
            </a:r>
          </a:p>
          <a:p>
            <a:pPr>
              <a:defRPr sz="3600"/>
            </a:pPr>
            <a:r>
              <a:t>Ручное изменение nftables под управлением UFW или firewalld может быть перезаписано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Локальная проверка не заменяет проверку с клиента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Если curl http://127.0.0.1/ не работает, проблема обычно в службе или приложении</a:t>
            </a:r>
          </a:p>
          <a:p>
            <a:pPr>
              <a:defRPr sz="3600"/>
            </a:pPr>
            <a:r>
              <a:t>Если localhost работает, а curl http://192.168.10.20/ нет, вероятен bind address</a:t>
            </a:r>
          </a:p>
          <a:p>
            <a:pPr>
              <a:defRPr sz="3600"/>
            </a:pPr>
            <a:r>
              <a:t>Если сервер локально отвечает по своему IP, а клиент нет, проверяют firewall, маршрут и ACL</a:t>
            </a:r>
          </a:p>
          <a:p>
            <a:pPr>
              <a:defRPr sz="3600"/>
            </a:pPr>
            <a:r>
              <a:t>Если работает по IP, но не по имени, проверяют DNS или Virtual Host</a:t>
            </a:r>
          </a:p>
          <a:p>
            <a:pPr>
              <a:defRPr sz="3600"/>
            </a:pPr>
            <a:r>
              <a:t>Проверка должна повторять исходный пользовательский сценарий, иначе исправление не доказано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диагностика сервера по уровням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9F93F1C-0489-98C6-A98C-AB2A980463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7. Перед изменением нужна точка возврата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Rollback - возврат к предыдущему рабочему состоянию после неудачного изменения</a:t>
            </a:r>
          </a:p>
          <a:p>
            <a:pPr>
              <a:defRPr sz="3600"/>
            </a:pPr>
            <a:r>
              <a:t>Простая копия файла лучше, чем отсутствие копии, но для конфигурации важны атрибуты и время</a:t>
            </a:r>
          </a:p>
          <a:p>
            <a:pPr>
              <a:defRPr sz="3600"/>
            </a:pPr>
            <a:r>
              <a:t>Пример: sudo cp -a /etc/nginx/nginx.conf /etc/nginx/nginx.conf.bak-$(date +%F-%H%M%S)</a:t>
            </a:r>
          </a:p>
          <a:p>
            <a:pPr>
              <a:defRPr sz="3600"/>
            </a:pPr>
            <a:r>
              <a:t>Nginx часто хранит конфигурацию не только в nginx.conf, но и в conf.d, sites-available и sites-enabled</a:t>
            </a:r>
          </a:p>
          <a:p>
            <a:pPr>
              <a:defRPr sz="3600"/>
            </a:pPr>
            <a:r>
              <a:t>Если меняется несколько файлов, копируют все изменяемые файлы или весь конфигурационный каталог</a:t>
            </a:r>
          </a:p>
          <a:p>
            <a:pPr>
              <a:defRPr sz="3600"/>
            </a:pPr>
            <a:r>
              <a:t>Команда sudo nginx -T &gt; /root/nginx-effective-$(date +%F-%H%M).txt сохраняет эффективную конфигурацию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Git, snapshot VM и backup решают разные задачи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Копия файла дает быстрый локальный откат одной конфигурации</a:t>
            </a:r>
          </a:p>
          <a:p>
            <a:pPr>
              <a:defRPr sz="3600"/>
            </a:pPr>
            <a:r>
              <a:t>Git хранит историю текстовых конфигураций, но репозиторий нужно защищать от утечки секретов</a:t>
            </a:r>
          </a:p>
          <a:p>
            <a:pPr>
              <a:defRPr sz="3600"/>
            </a:pPr>
            <a:r>
              <a:t>Snapshot VM сохраняет состояние всей виртуальной машины и удобен для учебного Break/Fix</a:t>
            </a:r>
          </a:p>
          <a:p>
            <a:pPr>
              <a:defRPr sz="3600"/>
            </a:pPr>
            <a:r>
              <a:t>Snapshot VM зависит от того же хранилища и не является долгосрочным backup</a:t>
            </a:r>
          </a:p>
          <a:p>
            <a:pPr>
              <a:defRPr sz="3600"/>
            </a:pPr>
            <a:r>
              <a:t>Backup - отдельная восстанавливаемая копия вне исходной системы</a:t>
            </a:r>
          </a:p>
          <a:p>
            <a:pPr>
              <a:defRPr sz="3600"/>
            </a:pPr>
            <a:r>
              <a:t>Для продакшена rollback должен опираться не на один инструмент, а на проверяемую процедуру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Безопасное изменение включает проверку и план отката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Сначала создать копию: sudo cp -a /etc/nginx/sites-enabled/app.conf /etc/nginx/sites-enabled/app.conf.bak-$(date +%F-%H%M)</a:t>
            </a:r>
          </a:p>
          <a:p>
            <a:pPr>
              <a:defRPr sz="3600"/>
            </a:pPr>
            <a:r>
              <a:t>Затем отредактировать файл через sudoedit /etc/nginx/sites-enabled/app.conf</a:t>
            </a:r>
          </a:p>
          <a:p>
            <a:pPr>
              <a:defRPr sz="3600"/>
            </a:pPr>
            <a:r>
              <a:t>Перед применением выполнить sudo nginx -t</a:t>
            </a:r>
          </a:p>
          <a:p>
            <a:pPr>
              <a:defRPr sz="3600"/>
            </a:pPr>
            <a:r>
              <a:t>Если тест успешен, применить sudo systemctl reload nginx</a:t>
            </a:r>
          </a:p>
          <a:p>
            <a:pPr>
              <a:defRPr sz="3600"/>
            </a:pPr>
            <a:r>
              <a:t>Проверить приложение командой curl -v http://127.0.0.1/</a:t>
            </a:r>
          </a:p>
          <a:p>
            <a:pPr>
              <a:defRPr sz="3600"/>
            </a:pPr>
            <a:r>
              <a:t>Если проверка неуспешна, вернуть сохраненный файл, снова выполнить nginx -t, reload и пользовательскую проверку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8. Отчет должен доказывать причину, а не перечислять команды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Формат отчета: симптом -&gt; гипотеза -&gt; команда проверки -&gt; фактический вывод -&gt; причина -&gt; исправление -&gt; результат</a:t>
            </a:r>
          </a:p>
          <a:p>
            <a:pPr>
              <a:defRPr sz="3600"/>
            </a:pPr>
            <a:r>
              <a:t>Дополнительно фиксируют дату, hostname, IP сервера и кто сообщил о проблеме</a:t>
            </a:r>
          </a:p>
          <a:p>
            <a:pPr>
              <a:defRPr sz="3600"/>
            </a:pPr>
            <a:r>
              <a:t>Нужно указать ожидаемое и фактическое поведение</a:t>
            </a:r>
          </a:p>
          <a:p>
            <a:pPr>
              <a:defRPr sz="3600"/>
            </a:pPr>
            <a:r>
              <a:t>В отчет включают только ключевые строки вывода, подтверждающие вывод администратора</a:t>
            </a:r>
          </a:p>
          <a:p>
            <a:pPr>
              <a:defRPr sz="3600"/>
            </a:pPr>
            <a:r>
              <a:t>Отдельно фиксируют, где находится backup и как выполнить rollback</a:t>
            </a:r>
          </a:p>
          <a:p>
            <a:pPr>
              <a:defRPr sz="3600"/>
            </a:pPr>
            <a:r>
              <a:t>В конце указывают профилактическую меру, если она очевидна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Нормальные и аварийные выводы команд нужно уметь читать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Служба работает: Active: active (running)</a:t>
            </a:r>
          </a:p>
          <a:p>
            <a:pPr>
              <a:defRPr sz="3600"/>
            </a:pPr>
            <a:r>
              <a:t>Служба неисправна: Active: failed (Result: exit-code)</a:t>
            </a:r>
          </a:p>
          <a:p>
            <a:pPr>
              <a:defRPr sz="3600"/>
            </a:pPr>
            <a:r>
              <a:t>Порт слушается извне: LISTEN 0 511 0.0.0.0:80</a:t>
            </a:r>
          </a:p>
          <a:p>
            <a:pPr>
              <a:defRPr sz="3600"/>
            </a:pPr>
            <a:r>
              <a:t>Порт слушается только локально: LISTEN 0 511 127.0.0.1:80</a:t>
            </a:r>
          </a:p>
          <a:p>
            <a:pPr>
              <a:defRPr sz="3600"/>
            </a:pPr>
            <a:r>
              <a:t>Есть маршрут по умолчанию: default via 192.168.10.1 dev enp0s3</a:t>
            </a:r>
          </a:p>
          <a:p>
            <a:pPr>
              <a:defRPr sz="3600"/>
            </a:pPr>
            <a:r>
              <a:t>Проблема DNS может выглядеть как Temporary failure in name resolution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 диагностического отчета по web01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Симптом: HTTP-сервис web01 недоступен с client01</a:t>
            </a:r>
          </a:p>
          <a:p>
            <a:pPr>
              <a:defRPr sz="3600"/>
            </a:pPr>
            <a:r>
              <a:t>Гипотеза: Nginx не слушает TCP 80 из-за ошибки конфигурации</a:t>
            </a:r>
          </a:p>
          <a:p>
            <a:pPr>
              <a:defRPr sz="3600"/>
            </a:pPr>
            <a:r>
              <a:t>Проверка: systemctl status nginx; sudo ss -lntp | grep :80; sudo nginx -t</a:t>
            </a:r>
          </a:p>
          <a:p>
            <a:pPr>
              <a:defRPr sz="3600"/>
            </a:pPr>
            <a:r>
              <a:t>Причина: ошибка синтаксиса в /etc/nginx/sites-enabled/app.conf</a:t>
            </a:r>
          </a:p>
          <a:p>
            <a:pPr>
              <a:defRPr sz="3600"/>
            </a:pPr>
            <a:r>
              <a:t>Исправление: восстановлена закрывающая фигурная скобка, выполнены nginx -t и systemctl reload nginx</a:t>
            </a:r>
          </a:p>
          <a:p>
            <a:pPr>
              <a:defRPr sz="3600"/>
            </a:pPr>
            <a:r>
              <a:t>Проверка результата: curl http://127.0.0.1 и curl http://web01 с client01 возвращают HTTP 200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Break/Fix-лабораторная требует доказательства каждого исправления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Web-сценарий: синтаксическая ошибка Nginx или bind только на 127.0.0.1</a:t>
            </a:r>
          </a:p>
          <a:p>
            <a:pPr>
              <a:defRPr sz="3600"/>
            </a:pPr>
            <a:r>
              <a:t>Дисковый сценарий: заполнен /var, закончились inode или есть открытый удаленный файл</a:t>
            </a:r>
          </a:p>
          <a:p>
            <a:pPr>
              <a:defRPr sz="3600"/>
            </a:pPr>
            <a:r>
              <a:t>Сетевой сценарий: удален default route, неправильный DNS или закрыт TCP 80</a:t>
            </a:r>
          </a:p>
          <a:p>
            <a:pPr>
              <a:defRPr sz="3600"/>
            </a:pPr>
            <a:r>
              <a:t>Ресурсный сценарий: процесс создает давление на CPU или RAM</a:t>
            </a:r>
          </a:p>
          <a:p>
            <a:pPr>
              <a:defRPr sz="3600"/>
            </a:pPr>
            <a:r>
              <a:t>Для каждого сценария оформляется симптом, гипотеза, проверка, причина, backup, исправление, проверка и rollback</a:t>
            </a:r>
          </a:p>
          <a:p>
            <a:pPr>
              <a:defRPr sz="3600"/>
            </a:pPr>
            <a:r>
              <a:t>Исправление считается завершенным только после повторения исходного пользовательского сценария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Когда нужно остановиться и эскалировать проблему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Если исправление может привести к потере данных, нужна пауза и резервная копия</a:t>
            </a:r>
          </a:p>
          <a:p>
            <a:pPr>
              <a:defRPr sz="3600"/>
            </a:pPr>
            <a:r>
              <a:t>Если проблема затрагивает несколько серверов, нужно проверить общую зависимость: DNS, сеть, storage или authentication</a:t>
            </a:r>
          </a:p>
          <a:p>
            <a:pPr>
              <a:defRPr sz="3600"/>
            </a:pPr>
            <a:r>
              <a:t>Если команда непонятна, ее нельзя запускать от root на рабочем сервере</a:t>
            </a:r>
          </a:p>
          <a:p>
            <a:pPr>
              <a:defRPr sz="3600"/>
            </a:pPr>
            <a:r>
              <a:t>Если нет прав или доступа к компоненту, это фиксируется в отчете</a:t>
            </a:r>
          </a:p>
          <a:p>
            <a:pPr>
              <a:defRPr sz="3600"/>
            </a:pPr>
            <a:r>
              <a:t>Эскалация - нормальная часть профессиональной эксплуатации, когда риск выше полномочий или компетенции исполнителя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Диагностика начинается с симптома, но маршрут проверки выбирается по фактам</a:t>
            </a:r>
          </a:p>
          <a:p>
            <a:pPr>
              <a:defRPr sz="3600"/>
            </a:pPr>
            <a:r>
              <a:t>Baseline помогает отличить норму конкретного сервера от отклонения</a:t>
            </a:r>
          </a:p>
          <a:p>
            <a:pPr>
              <a:defRPr sz="3600"/>
            </a:pPr>
            <a:r>
              <a:t>CPU, RAM, диск, службы, порты, сеть, DNS и firewall проверяются отдельными признаками</a:t>
            </a:r>
          </a:p>
          <a:p>
            <a:pPr>
              <a:defRPr sz="3600"/>
            </a:pPr>
            <a:r>
              <a:t>active в systemd не заменяет проверку порта, bind address и ответа приложения</a:t>
            </a:r>
          </a:p>
          <a:p>
            <a:pPr>
              <a:defRPr sz="3600"/>
            </a:pPr>
            <a:r>
              <a:t>Перед изменением конфигурации нужен backup, синтаксическая проверка и план rollback</a:t>
            </a:r>
          </a:p>
          <a:p>
            <a:pPr>
              <a:defRPr sz="3600"/>
            </a:pPr>
            <a:r>
              <a:t>Хороший отчет содержит фактические доказательства причины и результата исправления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Чем симптом отличается от причины и сопутствующего события?</a:t>
            </a:r>
          </a:p>
          <a:p>
            <a:pPr>
              <a:defRPr sz="3600"/>
            </a:pPr>
            <a:r>
              <a:t>Почему диагностика от общего к частному не должна быть жесткой догмой?</a:t>
            </a:r>
          </a:p>
          <a:p>
            <a:pPr>
              <a:defRPr sz="3600"/>
            </a:pPr>
            <a:r>
              <a:t>Какие данные должен содержать baseline исправного Linux-сервера?</a:t>
            </a:r>
          </a:p>
          <a:p>
            <a:pPr>
              <a:defRPr sz="3600"/>
            </a:pPr>
            <a:r>
              <a:t>Почему высокий load average не всегда означает перегрузку CPU?</a:t>
            </a:r>
          </a:p>
          <a:p>
            <a:pPr>
              <a:defRPr sz="3600"/>
            </a:pPr>
            <a:r>
              <a:t>Какие признаки подтверждают реальную проблему памяти, а не просто использование swap?</a:t>
            </a:r>
          </a:p>
          <a:p>
            <a:pPr>
              <a:defRPr sz="3600"/>
            </a:pPr>
            <a:r>
              <a:t>Почему df и du могут показывать разные значения занятого места?</a:t>
            </a:r>
          </a:p>
          <a:p>
            <a:pPr>
              <a:defRPr sz="3600"/>
            </a:pPr>
            <a:r>
              <a:t>Как отличить проблему службы, порта, bind address, firewall и DNS?</a:t>
            </a:r>
          </a:p>
          <a:p>
            <a:pPr>
              <a:defRPr sz="3600"/>
            </a:pPr>
            <a:r>
              <a:t>Что должно входить в проверяемую процедуру rollback?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3385</Words>
  <Application>Microsoft Office PowerPoint</Application>
  <PresentationFormat>Широкоэкранный</PresentationFormat>
  <Paragraphs>288</Paragraphs>
  <Slides>46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2026-07-28T09:29:02Z</dcterms:modified>
  <cp:category/>
</cp:coreProperties>
</file>