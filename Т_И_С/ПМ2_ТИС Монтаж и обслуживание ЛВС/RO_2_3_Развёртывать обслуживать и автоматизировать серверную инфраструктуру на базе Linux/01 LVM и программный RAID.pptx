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1. Дисковая подсистема Linux-сервера: LVM и программный RAID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Linux выстраивает путь от физического диска до каталога приложения</a:t>
            </a:r>
          </a:p>
          <a:p>
            <a:pPr>
              <a:defRPr sz="3600"/>
            </a:pPr>
            <a:r>
              <a:t>Объяснять назначение LVM и программного RAID в серверной инфраструктуре</a:t>
            </a:r>
          </a:p>
          <a:p>
            <a:pPr>
              <a:defRPr sz="3600"/>
            </a:pPr>
            <a:r>
              <a:t>Создавать, расширять и проверять логические тома и файловые системы</a:t>
            </a:r>
          </a:p>
          <a:p>
            <a:pPr>
              <a:defRPr sz="3600"/>
            </a:pPr>
            <a:r>
              <a:t>Оценивать состояние RAID, дисков, свободного места и inode</a:t>
            </a:r>
          </a:p>
          <a:p>
            <a:pPr>
              <a:defRPr sz="3600"/>
            </a:pPr>
            <a:r>
              <a:t>Безопасно настраивать автоматическое монтирование по UUID и проверять результат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Архитектура хранения: диск, раздел, блочное устройство, файловая система и точка монтирования</a:t>
            </a:r>
          </a:p>
          <a:p>
            <a:pPr>
              <a:defRPr sz="3600"/>
            </a:pPr>
            <a:r>
              <a:t>2. LVM: PV, VG, LV; создание, форматирование и расширение томов и файловых систем</a:t>
            </a:r>
          </a:p>
          <a:p>
            <a:pPr>
              <a:defRPr sz="3600"/>
            </a:pPr>
            <a:r>
              <a:t>3. LVM snapshot, возможности и ограничения</a:t>
            </a:r>
          </a:p>
          <a:p>
            <a:pPr>
              <a:defRPr sz="3600"/>
            </a:pPr>
            <a:r>
              <a:t>4. RAID1, RAID5 и RAID10; состояния массива в Linux</a:t>
            </a:r>
          </a:p>
          <a:p>
            <a:pPr>
              <a:defRPr sz="3600"/>
            </a:pPr>
            <a:r>
              <a:t>5. SMART, /proc/mdstat, mdadm, df, du, inode</a:t>
            </a:r>
          </a:p>
          <a:p>
            <a:pPr>
              <a:defRPr sz="3600"/>
            </a:pPr>
            <a:r>
              <a:t>6. Монтирование по UUID и проверка /etc/fstab</a:t>
            </a:r>
          </a:p>
          <a:p>
            <a:pPr>
              <a:defRPr sz="3600"/>
            </a:pPr>
            <a:r>
              <a:t>7. Заполнение диска, нехватка inode, отказ диска и ошибка монтирования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Хранение данных в Linux строится слоями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работает не с одним объектом, а с цепочкой уровней хранения</a:t>
            </a:r>
          </a:p>
          <a:p>
            <a:pPr>
              <a:defRPr sz="3600"/>
            </a:pPr>
            <a:r>
              <a:t>Disk - физический или виртуальный накопитель, например /dev/sdb</a:t>
            </a:r>
          </a:p>
          <a:p>
            <a:pPr>
              <a:defRPr sz="3600"/>
            </a:pPr>
            <a:r>
              <a:t>Partition - раздел диска, например /dev/sdb1</a:t>
            </a:r>
          </a:p>
          <a:p>
            <a:pPr>
              <a:defRPr sz="3600"/>
            </a:pPr>
            <a:r>
              <a:t>Block device - блочное устройство, из которого ОС читает и в которое пишет блоками</a:t>
            </a:r>
          </a:p>
          <a:p>
            <a:pPr>
              <a:defRPr sz="3600"/>
            </a:pPr>
            <a:r>
              <a:t>Filesystem - структура данных, которая превращает блоки в каталоги и файлы</a:t>
            </a:r>
          </a:p>
          <a:p>
            <a:pPr>
              <a:defRPr sz="3600"/>
            </a:pPr>
            <a:r>
              <a:t>Mount point - каталог, через который файловая система подключается к дереву 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 и раздел не являются файловой системой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Диск предоставляет пространство, но сам по себе не хранит файлы в виде каталогов</a:t>
            </a:r>
          </a:p>
          <a:p>
            <a:pPr>
              <a:defRPr sz="3600"/>
            </a:pPr>
            <a:r>
              <a:t>Раздел задает границы области на диске и может иметь тип для Linux, RAID или LVM</a:t>
            </a:r>
          </a:p>
          <a:p>
            <a:pPr>
              <a:defRPr sz="3600"/>
            </a:pPr>
            <a:r>
              <a:t>Файловая система ext4 или XFS создается командой форматирования на выбранном устройстве</a:t>
            </a:r>
          </a:p>
          <a:p>
            <a:pPr>
              <a:defRPr sz="3600"/>
            </a:pPr>
            <a:r>
              <a:t>Каталог /srv/apps становится местом доступа к данным только после mount</a:t>
            </a:r>
          </a:p>
          <a:p>
            <a:pPr>
              <a:defRPr sz="3600"/>
            </a:pPr>
            <a:r>
              <a:t>Ошибка уровня хранения часто возникает из-за путаницы между устройством, ФС и точкой монтирования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Точка монтирования определяет, куда попадут данные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/srv/apps смонтирован, файлы записываются на отдельную файловую систему</a:t>
            </a:r>
          </a:p>
          <a:p>
            <a:pPr>
              <a:defRPr sz="3600"/>
            </a:pPr>
            <a:r>
              <a:t>Если /srv/apps не смонтирован, приложение может начать писать в обычный каталог корневого раздела</a:t>
            </a:r>
          </a:p>
          <a:p>
            <a:pPr>
              <a:defRPr sz="3600"/>
            </a:pPr>
            <a:r>
              <a:t>Команда findmnt /srv/apps показывает, какое устройство реально подключено к каталогу</a:t>
            </a:r>
          </a:p>
          <a:p>
            <a:pPr>
              <a:defRPr sz="3600"/>
            </a:pPr>
            <a:r>
              <a:t>Команда df -hT /srv/apps показывает тип ФС и свободное место именно для этой точки</a:t>
            </a:r>
          </a:p>
          <a:p>
            <a:pPr>
              <a:defRPr sz="3600"/>
            </a:pPr>
            <a:r>
              <a:t>После настройки хранения проверка mount point обязательна, иначе можно не заметить запись не туда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слои хранения данных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010B1D-B467-C4C4-D1FE-28A711982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сервере RAID и LVM часто работают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 отвечает за отказоустойчивость физических дисков</a:t>
            </a:r>
          </a:p>
          <a:p>
            <a:pPr>
              <a:defRPr sz="3600"/>
            </a:pPr>
            <a:r>
              <a:t>LVM отвечает за гибкое распределение пространства между томами</a:t>
            </a:r>
          </a:p>
          <a:p>
            <a:pPr>
              <a:defRPr sz="3600"/>
            </a:pPr>
            <a:r>
              <a:t>Файловая система отвечает за каталоги, файлы, права и метаданные</a:t>
            </a:r>
          </a:p>
          <a:p>
            <a:pPr>
              <a:defRPr sz="3600"/>
            </a:pPr>
            <a:r>
              <a:t>Mount point дает приложению стабильный путь, например /srv/apps</a:t>
            </a:r>
          </a:p>
          <a:p>
            <a:pPr>
              <a:defRPr sz="3600"/>
            </a:pPr>
            <a:r>
              <a:t>Типовая цепочка: диски -&gt; RAID /dev/md0 -&gt; PV -&gt; VG -&gt; LV -&gt; ext4 -&gt; /srv/apps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диски, RAID, LVM, файловая система и точка монтирования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B61206-6DF3-E6A3-2C5D-F1FF03A3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архитектуры хранения для /srv/apps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/dev/sdb1 и /dev/sdc1 образуют программный RAID1 /dev/md0</a:t>
            </a:r>
          </a:p>
          <a:p>
            <a:pPr>
              <a:defRPr sz="3600"/>
            </a:pPr>
            <a:r>
              <a:t>/dev/md0 используется как Physical Volume для LVM</a:t>
            </a:r>
          </a:p>
          <a:p>
            <a:pPr>
              <a:defRPr sz="3600"/>
            </a:pPr>
            <a:r>
              <a:t>Volume Group vg_data получает пространство от PV /dev/md0</a:t>
            </a:r>
          </a:p>
          <a:p>
            <a:pPr>
              <a:defRPr sz="3600"/>
            </a:pPr>
            <a:r>
              <a:t>Logical Volume lv_apps выделяется из vg_data</a:t>
            </a:r>
          </a:p>
          <a:p>
            <a:pPr>
              <a:defRPr sz="3600"/>
            </a:pPr>
            <a:r>
              <a:t>На lv_apps создается ext4 и монтируется в /srv/apps</a:t>
            </a:r>
          </a:p>
          <a:p>
            <a:pPr>
              <a:defRPr sz="3600"/>
            </a:pPr>
            <a:r>
              <a:t>Такой порядок соединяет отказоустойчивость RAID и гибкость LVM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Первые команды показывают карту 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lsblk показывает диски, разделы, LVM-тома и точки монтирования</a:t>
            </a:r>
          </a:p>
          <a:p>
            <a:pPr>
              <a:defRPr sz="3600"/>
            </a:pPr>
            <a:r>
              <a:t>Пример использования: lsblk -f</a:t>
            </a:r>
          </a:p>
          <a:p>
            <a:pPr>
              <a:defRPr sz="3600"/>
            </a:pPr>
            <a:r>
              <a:t>Команда blkid показывает UUID и тип файловой системы</a:t>
            </a:r>
          </a:p>
          <a:p>
            <a:pPr>
              <a:defRPr sz="3600"/>
            </a:pPr>
            <a:r>
              <a:t>Пример использования: sudo blkid /dev/sdb1</a:t>
            </a:r>
          </a:p>
          <a:p>
            <a:pPr>
              <a:defRPr sz="3600"/>
            </a:pPr>
            <a:r>
              <a:t>Команда fdisk -l показывает таблицу разделов и размеры дисков</a:t>
            </a:r>
          </a:p>
          <a:p>
            <a:pPr>
              <a:defRPr sz="3600"/>
            </a:pPr>
            <a:r>
              <a:t>Перед разрушительными командами сначала выполняют lsblk и проверяют выбранный диск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LVM и mdadm могут работать с диском или разделом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учебной ВМ допустимо использовать целый выделенный диск, например /dev/sdb</a:t>
            </a:r>
          </a:p>
          <a:p>
            <a:pPr>
              <a:defRPr sz="3600"/>
            </a:pPr>
            <a:r>
              <a:t>На реальном сервере часто сначала создают GPT-раздел, например /dev/sdb1</a:t>
            </a:r>
          </a:p>
          <a:p>
            <a:pPr>
              <a:defRPr sz="3600"/>
            </a:pPr>
            <a:r>
              <a:t>Для RAID обычно используют одинаковые разделы на разных дисках: /dev/sdb1 и /dev/sdc1</a:t>
            </a:r>
          </a:p>
          <a:p>
            <a:pPr>
              <a:defRPr sz="3600"/>
            </a:pPr>
            <a:r>
              <a:t>Для LVM можно выполнить pvcreate /dev/sdb или pvcreate /dev/sdb1</a:t>
            </a:r>
          </a:p>
          <a:p>
            <a:pPr>
              <a:defRPr sz="3600"/>
            </a:pPr>
            <a:r>
              <a:t>Главное правило: заранее выбрать единый вариант и не перепутать учебный диск с рабочим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LVM добавляет гибкость поверх обычных устройств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LVM (Logical Volume Manager) - подсистема управления логическими томами Linux</a:t>
            </a:r>
          </a:p>
          <a:p>
            <a:pPr>
              <a:defRPr sz="3600"/>
            </a:pPr>
            <a:r>
              <a:t>LVM позволяет объединять устройства в общий пул пространства</a:t>
            </a:r>
          </a:p>
          <a:p>
            <a:pPr>
              <a:defRPr sz="3600"/>
            </a:pPr>
            <a:r>
              <a:t>Из этого пула администратор выделяет логические тома нужного размера</a:t>
            </a:r>
          </a:p>
          <a:p>
            <a:pPr>
              <a:defRPr sz="3600"/>
            </a:pPr>
            <a:r>
              <a:t>Том можно расширить без переноса данных на другой диск</a:t>
            </a:r>
          </a:p>
          <a:p>
            <a:pPr>
              <a:defRPr sz="3600"/>
            </a:pPr>
            <a:r>
              <a:t>LVM удобен для /srv, /var, /home и каталогов приложений</a:t>
            </a:r>
          </a:p>
          <a:p>
            <a:pPr>
              <a:defRPr sz="3600"/>
            </a:pPr>
            <a:r>
              <a:t>LVM не заменяет backup и не защищает от удаления файлов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PV, VG и LV образуют модель LVM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PV (Physical Volume) - физический том LVM на диске, разделе или RAID-устройстве</a:t>
            </a:r>
          </a:p>
          <a:p>
            <a:pPr>
              <a:defRPr sz="3600"/>
            </a:pPr>
            <a:r>
              <a:t>VG (Volume Group) - группа физических томов, общий пул пространства</a:t>
            </a:r>
          </a:p>
          <a:p>
            <a:pPr>
              <a:defRPr sz="3600"/>
            </a:pPr>
            <a:r>
              <a:t>LV (Logical Volume) - логический том, который форматируется и монтируется</a:t>
            </a:r>
          </a:p>
          <a:p>
            <a:pPr>
              <a:defRPr sz="3600"/>
            </a:pPr>
            <a:r>
              <a:t>Файловая система создается на LV, а не на VG</a:t>
            </a:r>
          </a:p>
          <a:p>
            <a:pPr>
              <a:defRPr sz="3600"/>
            </a:pPr>
            <a:r>
              <a:t>Пример цепочки: /dev/md0 -&gt; PV -&gt; vg_data -&gt; lv_apps -&gt; ext4 -&gt; /srv/apps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Physical Volume, Volume Group и Logical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A2B9C9-B59C-D509-ECE5-C0566162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Physical Volume создается перед включением устройства в LVM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pvcreate записывает служебные метаданные LVM на устройство</a:t>
            </a:r>
          </a:p>
          <a:p>
            <a:pPr>
              <a:defRPr sz="3600"/>
            </a:pPr>
            <a:r>
              <a:t>Пример использования: sudo pvcreate /dev/sdb</a:t>
            </a:r>
          </a:p>
          <a:p>
            <a:pPr>
              <a:defRPr sz="3600"/>
            </a:pPr>
            <a:r>
              <a:t>Если используется раздел, пример будет таким: sudo pvcreate /dev/sdb1</a:t>
            </a:r>
          </a:p>
          <a:p>
            <a:pPr>
              <a:defRPr sz="3600"/>
            </a:pPr>
            <a:r>
              <a:t>Команда pvs показывает список Physical Volume и их принадлежность к VG</a:t>
            </a:r>
          </a:p>
          <a:p>
            <a:pPr>
              <a:defRPr sz="3600"/>
            </a:pPr>
            <a:r>
              <a:t>Пример проверки: sudo pvs</a:t>
            </a:r>
          </a:p>
          <a:p>
            <a:pPr>
              <a:defRPr sz="3600"/>
            </a:pPr>
            <a:r>
              <a:t>Команда pvcreate разрушительна для старых данных, поэтому перед ней обязательно проверить lsblk -f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Volume Group создается и расширяется только подготовленными PV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vgcreate создает группу томов из одного или нескольких PV</a:t>
            </a:r>
          </a:p>
          <a:p>
            <a:pPr>
              <a:defRPr sz="3600"/>
            </a:pPr>
            <a:r>
              <a:t>Пример создания: sudo vgcreate vg_data /dev/sdb</a:t>
            </a:r>
          </a:p>
          <a:p>
            <a:pPr>
              <a:defRPr sz="3600"/>
            </a:pPr>
            <a:r>
              <a:t>Новый диск перед добавлением в VG сначала готовят командой pvcreate</a:t>
            </a:r>
          </a:p>
          <a:p>
            <a:pPr>
              <a:defRPr sz="3600"/>
            </a:pPr>
            <a:r>
              <a:t>Правильная последовательность: sudo pvcreate /dev/sdc, затем sudo vgextend vg_data /dev/sdc</a:t>
            </a:r>
          </a:p>
          <a:p>
            <a:pPr>
              <a:defRPr sz="3600"/>
            </a:pPr>
            <a:r>
              <a:t>Команды pvs и vgs проверяют, что PV добавлен и свободное место выросло</a:t>
            </a:r>
          </a:p>
          <a:p>
            <a:pPr>
              <a:defRPr sz="3600"/>
            </a:pPr>
            <a:r>
              <a:t>Ошибка vgextend часто означает, что устройство еще не является Physical Volume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Logical Volume получает имя, размер и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lvcreate выделяет логический том из свободного места Volume Group</a:t>
            </a:r>
          </a:p>
          <a:p>
            <a:pPr>
              <a:defRPr sz="3600"/>
            </a:pPr>
            <a:r>
              <a:t>Пример использования: sudo lvcreate -n lv_apps -L 10G vg_data</a:t>
            </a:r>
          </a:p>
          <a:p>
            <a:pPr>
              <a:defRPr sz="3600"/>
            </a:pPr>
            <a:r>
              <a:t>Команда lvs показывает созданные Logical Volume и их размер</a:t>
            </a:r>
          </a:p>
          <a:p>
            <a:pPr>
              <a:defRPr sz="3600"/>
            </a:pPr>
            <a:r>
              <a:t>Том доступен как /dev/vg_data/lv_apps или /dev/mapper/vg_data-lv_apps</a:t>
            </a:r>
          </a:p>
          <a:p>
            <a:pPr>
              <a:defRPr sz="3600"/>
            </a:pPr>
            <a:r>
              <a:t>На LV нужно создать файловую систему перед монтированием</a:t>
            </a:r>
          </a:p>
          <a:p>
            <a:pPr>
              <a:defRPr sz="3600"/>
            </a:pPr>
            <a:r>
              <a:t>Имя LV должно отражать назначение данных: lv_apps, lv_logs, lv_backup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Форматирование и монтирование делают LV рабочим каталогом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mkfs.ext4 создает файловую систему ext4 на логическом томе</a:t>
            </a:r>
          </a:p>
          <a:p>
            <a:pPr>
              <a:defRPr sz="3600"/>
            </a:pPr>
            <a:r>
              <a:t>Пример использования: sudo mkfs.ext4 /dev/vg_data/lv_apps</a:t>
            </a:r>
          </a:p>
          <a:p>
            <a:pPr>
              <a:defRPr sz="3600"/>
            </a:pPr>
            <a:r>
              <a:t>Команда mkdir создает точку монтирования</a:t>
            </a:r>
          </a:p>
          <a:p>
            <a:pPr>
              <a:defRPr sz="3600"/>
            </a:pPr>
            <a:r>
              <a:t>Пример использования: sudo mkdir -p /srv/apps</a:t>
            </a:r>
          </a:p>
          <a:p>
            <a:pPr>
              <a:defRPr sz="3600"/>
            </a:pPr>
            <a:r>
              <a:t>Команда mount подключает том к дереву каталогов</a:t>
            </a:r>
          </a:p>
          <a:p>
            <a:pPr>
              <a:defRPr sz="3600"/>
            </a:pPr>
            <a:r>
              <a:t>Пример использования: sudo mount /dev/vg_data/lv_apps /srv/apps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Расширение LVM выполняется на двух разных уровнях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расширяют сам Logical Volume</a:t>
            </a:r>
          </a:p>
          <a:p>
            <a:pPr>
              <a:defRPr sz="3600"/>
            </a:pPr>
            <a:r>
              <a:t>Пример использования: sudo lvextend -L +5G /dev/vg_data/lv_apps</a:t>
            </a:r>
          </a:p>
          <a:p>
            <a:pPr>
              <a:defRPr sz="3600"/>
            </a:pPr>
            <a:r>
              <a:t>Затем расширяют файловую систему внутри тома</a:t>
            </a:r>
          </a:p>
          <a:p>
            <a:pPr>
              <a:defRPr sz="3600"/>
            </a:pPr>
            <a:r>
              <a:t>Для ext4 применяется команда: sudo resize2fs /dev/vg_data/lv_apps</a:t>
            </a:r>
          </a:p>
          <a:p>
            <a:pPr>
              <a:defRPr sz="3600"/>
            </a:pPr>
            <a:r>
              <a:t>Команда df -h /srv/apps подтверждает новый размер файловой системы</a:t>
            </a:r>
          </a:p>
          <a:p>
            <a:pPr>
              <a:defRPr sz="3600"/>
            </a:pPr>
            <a:r>
              <a:t>Если расширить только LV, приложение может не увидеть новое место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Опция -r упрощает расширение, но не отменяет понимание уровней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lvextend -r пытается расширить LV и файловую систему одной операцией</a:t>
            </a:r>
          </a:p>
          <a:p>
            <a:pPr>
              <a:defRPr sz="3600"/>
            </a:pPr>
            <a:r>
              <a:t>Пример использования: sudo lvextend -r -L +5G /dev/vg_data/lv_apps</a:t>
            </a:r>
          </a:p>
          <a:p>
            <a:pPr>
              <a:defRPr sz="3600"/>
            </a:pPr>
            <a:r>
              <a:t>Для обучения полезнее сначала выполнить lvextend, затем resize2fs отдельно</a:t>
            </a:r>
          </a:p>
          <a:p>
            <a:pPr>
              <a:defRPr sz="3600"/>
            </a:pPr>
            <a:r>
              <a:t>Так студент видит разницу между размером LV и размером файловой системы</a:t>
            </a:r>
          </a:p>
          <a:p>
            <a:pPr>
              <a:defRPr sz="3600"/>
            </a:pPr>
            <a:r>
              <a:t>Расширение и уменьшение - разные операции, их нельзя считать симметричными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Уменьшение томов требует отдельной осторожной процедуры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ext4 можно уменьшать только по отдельной процедуре с проверкой файловой системы</a:t>
            </a:r>
          </a:p>
          <a:p>
            <a:pPr>
              <a:defRPr sz="3600"/>
            </a:pPr>
            <a:r>
              <a:t>Обычно уменьшение ext4 требует размонтирования тома</a:t>
            </a:r>
          </a:p>
          <a:p>
            <a:pPr>
              <a:defRPr sz="3600"/>
            </a:pPr>
            <a:r>
              <a:t>XFS штатными средствами не уменьшается</a:t>
            </a:r>
          </a:p>
          <a:p>
            <a:pPr>
              <a:defRPr sz="3600"/>
            </a:pPr>
            <a:r>
              <a:t>Нельзя применять к уменьшению те же команды, что и к расширению</a:t>
            </a:r>
          </a:p>
          <a:p>
            <a:pPr>
              <a:defRPr sz="3600"/>
            </a:pPr>
            <a:r>
              <a:t>Перед уменьшением всегда нужен backup и проверенный план отката</a:t>
            </a:r>
          </a:p>
          <a:p>
            <a:pPr>
              <a:defRPr sz="3600"/>
            </a:pPr>
            <a:r>
              <a:t>В базовой лаборатории лучше отрабатывать расширение, а не уменьшение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XFS расширяется только в смонтированном состоянии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XFS - журналируемая файловая система, часто применяемая на серверах</a:t>
            </a:r>
          </a:p>
          <a:p>
            <a:pPr>
              <a:defRPr sz="3600"/>
            </a:pPr>
            <a:r>
              <a:t>Команда xfs_growfs получает точку монтирования, а не устройство</a:t>
            </a:r>
          </a:p>
          <a:p>
            <a:pPr>
              <a:defRPr sz="3600"/>
            </a:pPr>
            <a:r>
              <a:t>Пример использования: sudo xfs_growfs /srv/apps</a:t>
            </a:r>
          </a:p>
          <a:p>
            <a:pPr>
              <a:defRPr sz="3600"/>
            </a:pPr>
            <a:r>
              <a:t>Команда df -T /srv/apps показывает тип файловой системы</a:t>
            </a:r>
          </a:p>
          <a:p>
            <a:pPr>
              <a:defRPr sz="3600"/>
            </a:pPr>
            <a:r>
              <a:t>Команда findmnt /srv/apps подтверждает, что каталог действительно смонтирован</a:t>
            </a:r>
          </a:p>
          <a:p>
            <a:pPr>
              <a:defRPr sz="3600"/>
            </a:pPr>
            <a:r>
              <a:t>XFS поддерживает расширение, но не штатное уменьшение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Snapshot фиксирует состояние тома на момент времени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LVM snapshot - снимок Logical Volume для кратковременной фиксации состояния данных</a:t>
            </a:r>
          </a:p>
          <a:p>
            <a:pPr>
              <a:defRPr sz="3600"/>
            </a:pPr>
            <a:r>
              <a:t>Snapshot полезен перед обновлением, миграцией или резервным копированием</a:t>
            </a:r>
          </a:p>
          <a:p>
            <a:pPr>
              <a:defRPr sz="3600"/>
            </a:pPr>
            <a:r>
              <a:t>Он хранит измененные блоки, а не полную копию исходного тома</a:t>
            </a:r>
          </a:p>
          <a:p>
            <a:pPr>
              <a:defRPr sz="3600"/>
            </a:pPr>
            <a:r>
              <a:t>Snapshot находится на той же системе хранения и не спасает от потери сервера</a:t>
            </a:r>
          </a:p>
          <a:p>
            <a:pPr>
              <a:defRPr sz="3600"/>
            </a:pPr>
            <a:r>
              <a:t>Если пространство snapshot закончится, снимок станет непригодным</a:t>
            </a:r>
          </a:p>
          <a:p>
            <a:pPr>
              <a:defRPr sz="3600"/>
            </a:pPr>
            <a:r>
              <a:t>Snapshot не является полноценной резервной копией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Размер snapshot - это место для изменений после снимка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lvcreate -s создает snapshot от исходного Logical Volume</a:t>
            </a:r>
          </a:p>
          <a:p>
            <a:pPr>
              <a:defRPr sz="3600"/>
            </a:pPr>
            <a:r>
              <a:t>Пример использования: sudo lvcreate -s -n snap_apps -L 2G /dev/vg_data/lv_apps</a:t>
            </a:r>
          </a:p>
          <a:p>
            <a:pPr>
              <a:defRPr sz="3600"/>
            </a:pPr>
            <a:r>
              <a:t>Размер 2G не означает полную копию тома размером 2G</a:t>
            </a:r>
          </a:p>
          <a:p>
            <a:pPr>
              <a:defRPr sz="3600"/>
            </a:pPr>
            <a:r>
              <a:t>Эти 2G используются для хранения блоков, измененных после создания snapshot</a:t>
            </a:r>
          </a:p>
          <a:p>
            <a:pPr>
              <a:defRPr sz="3600"/>
            </a:pPr>
            <a:r>
              <a:t>Команда lvs -o lv_name,origin,lv_size,data_percent показывает заполнение snapshot</a:t>
            </a:r>
          </a:p>
          <a:p>
            <a:pPr>
              <a:defRPr sz="3600"/>
            </a:pPr>
            <a:r>
              <a:t>Поле Data% помогает понять, не приближается ли snapshot к переполнению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Snapshot обычно дает crash-consistent состояние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Crash-consistent копия похожа на состояние диска после внезапного отключения питания</a:t>
            </a:r>
          </a:p>
          <a:p>
            <a:pPr>
              <a:defRPr sz="3600"/>
            </a:pPr>
            <a:r>
              <a:t>Файловая система может восстановиться по журналу, но приложение могло не завершить запись</a:t>
            </a:r>
          </a:p>
          <a:p>
            <a:pPr>
              <a:defRPr sz="3600"/>
            </a:pPr>
            <a:r>
              <a:t>База данных может иметь незавершенную транзакцию или данные в кэше</a:t>
            </a:r>
          </a:p>
          <a:p>
            <a:pPr>
              <a:defRPr sz="3600"/>
            </a:pPr>
            <a:r>
              <a:t>Application-consistent копия требует согласования с приложением или СУБД</a:t>
            </a:r>
          </a:p>
          <a:p>
            <a:pPr>
              <a:defRPr sz="3600"/>
            </a:pPr>
            <a:r>
              <a:t>Для файловой системы может применяться fsfreeze, для базы данных - штатный backup или quiesce</a:t>
            </a:r>
          </a:p>
          <a:p>
            <a:pPr>
              <a:defRPr sz="3600"/>
            </a:pPr>
            <a:r>
              <a:t>Snapshot без согласования нельзя автоматически считать корректной копией приложения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Корректный сценарий snapshot согласует данные перед копированием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приложение переводят в согласованное состояние или приостанавливают запись</a:t>
            </a:r>
          </a:p>
          <a:p>
            <a:pPr>
              <a:defRPr sz="3600"/>
            </a:pPr>
            <a:r>
              <a:t>Затем сбрасывают буферы или используют механизм backup приложения</a:t>
            </a:r>
          </a:p>
          <a:p>
            <a:pPr>
              <a:defRPr sz="3600"/>
            </a:pPr>
            <a:r>
              <a:t>После этого создают snapshot командой lvcreate -s</a:t>
            </a:r>
          </a:p>
          <a:p>
            <a:pPr>
              <a:defRPr sz="3600"/>
            </a:pPr>
            <a:r>
              <a:t>Работу приложения возобновляют сразу после создания snapshot</a:t>
            </a:r>
          </a:p>
          <a:p>
            <a:pPr>
              <a:defRPr sz="3600"/>
            </a:pPr>
            <a:r>
              <a:t>Данные копируют из snapshot, а не из активно изменяемого тома</a:t>
            </a:r>
          </a:p>
          <a:p>
            <a:pPr>
              <a:defRPr sz="3600"/>
            </a:pPr>
            <a:r>
              <a:t>После завершения копирования snapshot удаляют командой sudo lvremove /dev/vg_data/snap_apps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RAID повышает отказоустойчивость дисковой подсистемы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 (Redundant Array of Independent Disks) - массив из нескольких дисков</a:t>
            </a:r>
          </a:p>
          <a:p>
            <a:pPr>
              <a:defRPr sz="3600"/>
            </a:pPr>
            <a:r>
              <a:t>RAID1 зеркалирует данные на два диска и прост для небольших серверов</a:t>
            </a:r>
          </a:p>
          <a:p>
            <a:pPr>
              <a:defRPr sz="3600"/>
            </a:pPr>
            <a:r>
              <a:t>RAID5 использует распределенную четность, экономит емкость, но имеет штраф записи</a:t>
            </a:r>
          </a:p>
          <a:p>
            <a:pPr>
              <a:defRPr sz="3600"/>
            </a:pPr>
            <a:r>
              <a:t>RAID10 сочетает зеркалирование и чередование, быстрее и устойчивее при нагрузке</a:t>
            </a:r>
          </a:p>
          <a:p>
            <a:pPr>
              <a:defRPr sz="3600"/>
            </a:pPr>
            <a:r>
              <a:t>RAID не защищает от удаления файлов, ошибки администратора или шифровальщика</a:t>
            </a:r>
          </a:p>
          <a:p>
            <a:pPr>
              <a:defRPr sz="3600"/>
            </a:pPr>
            <a:r>
              <a:t>RAID и backup решают разные задачи и должны применяться вместе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RAID1, RAID5 и RAID10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815459-B39A-4FB6-EA12-2372C072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Выбор RAID зависит от емкости, скорости и допустимого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RAID1: минимум 2 диска, полезная емкость равна размеру одного диска, обычно выдерживает отказ 1 диска</a:t>
            </a:r>
          </a:p>
          <a:p>
            <a:pPr>
              <a:defRPr sz="3600"/>
            </a:pPr>
            <a:r>
              <a:t>RAID5: минимум 3 диска, полезная емкость равна (N - 1) дискам, выдерживает отказ 1 диска</a:t>
            </a:r>
          </a:p>
          <a:p>
            <a:pPr>
              <a:defRPr sz="3600"/>
            </a:pPr>
            <a:r>
              <a:t>RAID10: минимум 4 диска, полезная емкость равна N / 2 дисков</a:t>
            </a:r>
          </a:p>
          <a:p>
            <a:pPr>
              <a:defRPr sz="3600"/>
            </a:pPr>
            <a:r>
              <a:t>RAID10 может пережить несколько отказов только если они не попали в одну зеркальную пару</a:t>
            </a:r>
          </a:p>
          <a:p>
            <a:pPr>
              <a:defRPr sz="3600"/>
            </a:pPr>
            <a:r>
              <a:t>RAID5 рискован при длительном восстановлении больших дисков, потому что второй отказ приведет к потере массива</a:t>
            </a:r>
          </a:p>
          <a:p>
            <a:pPr>
              <a:defRPr sz="3600"/>
            </a:pPr>
            <a:r>
              <a:t>Для интенсивной серверной нагрузки чаще выбирают RAID1 или RAID10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RAID в Linux нужно читать по реальному выводу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/proc/mdstat часто встречаются состояния active, clean, degraded, recovering и resyncing</a:t>
            </a:r>
          </a:p>
          <a:p>
            <a:pPr>
              <a:defRPr sz="3600"/>
            </a:pPr>
            <a:r>
              <a:t>Строка [UU] означает, что оба участника зеркала работают</a:t>
            </a:r>
          </a:p>
          <a:p>
            <a:pPr>
              <a:defRPr sz="3600"/>
            </a:pPr>
            <a:r>
              <a:t>Строка [U_] означает, что один участник отсутствует или отказал</a:t>
            </a:r>
          </a:p>
          <a:p>
            <a:pPr>
              <a:defRPr sz="3600"/>
            </a:pPr>
            <a:r>
              <a:t>Слова recovery, resync и reshape показывают разные операции восстановления или перестроения</a:t>
            </a:r>
          </a:p>
          <a:p>
            <a:pPr>
              <a:defRPr sz="3600"/>
            </a:pPr>
            <a:r>
              <a:t>Обобщенный термин rebuilding полезен по смыслу, но в Linux вывод может называться иначе</a:t>
            </a:r>
          </a:p>
          <a:p>
            <a:pPr>
              <a:defRPr sz="3600"/>
            </a:pPr>
            <a:r>
              <a:t>Во время восстановления нагрузка на диски выше, а риск второго отказа особенно опасен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mdadm создает массив, но синхронизацию нужно дождаться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mdadm - утилита управления программными RAID-массивами Linux</a:t>
            </a:r>
          </a:p>
          <a:p>
            <a:pPr>
              <a:defRPr sz="3600"/>
            </a:pPr>
            <a:r>
              <a:t>Пример RAID1: sudo mdadm --create /dev/md0 --level=1 --raid-devices=2 /dev/sdb /dev/sdc</a:t>
            </a:r>
          </a:p>
          <a:p>
            <a:pPr>
              <a:defRPr sz="3600"/>
            </a:pPr>
            <a:r>
              <a:t>Команда cat /proc/mdstat показывает краткое состояние массива</a:t>
            </a:r>
          </a:p>
          <a:p>
            <a:pPr>
              <a:defRPr sz="3600"/>
            </a:pPr>
            <a:r>
              <a:t>Пример контроля: watch cat /proc/mdstat</a:t>
            </a:r>
          </a:p>
          <a:p>
            <a:pPr>
              <a:defRPr sz="3600"/>
            </a:pPr>
            <a:r>
              <a:t>Команда sudo mdadm --detail /dev/md0 показывает подробности массива</a:t>
            </a:r>
          </a:p>
          <a:p>
            <a:pPr>
              <a:defRPr sz="3600"/>
            </a:pPr>
            <a:r>
              <a:t>До завершения recovery или resync не стоит специально отключать диск для демонстрации отказа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создания RAID проверяют автоматическую сборку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Созданный /dev/md0 должен собираться после перезагрузки учебной ВМ</a:t>
            </a:r>
          </a:p>
          <a:p>
            <a:pPr>
              <a:defRPr sz="3600"/>
            </a:pPr>
            <a:r>
              <a:t>Команда sudo mdadm --detail --scan показывает строку конфигурации массива</a:t>
            </a:r>
          </a:p>
          <a:p>
            <a:pPr>
              <a:defRPr sz="3600"/>
            </a:pPr>
            <a:r>
              <a:t>Файл /etc/mdadm/mdadm.conf хранит параметры автосборки на Debian и Ubuntu</a:t>
            </a:r>
          </a:p>
          <a:p>
            <a:pPr>
              <a:defRPr sz="3600"/>
            </a:pPr>
            <a:r>
              <a:t>Команда sudo update-initramfs -u обновляет initramfs после изменения конфигурации mdadm</a:t>
            </a:r>
          </a:p>
          <a:p>
            <a:pPr>
              <a:defRPr sz="3600"/>
            </a:pPr>
            <a:r>
              <a:t>После перезагрузки проверяют cat /proc/mdstat, sudo mdadm --detail /dev/md0 и findmnt /srv/apps</a:t>
            </a:r>
          </a:p>
          <a:p>
            <a:pPr>
              <a:defRPr sz="3600"/>
            </a:pPr>
            <a:r>
              <a:t>Точные действия могут отличаться в зависимости от дистрибутива и способа установки mdadm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 можно использовать как Physical Volume для LVM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создания /dev/md0 администратор может создать на нем файловую систему напрямую</a:t>
            </a:r>
          </a:p>
          <a:p>
            <a:pPr>
              <a:defRPr sz="3600"/>
            </a:pPr>
            <a:r>
              <a:t>Другой вариант - использовать /dev/md0 как Physical Volume для LVM</a:t>
            </a:r>
          </a:p>
          <a:p>
            <a:pPr>
              <a:defRPr sz="3600"/>
            </a:pPr>
            <a:r>
              <a:t>Пример использования: sudo pvcreate /dev/md0</a:t>
            </a:r>
          </a:p>
          <a:p>
            <a:pPr>
              <a:defRPr sz="3600"/>
            </a:pPr>
            <a:r>
              <a:t>Затем создается VG: sudo vgcreate vg_data /dev/md0</a:t>
            </a:r>
          </a:p>
          <a:p>
            <a:pPr>
              <a:defRPr sz="3600"/>
            </a:pPr>
            <a:r>
              <a:t>Так RAID обеспечивает отказоустойчивость дисков, а LVM - гибкое выделение lv_apps, lv_logs и других томов</a:t>
            </a:r>
          </a:p>
          <a:p>
            <a:pPr>
              <a:defRPr sz="3600"/>
            </a:pPr>
            <a:r>
              <a:t>Этот вариант ближе к реальной серверной архитектуре, чем одиночный диск без RAID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SMART помогает оценить здоровье физического накопителя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SMART (Self-Monitoring, Analysis and Reporting Technology) - система самодиагностики накопителей</a:t>
            </a:r>
          </a:p>
          <a:p>
            <a:pPr>
              <a:defRPr sz="3600"/>
            </a:pPr>
            <a:r>
              <a:t>Команда smartctl выводит атрибуты диска и результаты самопроверок</a:t>
            </a:r>
          </a:p>
          <a:p>
            <a:pPr>
              <a:defRPr sz="3600"/>
            </a:pPr>
            <a:r>
              <a:t>Пример использования для SATA/SAS: sudo smartctl -a /dev/sda</a:t>
            </a:r>
          </a:p>
          <a:p>
            <a:pPr>
              <a:defRPr sz="3600"/>
            </a:pPr>
            <a:r>
              <a:t>Для NVMe устройство может называться /dev/nvme0, пример: sudo smartctl -a /dev/nvme0</a:t>
            </a:r>
          </a:p>
          <a:p>
            <a:pPr>
              <a:defRPr sz="3600"/>
            </a:pPr>
            <a:r>
              <a:t>Reallocated sectors, pending sectors и ошибки чтения требуют внимания</a:t>
            </a:r>
          </a:p>
          <a:p>
            <a:pPr>
              <a:defRPr sz="3600"/>
            </a:pPr>
            <a:r>
              <a:t>Для smartctl обычно нужен пакет smartmontools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VirtualBox SMART может быть недоступен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Гостевая ОС в VirtualBox видит виртуальный, а не физический накопитель</a:t>
            </a:r>
          </a:p>
          <a:p>
            <a:pPr>
              <a:defRPr sz="3600"/>
            </a:pPr>
            <a:r>
              <a:t>Виртуальный диск часто не передает реальные SMART-атрибуты</a:t>
            </a:r>
          </a:p>
          <a:p>
            <a:pPr>
              <a:defRPr sz="3600"/>
            </a:pPr>
            <a:r>
              <a:t>Команда smartctl может показать ограниченную информацию или сообщение о неподдерживаемом устройстве</a:t>
            </a:r>
          </a:p>
          <a:p>
            <a:pPr>
              <a:defRPr sz="3600"/>
            </a:pPr>
            <a:r>
              <a:t>В лаборатории smartctl изучается как инструмент реального сервера</a:t>
            </a:r>
          </a:p>
          <a:p>
            <a:pPr>
              <a:defRPr sz="3600"/>
            </a:pPr>
            <a:r>
              <a:t>На физическом сервере SMART нужно сопоставлять с моделью диска, журналами и данными контроллера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df, du и inode отвечают на разные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df показывает использование файловой системы целиком</a:t>
            </a:r>
          </a:p>
          <a:p>
            <a:pPr>
              <a:defRPr sz="3600"/>
            </a:pPr>
            <a:r>
              <a:t>Пример использования: df -h /srv/apps</a:t>
            </a:r>
          </a:p>
          <a:p>
            <a:pPr>
              <a:defRPr sz="3600"/>
            </a:pPr>
            <a:r>
              <a:t>du показывает объем файлов, доступных через выбранный каталог</a:t>
            </a:r>
          </a:p>
          <a:p>
            <a:pPr>
              <a:defRPr sz="3600"/>
            </a:pPr>
            <a:r>
              <a:t>Пример использования: sudo du -xhd1 /var</a:t>
            </a:r>
          </a:p>
          <a:p>
            <a:pPr>
              <a:defRPr sz="3600"/>
            </a:pPr>
            <a:r>
              <a:t>df -i показывает использование inode</a:t>
            </a:r>
          </a:p>
          <a:p>
            <a:pPr>
              <a:defRPr sz="3600"/>
            </a:pPr>
            <a:r>
              <a:t>inode - структура метаданных объекта файловой системы: владельца, прав, времени, размера и ссылок на блоки данных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inode заканчиваются не только у обычных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inode расходуют файлы, каталоги и символические ссылки</a:t>
            </a:r>
          </a:p>
          <a:p>
            <a:pPr>
              <a:defRPr sz="3600"/>
            </a:pPr>
            <a:r>
              <a:t>Имя файла хранится в записи каталога, а не непосредственно в inode</a:t>
            </a:r>
          </a:p>
          <a:p>
            <a:pPr>
              <a:defRPr sz="3600"/>
            </a:pPr>
            <a:r>
              <a:t>Миллионы мелких файлов могут закончить inode раньше, чем закончится место в гигабайтах</a:t>
            </a:r>
          </a:p>
          <a:p>
            <a:pPr>
              <a:defRPr sz="3600"/>
            </a:pPr>
            <a:r>
              <a:t>Команда df -i показывает процент использования inode</a:t>
            </a:r>
          </a:p>
          <a:p>
            <a:pPr>
              <a:defRPr sz="3600"/>
            </a:pPr>
            <a:r>
              <a:t>Пример оценки количества файлов: find /path -xdev -type f | wc -l</a:t>
            </a:r>
          </a:p>
          <a:p>
            <a:pPr>
              <a:defRPr sz="3600"/>
            </a:pPr>
            <a:r>
              <a:t>Если inode закончились, удаление больших файлов может не решить проблему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df и du расходятся, если удаленный файл открыт процессом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 может быть удален из каталога, но процесс продолжает держать его открытым</a:t>
            </a:r>
          </a:p>
          <a:p>
            <a:pPr>
              <a:defRPr sz="3600"/>
            </a:pPr>
            <a:r>
              <a:t>du уже не видит такой файл, потому что имени в каталоге нет</a:t>
            </a:r>
          </a:p>
          <a:p>
            <a:pPr>
              <a:defRPr sz="3600"/>
            </a:pPr>
            <a:r>
              <a:t>df продолжает показывать занятое место, пока процесс не закроет файл</a:t>
            </a:r>
          </a:p>
          <a:p>
            <a:pPr>
              <a:defRPr sz="3600"/>
            </a:pPr>
            <a:r>
              <a:t>Команда sudo lsof +L1 показывает открытые удаленные файлы</a:t>
            </a:r>
          </a:p>
          <a:p>
            <a:pPr>
              <a:defRPr sz="3600"/>
            </a:pPr>
            <a:r>
              <a:t>Дополнительная проверка: sudo lsof | grep deleted</a:t>
            </a:r>
          </a:p>
          <a:p>
            <a:pPr>
              <a:defRPr sz="3600"/>
            </a:pPr>
            <a:r>
              <a:t>Место освобождается после закрытия файла процессом или перезапуска соответствующей службы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find и du на больших деревьях создают нагрузку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Команды find и du читают много метаданных файловой системы</a:t>
            </a:r>
          </a:p>
          <a:p>
            <a:pPr>
              <a:defRPr sz="3600"/>
            </a:pPr>
            <a:r>
              <a:t>На каталоге с миллионами файлов они могут работать долго</a:t>
            </a:r>
          </a:p>
          <a:p>
            <a:pPr>
              <a:defRPr sz="3600"/>
            </a:pPr>
            <a:r>
              <a:t>На рабочем сервере такие команды запускают осознанно и желательно вне пикового времени</a:t>
            </a:r>
          </a:p>
          <a:p>
            <a:pPr>
              <a:defRPr sz="3600"/>
            </a:pPr>
            <a:r>
              <a:t>Ключ -xdev помогает не уходить в другие смонтированные файловые системы</a:t>
            </a:r>
          </a:p>
          <a:p>
            <a:pPr>
              <a:defRPr sz="3600"/>
            </a:pPr>
            <a:r>
              <a:t>Пример безопасного уровня просмотра: sudo du -xhd1 /var</a:t>
            </a:r>
          </a:p>
          <a:p>
            <a:pPr>
              <a:defRPr sz="3600"/>
            </a:pPr>
            <a:r>
              <a:t>Администратор сначала ищет крупный верхний каталог, а потом углубляется внутрь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UUID делает монтирование устойчивым к смене имен дисков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UUID (Universally Unique Identifier) - уникальный идентификатор файловой системы</a:t>
            </a:r>
          </a:p>
          <a:p>
            <a:pPr>
              <a:defRPr sz="3600"/>
            </a:pPr>
            <a:r>
              <a:t>Имена /dev/sdb и /dev/sdc могут измениться после перезагрузки или изменения порядка дисков</a:t>
            </a:r>
          </a:p>
          <a:p>
            <a:pPr>
              <a:defRPr sz="3600"/>
            </a:pPr>
            <a:r>
              <a:t>Запись в /etc/fstab по UUID надежнее, чем запись по имени диска</a:t>
            </a:r>
          </a:p>
          <a:p>
            <a:pPr>
              <a:defRPr sz="3600"/>
            </a:pPr>
            <a:r>
              <a:t>Команда blkid показывает UUID файловой системы</a:t>
            </a:r>
          </a:p>
          <a:p>
            <a:pPr>
              <a:defRPr sz="3600"/>
            </a:pPr>
            <a:r>
              <a:t>Пример использования: sudo blkid /dev/vg_data/lv_apps</a:t>
            </a:r>
          </a:p>
          <a:p>
            <a:pPr>
              <a:defRPr sz="3600"/>
            </a:pPr>
            <a:r>
              <a:t>Команда lsblk -f помогает сопоставить устройство, UUID, тип ФС и точку монтирования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nofail подходит не для каждого тома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Параметр nofail разрешает системе продолжить загрузку, если том не смонтировался</a:t>
            </a:r>
          </a:p>
          <a:p>
            <a:pPr>
              <a:defRPr sz="3600"/>
            </a:pPr>
            <a:r>
              <a:t>Для необязательного архива это может быть полезно: UUID=... /mnt/archive ext4 defaults,nofail 0 2</a:t>
            </a:r>
          </a:p>
          <a:p>
            <a:pPr>
              <a:defRPr sz="3600"/>
            </a:pPr>
            <a:r>
              <a:t>Для критического каталога приложения nofail может скрыть проблему</a:t>
            </a:r>
          </a:p>
          <a:p>
            <a:pPr>
              <a:defRPr sz="3600"/>
            </a:pPr>
            <a:r>
              <a:t>Пример для /srv/apps лучше делать без nofail: UUID=... /srv/apps ext4 defaults 0 2</a:t>
            </a:r>
          </a:p>
          <a:p>
            <a:pPr>
              <a:defRPr sz="3600"/>
            </a:pPr>
            <a:r>
              <a:t>Если критический том не смонтирован, отказ должен быть заметен до запуска приложения</a:t>
            </a:r>
          </a:p>
          <a:p>
            <a:pPr>
              <a:defRPr sz="3600"/>
            </a:pPr>
            <a:r>
              <a:t>Иначе приложение может начать писать данные на корневую файловую систему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Монтирование скрывает файлы, которые уже лежали в каталоге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в /srv/apps уже были файлы, после mount другой файловой системы они станут невидимыми</a:t>
            </a:r>
          </a:p>
          <a:p>
            <a:pPr>
              <a:defRPr sz="3600"/>
            </a:pPr>
            <a:r>
              <a:t>Это не удаление: файлы снова появятся после umount</a:t>
            </a:r>
          </a:p>
          <a:p>
            <a:pPr>
              <a:defRPr sz="3600"/>
            </a:pPr>
            <a:r>
              <a:t>Типовая ошибка: приложение записало данные в /srv/apps на корневом разделе, затем администратор смонтировал новый пустой LV</a:t>
            </a:r>
          </a:p>
          <a:p>
            <a:pPr>
              <a:defRPr sz="3600"/>
            </a:pPr>
            <a:r>
              <a:t>Перед первым монтированием нужно проверить каталог командой sudo ls -la /srv/apps</a:t>
            </a:r>
          </a:p>
          <a:p>
            <a:pPr>
              <a:defRPr sz="3600"/>
            </a:pPr>
            <a:r>
              <a:t>Если данные уже есть, их нужно корректно перенести на новый том</a:t>
            </a:r>
          </a:p>
          <a:p>
            <a:pPr>
              <a:defRPr sz="3600"/>
            </a:pPr>
            <a:r>
              <a:t>Команда findmnt /srv/apps показывает, что сейчас реально смонтировано в каталог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/etc/fstab выполняется до перезагрузки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редактирования /etc/fstab нельзя сразу перезагружать сервер</a:t>
            </a:r>
          </a:p>
          <a:p>
            <a:pPr>
              <a:defRPr sz="3600"/>
            </a:pPr>
            <a:r>
              <a:t>Команда sudo systemctl daemon-reload перечитывает unit-зависимости systemd после изменения fstab</a:t>
            </a:r>
          </a:p>
          <a:p>
            <a:pPr>
              <a:defRPr sz="3600"/>
            </a:pPr>
            <a:r>
              <a:t>Команда sudo mount -a пытается смонтировать все записи из /etc/fstab</a:t>
            </a:r>
          </a:p>
          <a:p>
            <a:pPr>
              <a:defRPr sz="3600"/>
            </a:pPr>
            <a:r>
              <a:t>Команда findmnt --verify проверяет корректность описания монтирования</a:t>
            </a:r>
          </a:p>
          <a:p>
            <a:pPr>
              <a:defRPr sz="3600"/>
            </a:pPr>
            <a:r>
              <a:t>Команда findmnt /srv/apps подтверждает фактический mount point</a:t>
            </a:r>
          </a:p>
          <a:p>
            <a:pPr>
              <a:defRPr sz="3600"/>
            </a:pPr>
            <a:r>
              <a:t>Команда df -hT /srv/apps показывает тип ФС и доступное место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Заполнение диска проявляется через сбои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Службы могут перестать писать журналы, временные файлы или данные приложения</a:t>
            </a:r>
          </a:p>
          <a:p>
            <a:pPr>
              <a:defRPr sz="3600"/>
            </a:pPr>
            <a:r>
              <a:t>Команда df -h показывает заполненные файловые системы</a:t>
            </a:r>
          </a:p>
          <a:p>
            <a:pPr>
              <a:defRPr sz="3600"/>
            </a:pPr>
            <a:r>
              <a:t>Команда du помогает найти источник роста данных внутри каталога</a:t>
            </a:r>
          </a:p>
          <a:p>
            <a:pPr>
              <a:defRPr sz="3600"/>
            </a:pPr>
            <a:r>
              <a:t>Журналы systemd можно оценить командой journalctl --disk-usage</a:t>
            </a:r>
          </a:p>
          <a:p>
            <a:pPr>
              <a:defRPr sz="3600"/>
            </a:pPr>
            <a:r>
              <a:t>Освобождать место нужно осознанно: ротировать журналы, удалять временное или расширять том</a:t>
            </a:r>
          </a:p>
          <a:p>
            <a:pPr>
              <a:defRPr sz="3600"/>
            </a:pPr>
            <a:r>
              <a:t>Если df и du расходятся, нужно проверить открытые удаленные файлы через lsof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 диска требует точной идентификации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заменять диск только по имени /dev/sdb, потому что имена могут измениться</a:t>
            </a:r>
          </a:p>
          <a:p>
            <a:pPr>
              <a:defRPr sz="3600"/>
            </a:pPr>
            <a:r>
              <a:t>Диск идентифицируют по серийному номеру, WWN, модели и физическому слоту</a:t>
            </a:r>
          </a:p>
          <a:p>
            <a:pPr>
              <a:defRPr sz="3600"/>
            </a:pPr>
            <a:r>
              <a:t>Команда lsblk -o NAME,SIZE,TYPE,FSTYPE,MOUNTPOINTS,MODEL,SERIAL показывает важные признаки</a:t>
            </a:r>
          </a:p>
          <a:p>
            <a:pPr>
              <a:defRPr sz="3600"/>
            </a:pPr>
            <a:r>
              <a:t>Для реального сервера дополнительно используют данные контроллера, BMC или документацию стойки</a:t>
            </a:r>
          </a:p>
          <a:p>
            <a:pPr>
              <a:defRPr sz="3600"/>
            </a:pPr>
            <a:r>
              <a:t>Сначала проверяют /proc/mdstat и mdadm --detail, затем сопоставляют отказавший участник с физическим диском</a:t>
            </a:r>
          </a:p>
          <a:p>
            <a:pPr>
              <a:defRPr sz="3600"/>
            </a:pPr>
            <a:r>
              <a:t>Цель диагностики - заменить именно неисправный диск, а не исправного участника массива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проблем дисковой подсистемы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EC481B-20DA-D4E8-E0D7-4061D81D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Единый сценарий практики связывает все уровни хранения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Добавить в учебную ВМ два диска и проверить их через lsblk</a:t>
            </a:r>
          </a:p>
          <a:p>
            <a:pPr>
              <a:defRPr sz="3600"/>
            </a:pPr>
            <a:r>
              <a:t>Создать RAID1, дождаться синхронизации и проверить /proc/mdstat</a:t>
            </a:r>
          </a:p>
          <a:p>
            <a:pPr>
              <a:defRPr sz="3600"/>
            </a:pPr>
            <a:r>
              <a:t>Использовать /dev/md0 как PV, создать vg_data и lv_apps</a:t>
            </a:r>
          </a:p>
          <a:p>
            <a:pPr>
              <a:defRPr sz="3600"/>
            </a:pPr>
            <a:r>
              <a:t>Создать ext4, смонтировать /srv/apps и настроить /etc/fstab по UUID</a:t>
            </a:r>
          </a:p>
          <a:p>
            <a:pPr>
              <a:defRPr sz="3600"/>
            </a:pPr>
            <a:r>
              <a:t>Создать snapshot, проверить Data% и удалить снимок после использования</a:t>
            </a:r>
          </a:p>
          <a:p>
            <a:pPr>
              <a:defRPr sz="3600"/>
            </a:pPr>
            <a:r>
              <a:t>Смоделировать отказ участника RAID, восстановить массив и проверить после перезагрузки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Linux-хранилище нужно понимать как цепочку уровней, а не как один диск</a:t>
            </a:r>
          </a:p>
          <a:p>
            <a:pPr>
              <a:defRPr sz="3600"/>
            </a:pPr>
            <a:r>
              <a:t>RAID дает отказоустойчивость дисков, LVM дает гибкое распределение пространства</a:t>
            </a:r>
          </a:p>
          <a:p>
            <a:pPr>
              <a:defRPr sz="3600"/>
            </a:pPr>
            <a:r>
              <a:t>Snapshot полезен кратковременно, но требует понимания консистентности данных</a:t>
            </a:r>
          </a:p>
          <a:p>
            <a:pPr>
              <a:defRPr sz="3600"/>
            </a:pPr>
            <a:r>
              <a:t>df, du, df -i, lsof, SMART, mdadm и /proc/mdstat проверяют разные уровни проблемы</a:t>
            </a:r>
          </a:p>
          <a:p>
            <a:pPr>
              <a:defRPr sz="3600"/>
            </a:pPr>
            <a:r>
              <a:t>UUID и проверка /etc/fstab защищают сервер от ошибок после перезагрузки</a:t>
            </a:r>
          </a:p>
          <a:p>
            <a:pPr>
              <a:defRPr sz="3600"/>
            </a:pPr>
            <a:r>
              <a:t>Перед заменой диска нужно идентифицировать устройство по надежным признакам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диск, раздел, файловая система и точка монтирования отличаются друг от друга?</a:t>
            </a:r>
          </a:p>
          <a:p>
            <a:pPr>
              <a:defRPr sz="3600"/>
            </a:pPr>
            <a:r>
              <a:t>Почему RAID и LVM часто используют вместе?</a:t>
            </a:r>
          </a:p>
          <a:p>
            <a:pPr>
              <a:defRPr sz="3600"/>
            </a:pPr>
            <a:r>
              <a:t>Зачем перед vgextend выполнять pvcreate?</a:t>
            </a:r>
          </a:p>
          <a:p>
            <a:pPr>
              <a:defRPr sz="3600"/>
            </a:pPr>
            <a:r>
              <a:t>Почему snapshot нельзя считать полноценным backup?</a:t>
            </a:r>
          </a:p>
          <a:p>
            <a:pPr>
              <a:defRPr sz="3600"/>
            </a:pPr>
            <a:r>
              <a:t>Чем crash-consistent копия отличается от application-consistent?</a:t>
            </a:r>
          </a:p>
          <a:p>
            <a:pPr>
              <a:defRPr sz="3600"/>
            </a:pPr>
            <a:r>
              <a:t>Как по /proc/mdstat понять отказ участника RAID1?</a:t>
            </a:r>
          </a:p>
          <a:p>
            <a:pPr>
              <a:defRPr sz="3600"/>
            </a:pPr>
            <a:r>
              <a:t>Почему nofail опасен для критического каталога приложения?</a:t>
            </a:r>
          </a:p>
          <a:p>
            <a:pPr>
              <a:defRPr sz="3600"/>
            </a:pPr>
            <a:r>
              <a:t>Почему df может показывать занятое место, которое не видно через du?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3510</Words>
  <Application>Microsoft Office PowerPoint</Application>
  <PresentationFormat>Широкоэкранный</PresentationFormat>
  <Paragraphs>309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2026-07-28T09:26:52Z</dcterms:modified>
  <cp:category/>
</cp:coreProperties>
</file>