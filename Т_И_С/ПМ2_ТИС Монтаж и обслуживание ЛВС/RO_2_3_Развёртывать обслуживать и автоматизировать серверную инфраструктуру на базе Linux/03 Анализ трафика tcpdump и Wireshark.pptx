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3. Анализ сетевого трафика: tcpdump и Wireshark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когда пакетный анализ помогает в диагностике Linux-сервера</a:t>
            </a:r>
          </a:p>
          <a:p>
            <a:pPr>
              <a:defRPr sz="3600"/>
            </a:pPr>
            <a:r>
              <a:t>Выбирать точку захвата, интерфейс и режим видимости трафика</a:t>
            </a:r>
          </a:p>
          <a:p>
            <a:pPr>
              <a:defRPr sz="3600"/>
            </a:pPr>
            <a:r>
              <a:t>Различать capture filters tcpdump и display filters Wireshark</a:t>
            </a:r>
          </a:p>
          <a:p>
            <a:pPr>
              <a:defRPr sz="3600"/>
            </a:pPr>
            <a:r>
              <a:t>Записывать, читать и безопасно хранить PCAP-файлы</a:t>
            </a:r>
          </a:p>
          <a:p>
            <a:pPr>
              <a:defRPr sz="3600"/>
            </a:pPr>
            <a:r>
              <a:t>Интерпретировать ARP, DNS, TCP, HTTP и ограничения HTTPS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Анализ трафика, точка захвата, интерфейс и promiscuous mode</a:t>
            </a:r>
          </a:p>
          <a:p>
            <a:pPr>
              <a:defRPr sz="3600"/>
            </a:pPr>
            <a:r>
              <a:t>2. Capture filters и display filters; фильтры host, net, port, protocol, src, dst</a:t>
            </a:r>
          </a:p>
          <a:p>
            <a:pPr>
              <a:defRPr sz="3600"/>
            </a:pPr>
            <a:r>
              <a:t>3. PCAP: запись, чтение и безопасное хранение</a:t>
            </a:r>
          </a:p>
          <a:p>
            <a:pPr>
              <a:defRPr sz="3600"/>
            </a:pPr>
            <a:r>
              <a:t>4. ARP и DNS</a:t>
            </a:r>
          </a:p>
          <a:p>
            <a:pPr>
              <a:defRPr sz="3600"/>
            </a:pPr>
            <a:r>
              <a:t>5. TCP handshake, завершение, RST, retransmission, duplicate ACK и timeout</a:t>
            </a:r>
          </a:p>
          <a:p>
            <a:pPr>
              <a:defRPr sz="3600"/>
            </a:pPr>
            <a:r>
              <a:t>6. HTTP и ограничения анализа HTTPS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Пакетный анализ показывает фактический обмен, а не предположения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tcpdump - консольная утилита Linux для захвата и просмотра сетевых пакетов</a:t>
            </a:r>
          </a:p>
          <a:p>
            <a:pPr>
              <a:defRPr sz="3600"/>
            </a:pPr>
            <a:r>
              <a:t>Wireshark - графический анализатор сетевого трафика и PCAP-файлов</a:t>
            </a:r>
          </a:p>
          <a:p>
            <a:pPr>
              <a:defRPr sz="3600"/>
            </a:pPr>
            <a:r>
              <a:t>Захват помогает отличить закрытый порт от молчаливой потери пакетов</a:t>
            </a:r>
          </a:p>
          <a:p>
            <a:pPr>
              <a:defRPr sz="3600"/>
            </a:pPr>
            <a:r>
              <a:t>Он показывает, уходит ли запрос с узла и приходит ли ответ</a:t>
            </a:r>
          </a:p>
          <a:p>
            <a:pPr>
              <a:defRPr sz="3600"/>
            </a:pPr>
            <a:r>
              <a:t>Пакетный анализ не заменяет ip route, ss и journalctl, а дополняет обычную диагностику</a:t>
            </a:r>
          </a:p>
          <a:p>
            <a:pPr>
              <a:defRPr sz="3600"/>
            </a:pPr>
            <a:r>
              <a:t>Особенно полезны захваты для ARP, DNS, TCP, HTTP, firewall и VPN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Точка захвата определяет, какие факты попадут в PCAP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Capture Point - место, где выполняется захват трафика</a:t>
            </a:r>
          </a:p>
          <a:p>
            <a:pPr>
              <a:defRPr sz="3600"/>
            </a:pPr>
            <a:r>
              <a:t>На клиенте видно, что отправляет и получает клиент</a:t>
            </a:r>
          </a:p>
          <a:p>
            <a:pPr>
              <a:defRPr sz="3600"/>
            </a:pPr>
            <a:r>
              <a:t>На сервере видно, дошел ли запрос до серверного интерфейса</a:t>
            </a:r>
          </a:p>
          <a:p>
            <a:pPr>
              <a:defRPr sz="3600"/>
            </a:pPr>
            <a:r>
              <a:t>На маршрутизаторе или firewall видно прохождение между сетями</a:t>
            </a:r>
          </a:p>
          <a:p>
            <a:pPr>
              <a:defRPr sz="3600"/>
            </a:pPr>
            <a:r>
              <a:t>На промежуточном устройстве можно увидеть, где пакет проходит и где пропадает</a:t>
            </a:r>
          </a:p>
          <a:p>
            <a:pPr>
              <a:defRPr sz="3600"/>
            </a:pPr>
            <a:r>
              <a:t>Неверная точка захвата может создать ложный вывод о причине проблемы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Двухточечный захват помогает локализовать потерю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запрос виден на клиенте, но не виден на сервере, потеря находится между ними</a:t>
            </a:r>
          </a:p>
          <a:p>
            <a:pPr>
              <a:defRPr sz="3600"/>
            </a:pPr>
            <a:r>
              <a:t>Если запрос пришел на сервер, но ответа нет, проверяется приложение или локальный firewall сервера</a:t>
            </a:r>
          </a:p>
          <a:p>
            <a:pPr>
              <a:defRPr sz="3600"/>
            </a:pPr>
            <a:r>
              <a:t>Если сервер отправил ответ, а клиент его не получил, проверяется обратный маршрут и асимметрия</a:t>
            </a:r>
          </a:p>
          <a:p>
            <a:pPr>
              <a:defRPr sz="3600"/>
            </a:pPr>
            <a:r>
              <a:t>Если ответ виден на firewall, но не виден на клиенте, проблема ближе к клиентской сети</a:t>
            </a:r>
          </a:p>
          <a:p>
            <a:pPr>
              <a:defRPr sz="3600"/>
            </a:pPr>
            <a:r>
              <a:t>Два захвата дают больше доказательств, чем один PCAP в спорной точке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Интерфейс выбирают по локальному решению маршрутизации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ip -br link показывает сетевые интерфейсы и их состояние</a:t>
            </a:r>
          </a:p>
          <a:p>
            <a:pPr>
              <a:defRPr sz="3600"/>
            </a:pPr>
            <a:r>
              <a:t>Команда ip route get 192.168.30.10 показывает локальный выбор пути ядром Linux</a:t>
            </a:r>
          </a:p>
          <a:p>
            <a:pPr>
              <a:defRPr sz="3600"/>
            </a:pPr>
            <a:r>
              <a:t>Пример вывода: 192.168.30.10 via 192.168.10.1 dev enp0s3 src 192.168.10.20</a:t>
            </a:r>
          </a:p>
          <a:p>
            <a:pPr>
              <a:defRPr sz="3600"/>
            </a:pPr>
            <a:r>
              <a:t>Из вывода видны назначение, next-hop, интерфейс и source IP</a:t>
            </a:r>
          </a:p>
          <a:p>
            <a:pPr>
              <a:defRPr sz="3600"/>
            </a:pPr>
            <a:r>
              <a:t>ip route get не доказывает, что пакет достигнет назначения</a:t>
            </a:r>
          </a:p>
          <a:p>
            <a:pPr>
              <a:defRPr sz="3600"/>
            </a:pPr>
            <a:r>
              <a:t>После выбора интерфейса можно запускать tcpdump, например sudo tcpdump -i enp0s3 icmp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Promiscuous Mode расширяет прием кадров только на своем интерфейсе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Promiscuous Mode - режим, в котором интерфейс передает ОС все кадры, физически или виртуально пришедшие на него</a:t>
            </a:r>
          </a:p>
          <a:p>
            <a:pPr>
              <a:defRPr sz="3600"/>
            </a:pPr>
            <a:r>
              <a:t>Интерфейс принимает кадры даже тогда, когда Destination MAC не совпадает с его MAC-адресом</a:t>
            </a:r>
          </a:p>
          <a:p>
            <a:pPr>
              <a:defRPr sz="3600"/>
            </a:pPr>
            <a:r>
              <a:t>Этот режим не заставляет коммутатор отправлять чужой unicast-трафик на порт сервера</a:t>
            </a:r>
          </a:p>
          <a:p>
            <a:pPr>
              <a:defRPr sz="3600"/>
            </a:pPr>
            <a:r>
              <a:t>В обычной коммутируемой сети узел не становится анализатором всего сегмента</a:t>
            </a:r>
          </a:p>
          <a:p>
            <a:pPr>
              <a:defRPr sz="3600"/>
            </a:pPr>
            <a:r>
              <a:t>Для чужого трафика нужны SPAN, Port Mirroring, TAP, захват на маршрутизаторе или захват на нужной ВМ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 VirtualBox видимость трафика зависит от режима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NAT и NAT Network гостевая ОС видит не то же самое, что физический адаптер хоста</a:t>
            </a:r>
          </a:p>
          <a:p>
            <a:pPr>
              <a:defRPr sz="3600"/>
            </a:pPr>
            <a:r>
              <a:t>В Bridged Adapter видимость зависит от физической сети и политики гипервизора</a:t>
            </a:r>
          </a:p>
          <a:p>
            <a:pPr>
              <a:defRPr sz="3600"/>
            </a:pPr>
            <a:r>
              <a:t>В Internal Network и Host-Only трафик ограничен виртуальным сегментом</a:t>
            </a:r>
          </a:p>
          <a:p>
            <a:pPr>
              <a:defRPr sz="3600"/>
            </a:pPr>
            <a:r>
              <a:t>Настройка Promiscuous Mode виртуального адаптера влияет на то, что гипервизор передаст гостевой ОС</a:t>
            </a:r>
          </a:p>
          <a:p>
            <a:pPr>
              <a:defRPr sz="3600"/>
            </a:pPr>
            <a:r>
              <a:t>Разрешение promiscuous в Linux не гарантирует, что VirtualBox отдаст чужие кадры</a:t>
            </a:r>
          </a:p>
          <a:p>
            <a:pPr>
              <a:defRPr sz="3600"/>
            </a:pPr>
            <a:r>
              <a:t>Если ожидаемых пакетов нет, сначала проверяется место захвата и режим виртуальной сети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выбор точки захвата в серверной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84680D-5A5E-34C3-2DE8-1072A479A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Capture filter решает, какие пакеты попадут в файл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Capture Filter применяется во время захвата</a:t>
            </a:r>
          </a:p>
          <a:p>
            <a:pPr>
              <a:defRPr sz="3600"/>
            </a:pPr>
            <a:r>
              <a:t>tcpdump использует BPF (Berkeley Packet Filter) - язык условий для отбора пакетов до записи</a:t>
            </a:r>
          </a:p>
          <a:p>
            <a:pPr>
              <a:defRPr sz="3600"/>
            </a:pPr>
            <a:r>
              <a:t>Фильтр уменьшает размер PCAP и снижает шум</a:t>
            </a:r>
          </a:p>
          <a:p>
            <a:pPr>
              <a:defRPr sz="3600"/>
            </a:pPr>
            <a:r>
              <a:t>Слишком узкий capture filter может безвозвратно исключить важные пакеты</a:t>
            </a:r>
          </a:p>
          <a:p>
            <a:pPr>
              <a:defRPr sz="3600"/>
            </a:pPr>
            <a:r>
              <a:t>Если пакет не записан в PCAP, display filter потом его не вернет</a:t>
            </a:r>
          </a:p>
          <a:p>
            <a:pPr>
              <a:defRPr sz="3600"/>
            </a:pPr>
            <a:r>
              <a:t>Для исследовательской диагностики безопаснее начинать с умеренно широкого фильтра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Display filter скрывает лишнее, но не изменяет PCAP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Display Filter применяется после захвата в Wireshark</a:t>
            </a:r>
          </a:p>
          <a:p>
            <a:pPr>
              <a:defRPr sz="3600"/>
            </a:pPr>
            <a:r>
              <a:t>Он не удаляет пакеты из файла, а только управляет отображением</a:t>
            </a:r>
          </a:p>
          <a:p>
            <a:pPr>
              <a:defRPr sz="3600"/>
            </a:pPr>
            <a:r>
              <a:t>Пример display filter: dns</a:t>
            </a:r>
          </a:p>
          <a:p>
            <a:pPr>
              <a:defRPr sz="3600"/>
            </a:pPr>
            <a:r>
              <a:t>Пример для HTTP-порта: tcp.port == 80</a:t>
            </a:r>
          </a:p>
          <a:p>
            <a:pPr>
              <a:defRPr sz="3600"/>
            </a:pPr>
            <a:r>
              <a:t>Display filter безопасен для анализа уже записанного PCAP</a:t>
            </a:r>
          </a:p>
          <a:p>
            <a:pPr>
              <a:defRPr sz="3600"/>
            </a:pPr>
            <a:r>
              <a:t>Главное различие: capture filter ограничивает запись, display filter ограничивает просмотр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Capture и display filters имеют разный синтаксис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Capture filter для порта: tcp port 80</a:t>
            </a:r>
          </a:p>
          <a:p>
            <a:pPr>
              <a:defRPr sz="3600"/>
            </a:pPr>
            <a:r>
              <a:t>Display filter для порта: tcp.port == 80</a:t>
            </a:r>
          </a:p>
          <a:p>
            <a:pPr>
              <a:defRPr sz="3600"/>
            </a:pPr>
            <a:r>
              <a:t>Capture filter для адреса: host 192.168.10.20</a:t>
            </a:r>
          </a:p>
          <a:p>
            <a:pPr>
              <a:defRPr sz="3600"/>
            </a:pPr>
            <a:r>
              <a:t>Display filter для адреса: ip.addr == 192.168.10.20</a:t>
            </a:r>
          </a:p>
          <a:p>
            <a:pPr>
              <a:defRPr sz="3600"/>
            </a:pPr>
            <a:r>
              <a:t>Capture filter работает до записи пакета, display filter работает после записи</a:t>
            </a:r>
          </a:p>
          <a:p>
            <a:pPr>
              <a:defRPr sz="3600"/>
            </a:pPr>
            <a:r>
              <a:t>Синтаксис BPF и синтаксис Wireshark нельзя смешивать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Базовые BPF-фильтры читаются как условия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host 192.168.30.10 - пакеты к узлу или от узла</a:t>
            </a:r>
          </a:p>
          <a:p>
            <a:pPr>
              <a:defRPr sz="3600"/>
            </a:pPr>
            <a:r>
              <a:t>net 192.168.30.0/24 - пакеты выбранной сети</a:t>
            </a:r>
          </a:p>
          <a:p>
            <a:pPr>
              <a:defRPr sz="3600"/>
            </a:pPr>
            <a:r>
              <a:t>port 53 - пакеты с портом источника или назначения 53</a:t>
            </a:r>
          </a:p>
          <a:p>
            <a:pPr>
              <a:defRPr sz="3600"/>
            </a:pPr>
            <a:r>
              <a:t>src host 192.168.10.5 - пакеты от конкретного источника</a:t>
            </a:r>
          </a:p>
          <a:p>
            <a:pPr>
              <a:defRPr sz="3600"/>
            </a:pPr>
            <a:r>
              <a:t>dst host 192.168.30.10 - пакеты к конкретному получателю</a:t>
            </a:r>
          </a:p>
          <a:p>
            <a:pPr>
              <a:defRPr sz="3600"/>
            </a:pPr>
            <a:r>
              <a:t>icmp, arp, udp, tcp и ip6 выбирают протокол или семейство трафика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port, src port и dst port отвечают на разные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port 53 выбирает пакеты, где Source Port или Destination Port равен 53</a:t>
            </a:r>
          </a:p>
          <a:p>
            <a:pPr>
              <a:defRPr sz="3600"/>
            </a:pPr>
            <a:r>
              <a:t>src port 53 выбирает ответы, отправленные DNS-сервером с Source Port 53</a:t>
            </a:r>
          </a:p>
          <a:p>
            <a:pPr>
              <a:defRPr sz="3600"/>
            </a:pPr>
            <a:r>
              <a:t>dst port 53 выбирает запросы к DNS-серверу на Destination Port 53</a:t>
            </a:r>
          </a:p>
          <a:p>
            <a:pPr>
              <a:defRPr sz="3600"/>
            </a:pPr>
            <a:r>
              <a:t>tcp dst port 443 выбирает TCP-пакеты к HTTPS-порту назначения</a:t>
            </a:r>
          </a:p>
          <a:p>
            <a:pPr>
              <a:defRPr sz="3600"/>
            </a:pPr>
            <a:r>
              <a:t>src и dst помогают отличить запрос от ответа</a:t>
            </a:r>
          </a:p>
          <a:p>
            <a:pPr>
              <a:defRPr sz="3600"/>
            </a:pPr>
            <a:r>
              <a:t>Это особенно важно при анализе DNS, HTTP и клиентских ephemeral ports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Сложные фильтры нужно заключать в кавычки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Shell может интерпретировать скобки и специальные символы до запуска tcpdump</a:t>
            </a:r>
          </a:p>
          <a:p>
            <a:pPr>
              <a:defRPr sz="3600"/>
            </a:pPr>
            <a:r>
              <a:t>Безопасный пример: sudo tcpdump -i enp0s3 'host 192.168.30.10 and tcp port 80'</a:t>
            </a:r>
          </a:p>
          <a:p>
            <a:pPr>
              <a:defRPr sz="3600"/>
            </a:pPr>
            <a:r>
              <a:t>Пример со скобками: sudo tcpdump -i enp0s3 'host 192.168.30.10 and (tcp port 80 or tcp port 443)'</a:t>
            </a:r>
          </a:p>
          <a:p>
            <a:pPr>
              <a:defRPr sz="3600"/>
            </a:pPr>
            <a:r>
              <a:t>Кавычки делают фильтр одним аргументом команды tcpdump</a:t>
            </a:r>
          </a:p>
          <a:p>
            <a:pPr>
              <a:defRPr sz="3600"/>
            </a:pPr>
            <a:r>
              <a:t>В отчете нужно фиксировать фактически использованный capture filter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PCAP сохраняет пакеты для повторного анализа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PCAP - формат файла с сохраненным сетевым трафиком</a:t>
            </a:r>
          </a:p>
          <a:p>
            <a:pPr>
              <a:defRPr sz="3600"/>
            </a:pPr>
            <a:r>
              <a:t>Команда sudo tcpdump -i enp0s3 -w network-test.pcap записывает трафик в файл</a:t>
            </a:r>
          </a:p>
          <a:p>
            <a:pPr>
              <a:defRPr sz="3600"/>
            </a:pPr>
            <a:r>
              <a:t>При записи в файл tcpdump обычно не показывает подробности пакетов на экран</a:t>
            </a:r>
          </a:p>
          <a:p>
            <a:pPr>
              <a:defRPr sz="3600"/>
            </a:pPr>
            <a:r>
              <a:t>Команда tcpdump -r network-test.pcap читает ранее записанный файл</a:t>
            </a:r>
          </a:p>
          <a:p>
            <a:pPr>
              <a:defRPr sz="3600"/>
            </a:pPr>
            <a:r>
              <a:t>Wireshark открывает PCAP и показывает протоколы, поля, флаги и экспертные подсказки</a:t>
            </a:r>
          </a:p>
          <a:p>
            <a:pPr>
              <a:defRPr sz="3600"/>
            </a:pPr>
            <a:r>
              <a:t>PCAP позволяет вернуться к доказательствам после завершения захвата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Захват ограничивают по числу пакетов, времени или размеру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 числу пакетов: sudo tcpdump -i enp0s3 -c 1000 -w test.pcap</a:t>
            </a:r>
          </a:p>
          <a:p>
            <a:pPr>
              <a:defRPr sz="3600"/>
            </a:pPr>
            <a:r>
              <a:t>По времени: sudo timeout 60 tcpdump -i enp0s3 -nn -w test.pcap</a:t>
            </a:r>
          </a:p>
          <a:p>
            <a:pPr>
              <a:defRPr sz="3600"/>
            </a:pPr>
            <a:r>
              <a:t>По размеру и числу файлов: sudo tcpdump -i enp0s3 -nn -C 100 -W 5 -w capture.pcap</a:t>
            </a:r>
          </a:p>
          <a:p>
            <a:pPr>
              <a:defRPr sz="3600"/>
            </a:pPr>
            <a:r>
              <a:t>-C переключает файл при достижении заданного размера, -W ограничивает количество файлов</a:t>
            </a:r>
          </a:p>
          <a:p>
            <a:pPr>
              <a:defRPr sz="3600"/>
            </a:pPr>
            <a:r>
              <a:t>Точная трактовка размера и именования файлов зависит от версии tcpdump</a:t>
            </a:r>
          </a:p>
          <a:p>
            <a:pPr>
              <a:defRPr sz="3600"/>
            </a:pPr>
            <a:r>
              <a:t>Длинный захват без ограничения может заполнить файловую систему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Snaplen определяет, сколько байт пакета сохраняется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Ключ -s задает размер сохраняемой части каждого пакета</a:t>
            </a:r>
          </a:p>
          <a:p>
            <a:pPr>
              <a:defRPr sz="3600"/>
            </a:pPr>
            <a:r>
              <a:t>Слишком маленький snaplen обрежет payload</a:t>
            </a:r>
          </a:p>
          <a:p>
            <a:pPr>
              <a:defRPr sz="3600"/>
            </a:pPr>
            <a:r>
              <a:t>Заголовки TCP могут быть видны, а HTTP-содержимое уже нет</a:t>
            </a:r>
          </a:p>
          <a:p>
            <a:pPr>
              <a:defRPr sz="3600"/>
            </a:pPr>
            <a:r>
              <a:t>Для полного пакета обычно используют -s 0 или достаточно большое значение</a:t>
            </a:r>
          </a:p>
          <a:p>
            <a:pPr>
              <a:defRPr sz="3600"/>
            </a:pPr>
            <a:r>
              <a:t>Пример: sudo tcpdump -i enp0s3 -nn -s 0 -w full-capture.pcap</a:t>
            </a:r>
          </a:p>
          <a:p>
            <a:pPr>
              <a:defRPr sz="3600"/>
            </a:pPr>
            <a:r>
              <a:t>Полный захват увеличивает размер файла и риск сохранения чувствительных данных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Полезные ключи tcpdump помогают читать пакет на месте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-n не преобразует IP-адреса в имена</a:t>
            </a:r>
          </a:p>
          <a:p>
            <a:pPr>
              <a:defRPr sz="3600"/>
            </a:pPr>
            <a:r>
              <a:t>-nn не преобразует IP-адреса и номера портов в имена</a:t>
            </a:r>
          </a:p>
          <a:p>
            <a:pPr>
              <a:defRPr sz="3600"/>
            </a:pPr>
            <a:r>
              <a:t>-v, -vv и -vvv показывают больше подробностей</a:t>
            </a:r>
          </a:p>
          <a:p>
            <a:pPr>
              <a:defRPr sz="3600"/>
            </a:pPr>
            <a:r>
              <a:t>-A выводит payload как ASCII, -X показывает Hex и ASCII</a:t>
            </a:r>
          </a:p>
          <a:p>
            <a:pPr>
              <a:defRPr sz="3600"/>
            </a:pPr>
            <a:r>
              <a:t>-e показывает L2-заголовок, включая MAC-адреса</a:t>
            </a:r>
          </a:p>
          <a:p>
            <a:pPr>
              <a:defRPr sz="3600"/>
            </a:pPr>
            <a:r>
              <a:t>-tttt выводит полные временные метки для сопоставления с журналами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ASCII и Hex-вывод могут раскрыть секреты прямо в терминале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 учебного HTTP: sudo tcpdump -nn -A -i enp0s3 'tcp port 80'</a:t>
            </a:r>
          </a:p>
          <a:p>
            <a:pPr>
              <a:defRPr sz="3600"/>
            </a:pPr>
            <a:r>
              <a:t>-A может показать cookie, Authorization header и параметры формы</a:t>
            </a:r>
          </a:p>
          <a:p>
            <a:pPr>
              <a:defRPr sz="3600"/>
            </a:pPr>
            <a:r>
              <a:t>-X показывает данные в Hex и ASCII, что полезно для низкоуровневого анализа</a:t>
            </a:r>
          </a:p>
          <a:p>
            <a:pPr>
              <a:defRPr sz="3600"/>
            </a:pPr>
            <a:r>
              <a:t>На производственном сервере такие ключи используют только при необходимости и с разрешением</a:t>
            </a:r>
          </a:p>
          <a:p>
            <a:pPr>
              <a:defRPr sz="3600"/>
            </a:pPr>
            <a:r>
              <a:t>Содержимое терминала тоже может попасть в скриншот, лог или отчет</a:t>
            </a:r>
          </a:p>
          <a:p>
            <a:pPr>
              <a:defRPr sz="3600"/>
            </a:pPr>
            <a:r>
              <a:t>Для отчета лучше оставлять минимальный фрагмент, который доказывает проблему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PCAP нужно хранить как чувствительные диагностические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PCAP могут быть IP-адреса, доменные имена, URL, cookies и учетные данные открытых протоколов</a:t>
            </a:r>
          </a:p>
          <a:p>
            <a:pPr>
              <a:defRPr sz="3600"/>
            </a:pPr>
            <a:r>
              <a:t>Файл нельзя оставлять в общедоступном /tmp или отправлять в общий чат без проверки</a:t>
            </a:r>
          </a:p>
          <a:p>
            <a:pPr>
              <a:defRPr sz="3600"/>
            </a:pPr>
            <a:r>
              <a:t>Пример каталога: sudo install -d -m 700 /root/pcap</a:t>
            </a:r>
          </a:p>
          <a:p>
            <a:pPr>
              <a:defRPr sz="3600"/>
            </a:pPr>
            <a:r>
              <a:t>Пример захвата: sudo tcpdump -i enp0s3 -w /root/pcap/test.pcap</a:t>
            </a:r>
          </a:p>
          <a:p>
            <a:pPr>
              <a:defRPr sz="3600"/>
            </a:pPr>
            <a:r>
              <a:t>Пример прав: sudo chmod 600 /root/pcap/test.pcap</a:t>
            </a:r>
          </a:p>
          <a:p>
            <a:pPr>
              <a:defRPr sz="3600"/>
            </a:pPr>
            <a:r>
              <a:t>Передача должна идти через защищенные способы, например SCP или SFTP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ARP показывает локальное разрешение IPv4 в MAC-адрес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ARP (Address Resolution Protocol) - протокол сопоставления IPv4-адреса и MAC-адреса в локальном сегменте</a:t>
            </a:r>
          </a:p>
          <a:p>
            <a:pPr>
              <a:defRPr sz="3600"/>
            </a:pPr>
            <a:r>
              <a:t>ARP-запрос спрашивает, кто имеет нужный IPv4-адрес</a:t>
            </a:r>
          </a:p>
          <a:p>
            <a:pPr>
              <a:defRPr sz="3600"/>
            </a:pPr>
            <a:r>
              <a:t>ARP-ответ сообщает MAC-адрес владельца IP</a:t>
            </a:r>
          </a:p>
          <a:p>
            <a:pPr>
              <a:defRPr sz="3600"/>
            </a:pPr>
            <a:r>
              <a:t>Команда sudo tcpdump -i enp0s3 -e arp показывает ARP-трафик и L2-заголовки</a:t>
            </a:r>
          </a:p>
          <a:p>
            <a:pPr>
              <a:defRPr sz="3600"/>
            </a:pPr>
            <a:r>
              <a:t>Команда ip neigh show показывает neighbor-таблицу Linux</a:t>
            </a:r>
          </a:p>
          <a:p>
            <a:pPr>
              <a:defRPr sz="3600"/>
            </a:pPr>
            <a:r>
              <a:t>ARP нужен до отправки IPv4-пакета соседу в той же L2-сети или шлюзу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Отсутствие ARP Reply обычно указывает на L2 или адресную проблему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Обычный IP firewall на iptables или nftables обычно не фильтрует ARP, потому что ARP не является IPv4-пакетом</a:t>
            </a:r>
          </a:p>
          <a:p>
            <a:pPr>
              <a:defRPr sz="3600"/>
            </a:pPr>
            <a:r>
              <a:t>Типичные причины: целевой узел выключен, интерфейс down, неверная VLAN или L2-разрыв</a:t>
            </a:r>
          </a:p>
          <a:p>
            <a:pPr>
              <a:defRPr sz="3600"/>
            </a:pPr>
            <a:r>
              <a:t>Также возможны неверная маска, отсутствие адреса на соседе или проблема виртуального коммутатора</a:t>
            </a:r>
          </a:p>
          <a:p>
            <a:pPr>
              <a:defRPr sz="3600"/>
            </a:pPr>
            <a:r>
              <a:t>Port Security, ebtables, bridge-фильтрация или ARP-защита могут влиять на ARP</a:t>
            </a:r>
          </a:p>
          <a:p>
            <a:pPr>
              <a:defRPr sz="3600"/>
            </a:pPr>
            <a:r>
              <a:t>Если ARP-запрос уходит без ответа, первой проверяется L2-связность, VLAN и наличие адреса у соседа</a:t>
            </a:r>
          </a:p>
          <a:p>
            <a:pPr>
              <a:defRPr sz="3600"/>
            </a:pPr>
            <a:r>
              <a:t>IP firewall становится основной гипотезой позже, когда ARP уже успешен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ARP Request и Reply нужно уметь читать в выводе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 request: ARP, Request who-has 192.168.10.1 tell 192.168.10.20</a:t>
            </a:r>
          </a:p>
          <a:p>
            <a:pPr>
              <a:defRPr sz="3600"/>
            </a:pPr>
            <a:r>
              <a:t>Это означает, что 192.168.10.20 ищет MAC-адрес шлюза 192.168.10.1</a:t>
            </a:r>
          </a:p>
          <a:p>
            <a:pPr>
              <a:defRPr sz="3600"/>
            </a:pPr>
            <a:r>
              <a:t>Пример reply: ARP, Reply 192.168.10.1 is-at 00:11:22:33:44:55</a:t>
            </a:r>
          </a:p>
          <a:p>
            <a:pPr>
              <a:defRPr sz="3600"/>
            </a:pPr>
            <a:r>
              <a:t>Это означает, что шлюз сообщил свой MAC-адрес</a:t>
            </a:r>
          </a:p>
          <a:p>
            <a:pPr>
              <a:defRPr sz="3600"/>
            </a:pPr>
            <a:r>
              <a:t>Состояния ip neigh REACHABLE и STALE обычно не означают аварию</a:t>
            </a:r>
          </a:p>
          <a:p>
            <a:pPr>
              <a:defRPr sz="3600"/>
            </a:pPr>
            <a:r>
              <a:t>Состояния INCOMPLETE или FAILED помогают подтвердить проблему разрешения соседнего адреса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DNS по умолчанию виден на UDP 53, но TCP 53 тоже важен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DNS (Domain Name System) - система преобразования доменных имен в IP-адреса</a:t>
            </a:r>
          </a:p>
          <a:p>
            <a:pPr>
              <a:defRPr sz="3600"/>
            </a:pPr>
            <a:r>
              <a:t>Обычные клиентские запросы чаще идут по UDP 53</a:t>
            </a:r>
          </a:p>
          <a:p>
            <a:pPr>
              <a:defRPr sz="3600"/>
            </a:pPr>
            <a:r>
              <a:t>TCP 53 применяется для передачи зон и некоторых крупных или повторных запросов</a:t>
            </a:r>
          </a:p>
          <a:p>
            <a:pPr>
              <a:defRPr sz="3600"/>
            </a:pPr>
            <a:r>
              <a:t>Фильтр sudo tcpdump -i enp0s3 'port 53' захватывает и UDP, и TCP 53</a:t>
            </a:r>
          </a:p>
          <a:p>
            <a:pPr>
              <a:defRPr sz="3600"/>
            </a:pPr>
            <a:r>
              <a:t>Ответ NOERROR означает успешное разрешение, NXDOMAIN - имени не существует</a:t>
            </a:r>
          </a:p>
          <a:p>
            <a:pPr>
              <a:defRPr sz="3600"/>
            </a:pPr>
            <a:r>
              <a:t>SERVFAIL и REFUSED показывают ошибки или отказ на стороне DNS-сервера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Wireshark помогает отделить DNS-запросы от ответов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Display filter dns показывает весь DNS-трафик в PCAP</a:t>
            </a:r>
          </a:p>
          <a:p>
            <a:pPr>
              <a:defRPr sz="3600"/>
            </a:pPr>
            <a:r>
              <a:t>dns.flags.response == 0 показывает только запросы</a:t>
            </a:r>
          </a:p>
          <a:p>
            <a:pPr>
              <a:defRPr sz="3600"/>
            </a:pPr>
            <a:r>
              <a:t>dns.flags.response == 1 показывает только ответы</a:t>
            </a:r>
          </a:p>
          <a:p>
            <a:pPr>
              <a:defRPr sz="3600"/>
            </a:pPr>
            <a:r>
              <a:t>dns.flags.rcode != 0 показывает DNS-ответы с ошибками</a:t>
            </a:r>
          </a:p>
          <a:p>
            <a:pPr>
              <a:defRPr sz="3600"/>
            </a:pPr>
            <a:r>
              <a:t>Отсутствие ответа и отрицательный DNS-ответ являются разными проблемами</a:t>
            </a:r>
          </a:p>
          <a:p>
            <a:pPr>
              <a:defRPr sz="3600"/>
            </a:pPr>
            <a:r>
              <a:t>Если запрос вообще не уходит, проверяются resolv.conf, systemd-resolved, NetworkManager или firewall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Не весь современный DNS виден как port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DoT (DNS over TLS) обычно использует TCP 853</a:t>
            </a:r>
          </a:p>
          <a:p>
            <a:pPr>
              <a:defRPr sz="3600"/>
            </a:pPr>
            <a:r>
              <a:t>DoH (DNS over HTTPS) использует HTTPS и обычно идет через TCP 443</a:t>
            </a:r>
          </a:p>
          <a:p>
            <a:pPr>
              <a:defRPr sz="3600"/>
            </a:pPr>
            <a:r>
              <a:t>При DoH DNS-запрос похож на обычный HTTPS-трафик к известному endpoint</a:t>
            </a:r>
          </a:p>
          <a:p>
            <a:pPr>
              <a:defRPr sz="3600"/>
            </a:pPr>
            <a:r>
              <a:t>Локальный клиент может обращаться к systemd-resolved через loopback, а внешний запрос отправит другой процесс</a:t>
            </a:r>
          </a:p>
          <a:p>
            <a:pPr>
              <a:defRPr sz="3600"/>
            </a:pPr>
            <a:r>
              <a:t>Отсутствие пакетов на port 53 не всегда доказывает отсутствие DNS-запросов</a:t>
            </a:r>
          </a:p>
          <a:p>
            <a:pPr>
              <a:defRPr sz="3600"/>
            </a:pPr>
            <a:r>
              <a:t>Для базовой лаборатории обычный DNS по UDP/TCP 53 остается правильным учебным сценарием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ARP и DNS в диагностике подключения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EE79EA-6C44-010B-C9B6-03F3C8405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TCP handshake показывает установку соединения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TCP (Transmission Control Protocol) - транспортный протокол с установлением соединения и контролем доставки</a:t>
            </a:r>
          </a:p>
          <a:p>
            <a:pPr>
              <a:defRPr sz="3600"/>
            </a:pPr>
            <a:r>
              <a:t>Three-way handshake состоит из SYN, SYN/ACK и ACK</a:t>
            </a:r>
          </a:p>
          <a:p>
            <a:pPr>
              <a:defRPr sz="3600"/>
            </a:pPr>
            <a:r>
              <a:t>SYN отправляет клиент, чтобы начать соединение</a:t>
            </a:r>
          </a:p>
          <a:p>
            <a:pPr>
              <a:defRPr sz="3600"/>
            </a:pPr>
            <a:r>
              <a:t>SYN/ACK отвечает сервер, если порт доступен и соединение принимается</a:t>
            </a:r>
          </a:p>
          <a:p>
            <a:pPr>
              <a:defRPr sz="3600"/>
            </a:pPr>
            <a:r>
              <a:t>ACK клиента завершает установку TCP-соединения</a:t>
            </a:r>
          </a:p>
          <a:p>
            <a:pPr>
              <a:defRPr sz="3600"/>
            </a:pPr>
            <a:r>
              <a:t>Handshake доказывает TCP-доступность порта, но не доказывает корректный HTTP-ответ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SYN-сценарии помогают отличить открытый порт, reject и drop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Открытый порт: SYN, затем SYN/ACK, затем ACK</a:t>
            </a:r>
          </a:p>
          <a:p>
            <a:pPr>
              <a:defRPr sz="3600"/>
            </a:pPr>
            <a:r>
              <a:t>Закрытый порт или активный reject: SYN, затем RST/ACK или ICMP-сообщение</a:t>
            </a:r>
          </a:p>
          <a:p>
            <a:pPr>
              <a:defRPr sz="3600"/>
            </a:pPr>
            <a:r>
              <a:t>Молчаливый drop: SYN, затем повторные SYN без ответа</a:t>
            </a:r>
          </a:p>
          <a:p>
            <a:pPr>
              <a:defRPr sz="3600"/>
            </a:pPr>
            <a:r>
              <a:t>RST не всегда означает, что именно приложение отвергло соединение</a:t>
            </a:r>
          </a:p>
          <a:p>
            <a:pPr>
              <a:defRPr sz="3600"/>
            </a:pPr>
            <a:r>
              <a:t>Для начального SYN наиболее вероятны закрытый порт или активный reject</a:t>
            </a:r>
          </a:p>
          <a:p>
            <a:pPr>
              <a:defRPr sz="3600"/>
            </a:pPr>
            <a:r>
              <a:t>Один PCAP нужно сопоставлять с firewall, ss, журналами и точкой захвата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Штатное завершение TCP идет через FIN и 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FIN (Finish) - TCP-флаг штатного завершения передачи в одном направлении</a:t>
            </a:r>
          </a:p>
          <a:p>
            <a:pPr>
              <a:defRPr sz="3600"/>
            </a:pPr>
            <a:r>
              <a:t>Упрощенная последовательность: Client -&gt; Server FIN,ACK</a:t>
            </a:r>
          </a:p>
          <a:p>
            <a:pPr>
              <a:defRPr sz="3600"/>
            </a:pPr>
            <a:r>
              <a:t>Затем Server -&gt; Client ACK</a:t>
            </a:r>
          </a:p>
          <a:p>
            <a:pPr>
              <a:defRPr sz="3600"/>
            </a:pPr>
            <a:r>
              <a:t>После этого Server -&gt; Client FIN,ACK</a:t>
            </a:r>
          </a:p>
          <a:p>
            <a:pPr>
              <a:defRPr sz="3600"/>
            </a:pPr>
            <a:r>
              <a:t>Завершает обмен Client -&gt; Server ACK</a:t>
            </a:r>
          </a:p>
          <a:p>
            <a:pPr>
              <a:defRPr sz="3600"/>
            </a:pPr>
            <a:r>
              <a:t>Так как каждое направление закрывается отдельно, часто говорят о четырехэтапном завершении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RST и timeout означают разные диагностические ситуации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RST (Reset) - реально полученный TCP-сегмент резкого сброса соединения</a:t>
            </a:r>
          </a:p>
          <a:p>
            <a:pPr>
              <a:defRPr sz="3600"/>
            </a:pPr>
            <a:r>
              <a:t>RST означает активный ответ: узел или устройство явно отвергло соединение</a:t>
            </a:r>
          </a:p>
          <a:p>
            <a:pPr>
              <a:defRPr sz="3600"/>
            </a:pPr>
            <a:r>
              <a:t>Timeout не является TCP-пакетом или флагом</a:t>
            </a:r>
          </a:p>
          <a:p>
            <a:pPr>
              <a:defRPr sz="3600"/>
            </a:pPr>
            <a:r>
              <a:t>Timeout - результат ожидания приложения или диагностического инструмента, когда ответ не пришел вовремя</a:t>
            </a:r>
          </a:p>
          <a:p>
            <a:pPr>
              <a:defRPr sz="3600"/>
            </a:pPr>
            <a:r>
              <a:t>Timeout может возникнуть из-за firewall drop, потери маршрута, недоступного узла или обратного маршрута</a:t>
            </a:r>
          </a:p>
          <a:p>
            <a:pPr>
              <a:defRPr sz="3600"/>
            </a:pPr>
            <a:r>
              <a:t>Одного timeout недостаточно для точного определения причины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Retransmission и Duplicate ACK являются выводом аналитики Wireshark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Retransmission - повторная отправка TCP-сегмента</a:t>
            </a:r>
          </a:p>
          <a:p>
            <a:pPr>
              <a:defRPr sz="3600"/>
            </a:pPr>
            <a:r>
              <a:t>Duplicate ACK - повторное подтверждение одного и того же места в TCP-потоке</a:t>
            </a:r>
          </a:p>
          <a:p>
            <a:pPr>
              <a:defRPr sz="3600"/>
            </a:pPr>
            <a:r>
              <a:t>В Wireshark это TCP analysis flags, а не отдельные TCP-флаги в заголовке</a:t>
            </a:r>
          </a:p>
          <a:p>
            <a:pPr>
              <a:defRPr sz="3600"/>
            </a:pPr>
            <a:r>
              <a:t>Wireshark делает вывод по Sequence Number, Acknowledgment Number и времени</a:t>
            </a:r>
          </a:p>
          <a:p>
            <a:pPr>
              <a:defRPr sz="3600"/>
            </a:pPr>
            <a:r>
              <a:t>Массовые повторы могут указывать на потери, задержки, MTU, перегрузку сервера или качество канала</a:t>
            </a:r>
          </a:p>
          <a:p>
            <a:pPr>
              <a:defRPr sz="3600"/>
            </a:pPr>
            <a:r>
              <a:t>Единичное событие нужно подтверждать контекстом, а не считать готовой причиной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Wireshark может ошибиться, если захват неполный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Захват мог начаться в середине TCP-соединения</a:t>
            </a:r>
          </a:p>
          <a:p>
            <a:pPr>
              <a:defRPr sz="3600"/>
            </a:pPr>
            <a:r>
              <a:t>Часть пакетов могла не попасть в capture из-за фильтра или перегрузки</a:t>
            </a:r>
          </a:p>
          <a:p>
            <a:pPr>
              <a:defRPr sz="3600"/>
            </a:pPr>
            <a:r>
              <a:t>Пакеты могли быть собраны в нескольких точках и объединены неидеально</a:t>
            </a:r>
          </a:p>
          <a:p>
            <a:pPr>
              <a:defRPr sz="3600"/>
            </a:pPr>
            <a:r>
              <a:t>Packet offloading может изменить вид локального захвата</a:t>
            </a:r>
          </a:p>
          <a:p>
            <a:pPr>
              <a:defRPr sz="3600"/>
            </a:pPr>
            <a:r>
              <a:t>Подтверждать retransmission нужно через sequence numbers, ACK numbers, интервалы времени и второй захват</a:t>
            </a:r>
          </a:p>
          <a:p>
            <a:pPr>
              <a:defRPr sz="3600"/>
            </a:pPr>
            <a:r>
              <a:t>Пакетный анализ дает наблюдение, но первопричину подтверждают дополнительными проверками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Offloading может искажать локальный захват на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TCP Segmentation Offload, Generic Segmentation Offload и Generic Receive Offload меняют момент сегментации пакетов</a:t>
            </a:r>
          </a:p>
          <a:p>
            <a:pPr>
              <a:defRPr sz="3600"/>
            </a:pPr>
            <a:r>
              <a:t>Checksum Offload может привести к сообщению Wireshark о неправильной checksum в локальном PCAP</a:t>
            </a:r>
          </a:p>
          <a:p>
            <a:pPr>
              <a:defRPr sz="3600"/>
            </a:pPr>
            <a:r>
              <a:t>На физическом проводе пакет при этом может быть корректным</a:t>
            </a:r>
          </a:p>
          <a:p>
            <a:pPr>
              <a:defRPr sz="3600"/>
            </a:pPr>
            <a:r>
              <a:t>Команда sudo ethtool -k enp0s3 показывает включенные offloading-функции интерфейса</a:t>
            </a:r>
          </a:p>
          <a:p>
            <a:pPr>
              <a:defRPr sz="3600"/>
            </a:pPr>
            <a:r>
              <a:t>Отключать offloading на рабочем сервере без необходимости не следует</a:t>
            </a:r>
          </a:p>
          <a:p>
            <a:pPr>
              <a:defRPr sz="3600"/>
            </a:pPr>
            <a:r>
              <a:t>Если вывод выглядит странно, нужно учитывать, где именно сделан захват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TCP SYN, FIN, RST и timeout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AC6B7D-C935-BA4C-2772-528A7F147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HTTP можно читать как прикладный протокол поверх TCP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HTTP (HyperText Transfer Protocol) - прикладной протокол передачи web-запросов и ответов</a:t>
            </a:r>
          </a:p>
          <a:p>
            <a:pPr>
              <a:defRPr sz="3600"/>
            </a:pPr>
            <a:r>
              <a:t>В открытом HTTP видны метод, путь, Host header и код ответа</a:t>
            </a:r>
          </a:p>
          <a:p>
            <a:pPr>
              <a:defRPr sz="3600"/>
            </a:pPr>
            <a:r>
              <a:t>Пример запроса: GET /index.html HTTP/1.1</a:t>
            </a:r>
          </a:p>
          <a:p>
            <a:pPr>
              <a:defRPr sz="3600"/>
            </a:pPr>
            <a:r>
              <a:t>Пример заголовка: Host: web01.company.test</a:t>
            </a:r>
          </a:p>
          <a:p>
            <a:pPr>
              <a:defRPr sz="3600"/>
            </a:pPr>
            <a:r>
              <a:t>Пример ответа: HTTP/1.1 200 OK</a:t>
            </a:r>
          </a:p>
          <a:p>
            <a:pPr>
              <a:defRPr sz="3600"/>
            </a:pPr>
            <a:r>
              <a:t>Wireshark display filter http помогает быстро выделить HTTP-события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HTTP-коды помогают отделить сеть от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TCP handshake есть, но HTTP Request отсутствует: проблема клиента или приложения</a:t>
            </a:r>
          </a:p>
          <a:p>
            <a:pPr>
              <a:defRPr sz="3600"/>
            </a:pPr>
            <a:r>
              <a:t>HTTP Request есть, но ответа нет: проверяется сервер или обратный путь</a:t>
            </a:r>
          </a:p>
          <a:p>
            <a:pPr>
              <a:defRPr sz="3600"/>
            </a:pPr>
            <a:r>
              <a:t>HTTP 200 означает успешный ответ приложения</a:t>
            </a:r>
          </a:p>
          <a:p>
            <a:pPr>
              <a:defRPr sz="3600"/>
            </a:pPr>
            <a:r>
              <a:t>HTTP 404 означает, что сервер доступен, но ресурс не найден</a:t>
            </a:r>
          </a:p>
          <a:p>
            <a:pPr>
              <a:defRPr sz="3600"/>
            </a:pPr>
            <a:r>
              <a:t>HTTP 500 означает, что сервер ответил, но приложение завершилось ошибкой</a:t>
            </a:r>
          </a:p>
          <a:p>
            <a:pPr>
              <a:defRPr sz="3600"/>
            </a:pPr>
            <a:r>
              <a:t>HTTP 301 или 302 означает перенаправление и не всегда является ошибкой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HTTPS скрывает содержимое, но часть метаданных остается видимой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HTTPS - HTTP поверх TLS-шифрования</a:t>
            </a:r>
          </a:p>
          <a:p>
            <a:pPr>
              <a:defRPr sz="3600"/>
            </a:pPr>
            <a:r>
              <a:t>Обычно остаются видны IP-адреса, TCP-порты, время, размеры пакетов и TCP handshake</a:t>
            </a:r>
          </a:p>
          <a:p>
            <a:pPr>
              <a:defRPr sz="3600"/>
            </a:pPr>
            <a:r>
              <a:t>В обычных TLS-сценариях часто видны параметры handshake и иногда SNI</a:t>
            </a:r>
          </a:p>
          <a:p>
            <a:pPr>
              <a:defRPr sz="3600"/>
            </a:pPr>
            <a:r>
              <a:t>Точный набор открытых полей зависит от версии TLS и используемых расширений</a:t>
            </a:r>
          </a:p>
          <a:p>
            <a:pPr>
              <a:defRPr sz="3600"/>
            </a:pPr>
            <a:r>
              <a:t>В TLS 1.3 часть handshake-сообщений защищена сильнее, чем в старых версиях</a:t>
            </a:r>
          </a:p>
          <a:p>
            <a:pPr>
              <a:defRPr sz="3600"/>
            </a:pPr>
            <a:r>
              <a:t>Не следует обещать, что имя сайта или сертификат всегда будут видны пассивному наблюдателю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Расшифровка HTTPS требует контролируемой и разрешенной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Приватный ключ сервера не является универсальным способом расшифровки современного TLS</a:t>
            </a:r>
          </a:p>
          <a:p>
            <a:pPr>
              <a:defRPr sz="3600"/>
            </a:pPr>
            <a:r>
              <a:t>Perfect Forward Secrecy через ephemeral Diffie-Hellman не позволяет расшифровать прошлый сеанс только приватным ключом</a:t>
            </a:r>
          </a:p>
          <a:p>
            <a:pPr>
              <a:defRPr sz="3600"/>
            </a:pPr>
            <a:r>
              <a:t>В учебной среде возможен SSLKEYLOGFILE на контролируемом клиенте</a:t>
            </a:r>
          </a:p>
          <a:p>
            <a:pPr>
              <a:defRPr sz="3600"/>
            </a:pPr>
            <a:r>
              <a:t>Также используют отладочный reverse proxy, TLS-терминацию на тестовом прокси или серверные журналы</a:t>
            </a:r>
          </a:p>
          <a:p>
            <a:pPr>
              <a:defRPr sz="3600"/>
            </a:pPr>
            <a:r>
              <a:t>Расшифровка допустима только в лаборатории или при официальном разрешении</a:t>
            </a:r>
          </a:p>
          <a:p>
            <a:pPr>
              <a:defRPr sz="3600"/>
            </a:pPr>
            <a:r>
              <a:t>Для базовой диагностики часто достаточно TCP, TLS handshake, кодов сервера и журналов приложения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Break/Fix-сценарии учат читать отрицательные признаки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Неверная VLAN или выключенный сосед: ARP Request без Reply</a:t>
            </a:r>
          </a:p>
          <a:p>
            <a:pPr>
              <a:defRPr sz="3600"/>
            </a:pPr>
            <a:r>
              <a:t>Неверная DNS-запись: DNS Response NXDOMAIN</a:t>
            </a:r>
          </a:p>
          <a:p>
            <a:pPr>
              <a:defRPr sz="3600"/>
            </a:pPr>
            <a:r>
              <a:t>DNS-сервер недоступен: DNS Query без Response</a:t>
            </a:r>
          </a:p>
          <a:p>
            <a:pPr>
              <a:defRPr sz="3600"/>
            </a:pPr>
            <a:r>
              <a:t>Закрытый TCP-port: SYN -&gt; RST/ACK</a:t>
            </a:r>
          </a:p>
          <a:p>
            <a:pPr>
              <a:defRPr sz="3600"/>
            </a:pPr>
            <a:r>
              <a:t>Firewall Drop: повторные SYN без ответа</a:t>
            </a:r>
          </a:p>
          <a:p>
            <a:pPr>
              <a:defRPr sz="3600"/>
            </a:pPr>
            <a:r>
              <a:t>Потеря пакетов: retransmission и duplicate ACK в контексте последовательностей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Успешный и аварийный web-обмен выглядят по-разному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Успешный web: TCP handshake, HTTP GET и HTTP 200</a:t>
            </a:r>
          </a:p>
          <a:p>
            <a:pPr>
              <a:defRPr sz="3600"/>
            </a:pPr>
            <a:r>
              <a:t>Несуществующая страница: TCP есть, HTTP 404</a:t>
            </a:r>
          </a:p>
          <a:p>
            <a:pPr>
              <a:defRPr sz="3600"/>
            </a:pPr>
            <a:r>
              <a:t>Ошибка приложения: TCP есть, HTTP 500</a:t>
            </a:r>
          </a:p>
          <a:p>
            <a:pPr>
              <a:defRPr sz="3600"/>
            </a:pPr>
            <a:r>
              <a:t>Штатное закрытие: FIN/ACK-обмен после передачи данных</a:t>
            </a:r>
          </a:p>
          <a:p>
            <a:pPr>
              <a:defRPr sz="3600"/>
            </a:pPr>
            <a:r>
              <a:t>Резкий сброс: RST вместо нормального завершения</a:t>
            </a:r>
          </a:p>
          <a:p>
            <a:pPr>
              <a:defRPr sz="3600"/>
            </a:pPr>
            <a:r>
              <a:t>Диагностический вывод должен ссылаться на конкретный пакет или группу пакетов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Отчет по PCAP должен фиксировать условия захвата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отчете указывается симптом и проверяемая гипотеза</a:t>
            </a:r>
          </a:p>
          <a:p>
            <a:pPr>
              <a:defRPr sz="3600"/>
            </a:pPr>
            <a:r>
              <a:t>Обязательно фиксируются capture point, интерфейс и capture filter</a:t>
            </a:r>
          </a:p>
          <a:p>
            <a:pPr>
              <a:defRPr sz="3600"/>
            </a:pPr>
            <a:r>
              <a:t>Нужно указать время или интервал захвата</a:t>
            </a:r>
          </a:p>
          <a:p>
            <a:pPr>
              <a:defRPr sz="3600"/>
            </a:pPr>
            <a:r>
              <a:t>Для доказательства указывают номер пакета или диапазон пакетов в Wireshark</a:t>
            </a:r>
          </a:p>
          <a:p>
            <a:pPr>
              <a:defRPr sz="3600"/>
            </a:pPr>
            <a:r>
              <a:t>Наблюдение формулируется технически: SYN без ответа, NXDOMAIN, RST/ACK или HTTP 500</a:t>
            </a:r>
          </a:p>
          <a:p>
            <a:pPr>
              <a:defRPr sz="3600"/>
            </a:pPr>
            <a:r>
              <a:t>Пакетный захват подтверждает сетевое поведение, но не всегда сам доказывает первопричину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строки отчета по захвату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Симптом: client01 не открывает http://web01.company.test</a:t>
            </a:r>
          </a:p>
          <a:p>
            <a:pPr>
              <a:defRPr sz="3600"/>
            </a:pPr>
            <a:r>
              <a:t>Capture Point: client01, интерфейс enp0s3, фильтр 'host 192.168.10.20 and tcp port 80'</a:t>
            </a:r>
          </a:p>
          <a:p>
            <a:pPr>
              <a:defRPr sz="3600"/>
            </a:pPr>
            <a:r>
              <a:t>Наблюдение: пакеты 15, 18 и 21 являются повторными SYN без SYN/ACK</a:t>
            </a:r>
          </a:p>
          <a:p>
            <a:pPr>
              <a:defRPr sz="3600"/>
            </a:pPr>
            <a:r>
              <a:t>Вывод: клиент отправляет запрос, но ответа от сервера не получает</a:t>
            </a:r>
          </a:p>
          <a:p>
            <a:pPr>
              <a:defRPr sz="3600"/>
            </a:pPr>
            <a:r>
              <a:t>Дополнительная проверка: второй захват на web01 и проверка firewall</a:t>
            </a:r>
          </a:p>
          <a:p>
            <a:pPr>
              <a:defRPr sz="3600"/>
            </a:pPr>
            <a:r>
              <a:t>После исправления: handshake завершен, HTTP GET получил HTTP 200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Пакетный анализ показывает фактическое сетевое поведение между узлами</a:t>
            </a:r>
          </a:p>
          <a:p>
            <a:pPr>
              <a:defRPr sz="3600"/>
            </a:pPr>
            <a:r>
              <a:t>Точка захвата и интерфейс определяют, какие пакеты будут видны</a:t>
            </a:r>
          </a:p>
          <a:p>
            <a:pPr>
              <a:defRPr sz="3600"/>
            </a:pPr>
            <a:r>
              <a:t>Capture filter ограничивает запись, display filter ограничивает просмотр</a:t>
            </a:r>
          </a:p>
          <a:p>
            <a:pPr>
              <a:defRPr sz="3600"/>
            </a:pPr>
            <a:r>
              <a:t>PCAP нужно ограничивать по объему и хранить как чувствительные данные</a:t>
            </a:r>
          </a:p>
          <a:p>
            <a:pPr>
              <a:defRPr sz="3600"/>
            </a:pPr>
            <a:r>
              <a:t>ARP, DNS, TCP и HTTP дают разные диагностические признаки</a:t>
            </a:r>
          </a:p>
          <a:p>
            <a:pPr>
              <a:defRPr sz="3600"/>
            </a:pPr>
            <a:r>
              <a:t>RST, timeout, retransmission и HTTPS требуют осторожной технической интерпретации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один захват на клиенте может быть недостаточен для вывода о причине проблемы?</a:t>
            </a:r>
          </a:p>
          <a:p>
            <a:pPr>
              <a:defRPr sz="3600"/>
            </a:pPr>
            <a:r>
              <a:t>Что показывает ip route get и чего эта команда не доказывает?</a:t>
            </a:r>
          </a:p>
          <a:p>
            <a:pPr>
              <a:defRPr sz="3600"/>
            </a:pPr>
            <a:r>
              <a:t>Чем capture filter отличается от display filter?</a:t>
            </a:r>
          </a:p>
          <a:p>
            <a:pPr>
              <a:defRPr sz="3600"/>
            </a:pPr>
            <a:r>
              <a:t>Почему сложные BPF-фильтры лучше заключать в кавычки?</a:t>
            </a:r>
          </a:p>
          <a:p>
            <a:pPr>
              <a:defRPr sz="3600"/>
            </a:pPr>
            <a:r>
              <a:t>Почему обычный IP firewall обычно не является первой причиной отсутствия ARP Reply?</a:t>
            </a:r>
          </a:p>
          <a:p>
            <a:pPr>
              <a:defRPr sz="3600"/>
            </a:pPr>
            <a:r>
              <a:t>Чем RST отличается от timeout?</a:t>
            </a:r>
          </a:p>
          <a:p>
            <a:pPr>
              <a:defRPr sz="3600"/>
            </a:pPr>
            <a:r>
              <a:t>Почему retransmission в Wireshark является аналитическим выводом, а не TCP-флагом?</a:t>
            </a:r>
          </a:p>
          <a:p>
            <a:pPr>
              <a:defRPr sz="3600"/>
            </a:pPr>
            <a:r>
              <a:t>Какие поля нужно указать в отчете по PCAP?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3164</Words>
  <Application>Microsoft Office PowerPoint</Application>
  <PresentationFormat>Широкоэкранный</PresentationFormat>
  <Paragraphs>303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2026-07-28T09:30:43Z</dcterms:modified>
  <cp:category/>
</cp:coreProperties>
</file>