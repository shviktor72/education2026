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5. Bash-автоматизация и анализ системных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структуру надежного административного Bash-сценария</a:t>
            </a:r>
          </a:p>
          <a:p>
            <a:pPr>
              <a:defRPr sz="3600"/>
            </a:pPr>
            <a:r>
              <a:t>Использовать переменные, аргументы, условия, циклы и функции для проверок Linux-сервера</a:t>
            </a:r>
          </a:p>
          <a:p>
            <a:pPr>
              <a:defRPr sz="3600"/>
            </a:pPr>
            <a:r>
              <a:t>Возвращать корректные exit codes для мониторинга и автоматического запуска</a:t>
            </a:r>
          </a:p>
          <a:p>
            <a:pPr>
              <a:defRPr sz="3600"/>
            </a:pPr>
            <a:r>
              <a:t>Обрабатывать ошибки, логировать события и безопасно очищать временные ресурсы</a:t>
            </a:r>
          </a:p>
          <a:p>
            <a:pPr>
              <a:defRPr sz="3600"/>
            </a:pPr>
            <a:r>
              <a:t>Собрать законченный сценарий server-health.sh для проверки диска и systemd-службы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Структура административного сценария, переменные, quoting и command substitution</a:t>
            </a:r>
          </a:p>
          <a:p>
            <a:pPr>
              <a:defRPr sz="3600"/>
            </a:pPr>
            <a:r>
              <a:t>2. Аргументы и $?, $#, $@</a:t>
            </a:r>
          </a:p>
          <a:p>
            <a:pPr>
              <a:defRPr sz="3600"/>
            </a:pPr>
            <a:r>
              <a:t>3. if, case, логика, for, while и функции</a:t>
            </a:r>
          </a:p>
          <a:p>
            <a:pPr>
              <a:defRPr sz="3600"/>
            </a:pPr>
            <a:r>
              <a:t>4. Exit codes и мониторинг</a:t>
            </a:r>
          </a:p>
          <a:p>
            <a:pPr>
              <a:defRPr sz="3600"/>
            </a:pPr>
            <a:r>
              <a:t>5. set -euo pipefail, обработка ошибок и trap</a:t>
            </a:r>
          </a:p>
          <a:p>
            <a:pPr>
              <a:defRPr sz="3600"/>
            </a:pPr>
            <a:r>
              <a:t>6. Логирование; grep, sed, awk, sort, uniq</a:t>
            </a:r>
          </a:p>
          <a:p>
            <a:pPr>
              <a:defRPr sz="3600"/>
            </a:pPr>
            <a:r>
              <a:t>7. Идемпотентность и безопасный повторный запуск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Административный сценарий должен быть предсказуемым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Bash-сценарий автоматизирует повторяемые команды администратора Linux</a:t>
            </a:r>
          </a:p>
          <a:p>
            <a:pPr>
              <a:defRPr sz="3600"/>
            </a:pPr>
            <a:r>
              <a:t>Эксплуатационный сценарий должен быть читаемым, проверяемым и безопасным при повторном запуске</a:t>
            </a:r>
          </a:p>
          <a:p>
            <a:pPr>
              <a:defRPr sz="3600"/>
            </a:pPr>
            <a:r>
              <a:t>В начале задают interpreter line, окружение, константы и функции</a:t>
            </a:r>
          </a:p>
          <a:p>
            <a:pPr>
              <a:defRPr sz="3600"/>
            </a:pPr>
            <a:r>
              <a:t>Основная логика обычно вызывается через функцию main</a:t>
            </a:r>
          </a:p>
          <a:p>
            <a:pPr>
              <a:defRPr sz="3600"/>
            </a:pPr>
            <a:r>
              <a:t>В конце сценарий возвращает понятный exit code</a:t>
            </a:r>
          </a:p>
          <a:p>
            <a:pPr>
              <a:defRPr sz="3600"/>
            </a:pPr>
            <a:r>
              <a:t>В лаборатории собирается /usr/local/sbin/server-health.sh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server-health.sh только проверяет состояние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Сценарий проверяет заполнение файловой системы и состояние systemd-службы</a:t>
            </a:r>
          </a:p>
          <a:p>
            <a:pPr>
              <a:defRPr sz="3600"/>
            </a:pPr>
            <a:r>
              <a:t>Он ничего не удаляет, не перезапускает и не исправляет автоматически</a:t>
            </a:r>
          </a:p>
          <a:p>
            <a:pPr>
              <a:defRPr sz="3600"/>
            </a:pPr>
            <a:r>
              <a:t>Read-only проверки безопаснее для cron, Zabbix и учебного Break/Fix-сценария</a:t>
            </a:r>
          </a:p>
          <a:p>
            <a:pPr>
              <a:defRPr sz="3600"/>
            </a:pPr>
            <a:r>
              <a:t>Автоматическое исправление лучше выносить в отдельный server-remediate.sh</a:t>
            </a:r>
          </a:p>
          <a:p>
            <a:pPr>
              <a:defRPr sz="3600"/>
            </a:pPr>
            <a:r>
              <a:t>Health Check сообщает состояние, а решение об исправлении принимает администратор или утвержденная политика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Каркас сценария задает единый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#!/usr/bin/env bash - запускать сценарий через Bash из окружения</a:t>
            </a:r>
          </a:p>
          <a:p>
            <a:pPr>
              <a:defRPr sz="3600"/>
            </a:pPr>
            <a:r>
              <a:t>set -euo pipefail - включить строгий режим с оговорками, которые будут разобраны отдельно</a:t>
            </a:r>
          </a:p>
          <a:p>
            <a:pPr>
              <a:defRPr sz="3600"/>
            </a:pPr>
            <a:r>
              <a:t>readonly EXIT_OK=0 - константа успешного состояния</a:t>
            </a:r>
          </a:p>
          <a:p>
            <a:pPr>
              <a:defRPr sz="3600"/>
            </a:pPr>
            <a:r>
              <a:t>main() { ... } - основная функция сценария</a:t>
            </a:r>
          </a:p>
          <a:p>
            <a:pPr>
              <a:defRPr sz="3600"/>
            </a:pPr>
            <a:r>
              <a:t>main "$@" - передать функции исходные аргументы командной строки</a:t>
            </a:r>
          </a:p>
          <a:p>
            <a:pPr>
              <a:defRPr sz="3600"/>
            </a:pPr>
            <a:r>
              <a:t>Такой каркас легче тестировать, читать и расширять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структура административного Bash-сценария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5522E1-A01C-78F9-77C6-F412E6795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Переменные заменяют магические числа и случайные строки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SERVICE='nginx' задает проверяемую службу по умолчанию</a:t>
            </a:r>
          </a:p>
          <a:p>
            <a:pPr>
              <a:defRPr sz="3600"/>
            </a:pPr>
            <a:r>
              <a:t>MOUNTPOINT='/' задает проверяемую точку монтирования</a:t>
            </a:r>
          </a:p>
          <a:p>
            <a:pPr>
              <a:defRPr sz="3600"/>
            </a:pPr>
            <a:r>
              <a:t>DISK_WARN=80 задает порог предупреждения по диску</a:t>
            </a:r>
          </a:p>
          <a:p>
            <a:pPr>
              <a:defRPr sz="3600"/>
            </a:pPr>
            <a:r>
              <a:t>DISK_CRIT=90 задает критический порог</a:t>
            </a:r>
          </a:p>
          <a:p>
            <a:pPr>
              <a:defRPr sz="3600"/>
            </a:pPr>
            <a:r>
              <a:t>readonly EXIT_CRITICAL=2 делает код состояния понятным по имени</a:t>
            </a:r>
          </a:p>
          <a:p>
            <a:pPr>
              <a:defRPr sz="3600"/>
            </a:pPr>
            <a:r>
              <a:t>Пороговые значения лучше вынести в начало сценария или параметры запуска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Quoting защищает сценарий от пробелов и подстановок 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Quoting - заключение переменных в кавычки при подстановке</a:t>
            </a:r>
          </a:p>
          <a:p>
            <a:pPr>
              <a:defRPr sz="3600"/>
            </a:pPr>
            <a:r>
              <a:t>Плохо: cd $path - путь с пробелом разобьется на несколько слов</a:t>
            </a:r>
          </a:p>
          <a:p>
            <a:pPr>
              <a:defRPr sz="3600"/>
            </a:pPr>
            <a:r>
              <a:t>Лучше: cd "$path" - значение переменной передается как один аргумент</a:t>
            </a:r>
          </a:p>
          <a:p>
            <a:pPr>
              <a:defRPr sz="3600"/>
            </a:pPr>
            <a:r>
              <a:t>Проверка файла: [[ -f "$file" ]]</a:t>
            </a:r>
          </a:p>
          <a:p>
            <a:pPr>
              <a:defRPr sz="3600"/>
            </a:pPr>
            <a:r>
              <a:t>Незакавыченная переменная может попасть под word splitting и filename expansion</a:t>
            </a:r>
          </a:p>
          <a:p>
            <a:pPr>
              <a:defRPr sz="3600"/>
            </a:pPr>
            <a:r>
              <a:t>Практическое правило: почти всегда заключать переменные в двойные кавычки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Одинарные и двойные кавычки работают по-разному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двойных кавычках Bash подставляет переменные и command substitution</a:t>
            </a:r>
          </a:p>
          <a:p>
            <a:pPr>
              <a:defRPr sz="3600"/>
            </a:pPr>
            <a:r>
              <a:t>Пример: printf 'service=%s\n' "$SERVICE" сохраняет значение как один аргумент</a:t>
            </a:r>
          </a:p>
          <a:p>
            <a:pPr>
              <a:defRPr sz="3600"/>
            </a:pPr>
            <a:r>
              <a:t>В одинарных кавычках переменные не раскрываются</a:t>
            </a:r>
          </a:p>
          <a:p>
            <a:pPr>
              <a:defRPr sz="3600"/>
            </a:pPr>
            <a:r>
              <a:t>Пример: echo '$SERVICE' выведет буквальный текст $SERVICE</a:t>
            </a:r>
          </a:p>
          <a:p>
            <a:pPr>
              <a:defRPr sz="3600"/>
            </a:pPr>
            <a:r>
              <a:t>Одинарные кавычки удобны для awk-программ и простых trap-обработчиков</a:t>
            </a:r>
          </a:p>
          <a:p>
            <a:pPr>
              <a:defRPr sz="3600"/>
            </a:pPr>
            <a:r>
              <a:t>Выбор кавычек зависит от того, нужна ли подстановка переменных сейчас или позже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Command substitution подставляет вывод команды в переменную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Command Substitution - подстановка вывода команды в другое выражение</a:t>
            </a:r>
          </a:p>
          <a:p>
            <a:pPr>
              <a:defRPr sz="3600"/>
            </a:pPr>
            <a:r>
              <a:t>Современная форма: value=$(command)</a:t>
            </a:r>
          </a:p>
          <a:p>
            <a:pPr>
              <a:defRPr sz="3600"/>
            </a:pPr>
            <a:r>
              <a:t>Пример: host=$(hostname -s)</a:t>
            </a:r>
          </a:p>
          <a:p>
            <a:pPr>
              <a:defRPr sz="3600"/>
            </a:pPr>
            <a:r>
              <a:t>Command substitution удаляет завершающие переводы строки из вывода</a:t>
            </a:r>
          </a:p>
          <a:p>
            <a:pPr>
              <a:defRPr sz="3600"/>
            </a:pPr>
            <a:r>
              <a:t>Вывод может содержать несколько строк, поэтому нельзя всегда считать его простым числом</a:t>
            </a:r>
          </a:p>
          <a:p>
            <a:pPr>
              <a:defRPr sz="3600"/>
            </a:pPr>
            <a:r>
              <a:t>Для сложных структур лучше читать строки через while IFS= read -r или использовать формат для машинной обработки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Разделяйте объявление local и command substitution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Внутри функции переменные лучше объявлять через local</a:t>
            </a:r>
          </a:p>
          <a:p>
            <a:pPr>
              <a:defRPr sz="3600"/>
            </a:pPr>
            <a:r>
              <a:t>Плохо: local used=$(df -P / | awk 'NR==2 {print $5}')</a:t>
            </a:r>
          </a:p>
          <a:p>
            <a:pPr>
              <a:defRPr sz="3600"/>
            </a:pPr>
            <a:r>
              <a:t>Такой стиль может скрыть exit code команды за успешным выполнением local</a:t>
            </a:r>
          </a:p>
          <a:p>
            <a:pPr>
              <a:defRPr sz="3600"/>
            </a:pPr>
            <a:r>
              <a:t>Лучше: local used, затем used=$(...) отдельной строкой</a:t>
            </a:r>
          </a:p>
          <a:p>
            <a:pPr>
              <a:defRPr sz="3600"/>
            </a:pPr>
            <a:r>
              <a:t>После command substitution значение нужно проверить на ожидаемый формат</a:t>
            </a:r>
          </a:p>
          <a:p>
            <a:pPr>
              <a:defRPr sz="3600"/>
            </a:pPr>
            <a:r>
              <a:t>Это особенно важно для числовых сравнений и мониторинговых exit codes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Аргументы делают сценарий гибким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$0 содержит имя запущенного сценария</a:t>
            </a:r>
          </a:p>
          <a:p>
            <a:pPr>
              <a:defRPr sz="3600"/>
            </a:pPr>
            <a:r>
              <a:t>$1, $2 и дальше содержат позиционные аргументы</a:t>
            </a:r>
          </a:p>
          <a:p>
            <a:pPr>
              <a:defRPr sz="3600"/>
            </a:pPr>
            <a:r>
              <a:t>$# показывает количество аргументов</a:t>
            </a:r>
          </a:p>
          <a:p>
            <a:pPr>
              <a:defRPr sz="3600"/>
            </a:pPr>
            <a:r>
              <a:t>$? показывает код завершения предыдущей команды</a:t>
            </a:r>
          </a:p>
          <a:p>
            <a:pPr>
              <a:defRPr sz="3600"/>
            </a:pPr>
            <a:r>
              <a:t>$@ передает все исходные аргументы дальше</a:t>
            </a:r>
          </a:p>
          <a:p>
            <a:pPr>
              <a:defRPr sz="3600"/>
            </a:pPr>
            <a:r>
              <a:t>Для server-health.sh нужны ключи -h, -s SERVICE, -w WARNING и -c CRITICAL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"$@" и "$*" передают аргументы по-разному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"$@" передает каждый исходный аргумент отдельно</a:t>
            </a:r>
          </a:p>
          <a:p>
            <a:pPr>
              <a:defRPr sz="3600"/>
            </a:pPr>
            <a:r>
              <a:t>Пример: ./script.sh "web server" 80 содержит два аргумента</a:t>
            </a:r>
          </a:p>
          <a:p>
            <a:pPr>
              <a:defRPr sz="3600"/>
            </a:pPr>
            <a:r>
              <a:t>main "$@" передаст в main два аргумента: web server и 80</a:t>
            </a:r>
          </a:p>
          <a:p>
            <a:pPr>
              <a:defRPr sz="3600"/>
            </a:pPr>
            <a:r>
              <a:t>"$*" объединяет все аргументы в одну строку</a:t>
            </a:r>
          </a:p>
          <a:p>
            <a:pPr>
              <a:defRPr sz="3600"/>
            </a:pPr>
            <a:r>
              <a:t>Для передачи исходных аргументов другой функции почти всегда используют "$@"</a:t>
            </a:r>
          </a:p>
          <a:p>
            <a:pPr>
              <a:defRPr sz="3600"/>
            </a:pPr>
            <a:r>
              <a:t>Незакавыченные $@ и $* могут подвергаться word splitting и filename expansion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$? нужно сохранять сразу после команды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$? равен 0, если предыдущая команда завершилась успешно</a:t>
            </a:r>
          </a:p>
          <a:p>
            <a:pPr>
              <a:defRPr sz="3600"/>
            </a:pPr>
            <a:r>
              <a:t>Ненулевое значение означает ошибку или особое состояние, заданное программой</a:t>
            </a:r>
          </a:p>
          <a:p>
            <a:pPr>
              <a:defRPr sz="3600"/>
            </a:pPr>
            <a:r>
              <a:t>Пример демонстрации: systemctl is-active --quiet nginx; echo $?</a:t>
            </a:r>
          </a:p>
          <a:p>
            <a:pPr>
              <a:defRPr sz="3600"/>
            </a:pPr>
            <a:r>
              <a:t>Любая следующая команда перезапишет $?</a:t>
            </a:r>
          </a:p>
          <a:p>
            <a:pPr>
              <a:defRPr sz="3600"/>
            </a:pPr>
            <a:r>
              <a:t>Если код нужен, сохранить его нужно сразу: some_command; rc=$?</a:t>
            </a:r>
          </a:p>
          <a:p>
            <a:pPr>
              <a:defRPr sz="3600"/>
            </a:pPr>
            <a:r>
              <a:t>При set -e ожидаемо неуспешные команды лучше выполнять внутри if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 рабочем сценарии лучше проверять команду напрямую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Демонстрация через echo $? полезна для обучения</a:t>
            </a:r>
          </a:p>
          <a:p>
            <a:pPr>
              <a:defRPr sz="3600"/>
            </a:pPr>
            <a:r>
              <a:t>В рабочем коде безопаснее писать: if systemctl is-active --quiet "$service"; then ...</a:t>
            </a:r>
          </a:p>
          <a:p>
            <a:pPr>
              <a:defRPr sz="3600"/>
            </a:pPr>
            <a:r>
              <a:t>Так не нужно ловить $? отдельной строкой</a:t>
            </a:r>
          </a:p>
          <a:p>
            <a:pPr>
              <a:defRPr sz="3600"/>
            </a:pPr>
            <a:r>
              <a:t>Ожидаемая неактивная служба не завершит сценарий при set -e, если команда находится в if</a:t>
            </a:r>
          </a:p>
          <a:p>
            <a:pPr>
              <a:defRPr sz="3600"/>
            </a:pPr>
            <a:r>
              <a:t>Если код нужен, его можно сохранить в ветке else: rc=$?</a:t>
            </a:r>
          </a:p>
          <a:p>
            <a:pPr>
              <a:defRPr sz="3600"/>
            </a:pPr>
            <a:r>
              <a:t>Проверка команды должна соответствовать смыслу результата, а не только числу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getopts разбирает короткие параметры командной строки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getopts - встроенный механизм Bash для обработки коротких ключей</a:t>
            </a:r>
          </a:p>
          <a:p>
            <a:pPr>
              <a:defRPr sz="3600"/>
            </a:pPr>
            <a:r>
              <a:t>Ключ -h показывает справку</a:t>
            </a:r>
          </a:p>
          <a:p>
            <a:pPr>
              <a:defRPr sz="3600"/>
            </a:pPr>
            <a:r>
              <a:t>Ключ -s nginx выбирает проверяемую systemd-службу</a:t>
            </a:r>
          </a:p>
          <a:p>
            <a:pPr>
              <a:defRPr sz="3600"/>
            </a:pPr>
            <a:r>
              <a:t>Ключ -w 80 задает порог WARNING</a:t>
            </a:r>
          </a:p>
          <a:p>
            <a:pPr>
              <a:defRPr sz="3600"/>
            </a:pPr>
            <a:r>
              <a:t>Ключ -c 90 задает порог CRITICAL</a:t>
            </a:r>
          </a:p>
          <a:p>
            <a:pPr>
              <a:defRPr sz="3600"/>
            </a:pPr>
            <a:r>
              <a:t>Ошибочные параметры должны завершаться понятным сообщением и кодом UNKNOWN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usage() показывает правила запуска сценария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Функция usage печатает краткую справку для пользователя</a:t>
            </a:r>
          </a:p>
          <a:p>
            <a:pPr>
              <a:defRPr sz="3600"/>
            </a:pPr>
            <a:r>
              <a:t>Пример строки: Использование: $0 [-h] [-s SERVICE] [-w WARN] [-c CRIT]</a:t>
            </a:r>
          </a:p>
          <a:p>
            <a:pPr>
              <a:defRPr sz="3600"/>
            </a:pPr>
            <a:r>
              <a:t>-h - показать справку</a:t>
            </a:r>
          </a:p>
          <a:p>
            <a:pPr>
              <a:defRPr sz="3600"/>
            </a:pPr>
            <a:r>
              <a:t>-s SERVICE - проверяемая systemd-служба</a:t>
            </a:r>
          </a:p>
          <a:p>
            <a:pPr>
              <a:defRPr sz="3600"/>
            </a:pPr>
            <a:r>
              <a:t>-w WARN - порог WARNING в процентах</a:t>
            </a:r>
          </a:p>
          <a:p>
            <a:pPr>
              <a:defRPr sz="3600"/>
            </a:pPr>
            <a:r>
              <a:t>-c CRIT - порог CRITICAL в процентах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Рабочий getopts должен обрабатывать ошибки параметров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 цикла: while getopts ':hs:w:c:' opt; do case "$opt" in ... esac; done</a:t>
            </a:r>
          </a:p>
          <a:p>
            <a:pPr>
              <a:defRPr sz="3600"/>
            </a:pPr>
            <a:r>
              <a:t>h) usage; exit "$EXIT_OK" ;; - показать справку</a:t>
            </a:r>
          </a:p>
          <a:p>
            <a:pPr>
              <a:defRPr sz="3600"/>
            </a:pPr>
            <a:r>
              <a:t>s) SERVICE=$OPTARG ;; - сохранить имя службы</a:t>
            </a:r>
          </a:p>
          <a:p>
            <a:pPr>
              <a:defRPr sz="3600"/>
            </a:pPr>
            <a:r>
              <a:t>w) DISK_WARN=$OPTARG ;; - сохранить WARNING-порог</a:t>
            </a:r>
          </a:p>
          <a:p>
            <a:pPr>
              <a:defRPr sz="3600"/>
            </a:pPr>
            <a:r>
              <a:t>c) DISK_CRIT=$OPTARG ;; - сохранить CRITICAL-порог</a:t>
            </a:r>
          </a:p>
          <a:p>
            <a:pPr>
              <a:defRPr sz="3600"/>
            </a:pPr>
            <a:r>
              <a:t>:) echo "UNKNOWN: параметр -$OPTARG требует значение" &gt;&amp;2; exit "$EXIT_UNKNOWN" ;;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Числовые параметры нужно валидировать до проверок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Порог диска должен быть числом от 1 до 100</a:t>
            </a:r>
          </a:p>
          <a:p>
            <a:pPr>
              <a:defRPr sz="3600"/>
            </a:pPr>
            <a:r>
              <a:t>DISK_WARN должен быть меньше DISK_CRIT</a:t>
            </a:r>
          </a:p>
          <a:p>
            <a:pPr>
              <a:defRPr sz="3600"/>
            </a:pPr>
            <a:r>
              <a:t>Проверка формата: [[ $value =~ ^[0-9]+$ ]]</a:t>
            </a:r>
          </a:p>
          <a:p>
            <a:pPr>
              <a:defRPr sz="3600"/>
            </a:pPr>
            <a:r>
              <a:t>Проверка диапазона: (( value &gt;= 1 &amp;&amp; value &lt;= 100 ))</a:t>
            </a:r>
          </a:p>
          <a:p>
            <a:pPr>
              <a:defRPr sz="3600"/>
            </a:pPr>
            <a:r>
              <a:t>Если параметр неверный, сценарий возвращает UNKNOWN, а не CRITICAL</a:t>
            </a:r>
          </a:p>
          <a:p>
            <a:pPr>
              <a:defRPr sz="3600"/>
            </a:pPr>
            <a:r>
              <a:t>Ошибка параметра означает проблему выполнения проверки, а не состояние сервера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if должен проверять смысл результата, а не только строку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if используется для проверки результата команды, числа, строки или файла</a:t>
            </a:r>
          </a:p>
          <a:p>
            <a:pPr>
              <a:defRPr sz="3600"/>
            </a:pPr>
            <a:r>
              <a:t>Пример команды: if systemctl is-active --quiet "$service"; then ...</a:t>
            </a:r>
          </a:p>
          <a:p>
            <a:pPr>
              <a:defRPr sz="3600"/>
            </a:pPr>
            <a:r>
              <a:t>Для чисел в [[ ]] удобнее использовать арифметику: (( used &gt;= crit ))</a:t>
            </a:r>
          </a:p>
          <a:p>
            <a:pPr>
              <a:defRPr sz="3600"/>
            </a:pPr>
            <a:r>
              <a:t>Для строк применяют [[ -n "$value" ]] или [[ "$state" == OK ]]</a:t>
            </a:r>
          </a:p>
          <a:p>
            <a:pPr>
              <a:defRPr sz="3600"/>
            </a:pPr>
            <a:r>
              <a:t>Условие должно быть читаемым и соответствовать диагностическому смыслу</a:t>
            </a:r>
          </a:p>
          <a:p>
            <a:pPr>
              <a:defRPr sz="3600"/>
            </a:pPr>
            <a:r>
              <a:t>Неуспешный результат ожидаемой проверки не всегда является ошибкой сценария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case удобен для параметров и состояний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case заменяет длинную цепочку if при выборе по одному значению</a:t>
            </a:r>
          </a:p>
          <a:p>
            <a:pPr>
              <a:defRPr sz="3600"/>
            </a:pPr>
            <a:r>
              <a:t>В getopts case обрабатывает h, s, w, c и ошибки параметров</a:t>
            </a:r>
          </a:p>
          <a:p>
            <a:pPr>
              <a:defRPr sz="3600"/>
            </a:pPr>
            <a:r>
              <a:t>В сценарии мониторинга case может обрабатывать состояния OK, WARNING, CRITICAL и UNKNOWN</a:t>
            </a:r>
          </a:p>
          <a:p>
            <a:pPr>
              <a:defRPr sz="3600"/>
            </a:pPr>
            <a:r>
              <a:t>В конце case нужно предусмотреть неизвестное значение</a:t>
            </a:r>
          </a:p>
          <a:p>
            <a:pPr>
              <a:defRPr sz="3600"/>
            </a:pPr>
            <a:r>
              <a:t>Неизвестное состояние лучше завершать как UNKNOWN</a:t>
            </a:r>
          </a:p>
          <a:p>
            <a:pPr>
              <a:defRPr sz="3600"/>
            </a:pPr>
            <a:r>
              <a:t>Такой подход делает сценарий понятнее для сопровождения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for подходит для заранее известного списка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for удобен, когда список элементов известен заранее</a:t>
            </a:r>
          </a:p>
          <a:p>
            <a:pPr>
              <a:defRPr sz="3600"/>
            </a:pPr>
            <a:r>
              <a:t>Имена systemd units зависят от дистрибутива и пакета</a:t>
            </a:r>
          </a:p>
          <a:p>
            <a:pPr>
              <a:defRPr sz="3600"/>
            </a:pPr>
            <a:r>
              <a:t>В Debian/Ubuntu служба SSH часто называется ssh</a:t>
            </a:r>
          </a:p>
          <a:p>
            <a:pPr>
              <a:defRPr sz="3600"/>
            </a:pPr>
            <a:r>
              <a:t>В RHEL-подобных системах служба часто называется sshd</a:t>
            </a:r>
          </a:p>
          <a:p>
            <a:pPr>
              <a:defRPr sz="3600"/>
            </a:pPr>
            <a:r>
              <a:t>OpenVPN unit может называться openvpn-server@server</a:t>
            </a:r>
          </a:p>
          <a:p>
            <a:pPr>
              <a:defRPr sz="3600"/>
            </a:pPr>
            <a:r>
              <a:t>Перед лабораторией реальные имена проверяют: systemctl list-unit-files | grep -E 'nginx|ssh|openvpn'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Массивы безопаснее строки со списком служб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Bash array хранит элементы как отдельные значения</a:t>
            </a:r>
          </a:p>
          <a:p>
            <a:pPr>
              <a:defRPr sz="3600"/>
            </a:pPr>
            <a:r>
              <a:t>Пример: SERVICES=(nginx ssh openvpn-server@server)</a:t>
            </a:r>
          </a:p>
          <a:p>
            <a:pPr>
              <a:defRPr sz="3600"/>
            </a:pPr>
            <a:r>
              <a:t>Цикл: for svc in "${SERVICES[@]}"; do check_service "$svc"; done</a:t>
            </a:r>
          </a:p>
          <a:p>
            <a:pPr>
              <a:defRPr sz="3600"/>
            </a:pPr>
            <a:r>
              <a:t>Кавычки вокруг "${SERVICES[@]}" сохраняют каждый элемент отдельно</a:t>
            </a:r>
          </a:p>
          <a:p>
            <a:pPr>
              <a:defRPr sz="3600"/>
            </a:pPr>
            <a:r>
              <a:t>Массивы уменьшают риск ошибки при пробелах и специальных символах</a:t>
            </a:r>
          </a:p>
          <a:p>
            <a:pPr>
              <a:defRPr sz="3600"/>
            </a:pPr>
            <a:r>
              <a:t>Для базового server-health.sh достаточно одной службы через -s SERVICE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while IFS= read -r сохраняет строку как есть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while подходит для чтения строк файла или потока</a:t>
            </a:r>
          </a:p>
          <a:p>
            <a:pPr>
              <a:defRPr sz="3600"/>
            </a:pPr>
            <a:r>
              <a:t>Надежный шаблон: while IFS= read -r line; do printf '%s\n' "$line"; done &lt; servers.txt</a:t>
            </a:r>
          </a:p>
          <a:p>
            <a:pPr>
              <a:defRPr sz="3600"/>
            </a:pPr>
            <a:r>
              <a:t>IFS= сохраняет начальные и завершающие пробелы</a:t>
            </a:r>
          </a:p>
          <a:p>
            <a:pPr>
              <a:defRPr sz="3600"/>
            </a:pPr>
            <a:r>
              <a:t>read -r не обрабатывает обратные слеши как escape-последовательности</a:t>
            </a:r>
          </a:p>
          <a:p>
            <a:pPr>
              <a:defRPr sz="3600"/>
            </a:pPr>
            <a:r>
              <a:t>Для последней строки без перевода строки можно добавить условие [[ -n $line ]]</a:t>
            </a:r>
          </a:p>
          <a:p>
            <a:pPr>
              <a:defRPr sz="3600"/>
            </a:pPr>
            <a:r>
              <a:t>Для базовой лекции достаточно освоить IFS= read -r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Функция должна делать одну проверку и возвращать статус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Функция объединяет одну логическую операцию</a:t>
            </a:r>
          </a:p>
          <a:p>
            <a:pPr>
              <a:defRPr sz="3600"/>
            </a:pPr>
            <a:r>
              <a:t>check_disk проверяет заполнение точки монтирования</a:t>
            </a:r>
          </a:p>
          <a:p>
            <a:pPr>
              <a:defRPr sz="3600"/>
            </a:pPr>
            <a:r>
              <a:t>check_service проверяет состояние systemd-службы</a:t>
            </a:r>
          </a:p>
          <a:p>
            <a:pPr>
              <a:defRPr sz="3600"/>
            </a:pPr>
            <a:r>
              <a:t>printf или echo формирует сообщение для человека или мониторинга</a:t>
            </a:r>
          </a:p>
          <a:p>
            <a:pPr>
              <a:defRPr sz="3600"/>
            </a:pPr>
            <a:r>
              <a:t>return возвращает статус функции вызывающему коду</a:t>
            </a:r>
          </a:p>
          <a:p>
            <a:pPr>
              <a:defRPr sz="3600"/>
            </a:pPr>
            <a:r>
              <a:t>exit завершает весь сценарий и применяется в main или при фатальной ошибке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check_service разделяет сообщение и код возврата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Начало функции: check_service() { local service=$1; ... }</a:t>
            </a:r>
          </a:p>
          <a:p>
            <a:pPr>
              <a:defRPr sz="3600"/>
            </a:pPr>
            <a:r>
              <a:t>Проверка: if systemctl is-active --quiet "$service"; then</a:t>
            </a:r>
          </a:p>
          <a:p>
            <a:pPr>
              <a:defRPr sz="3600"/>
            </a:pPr>
            <a:r>
              <a:t>Успех: printf 'OK: service %s is active\n' "$service"; return 0</a:t>
            </a:r>
          </a:p>
          <a:p>
            <a:pPr>
              <a:defRPr sz="3600"/>
            </a:pPr>
            <a:r>
              <a:t>Отказ: printf 'CRITICAL: service %s is inactive\n' "$service"; return 2</a:t>
            </a:r>
          </a:p>
          <a:p>
            <a:pPr>
              <a:defRPr sz="3600"/>
            </a:pPr>
            <a:r>
              <a:t>Сообщение объясняет состояние, а return передает код мониторингу</a:t>
            </a:r>
          </a:p>
          <a:p>
            <a:pPr>
              <a:defRPr sz="3600"/>
            </a:pPr>
            <a:r>
              <a:t>Функция не должна делать exit, если ее результат еще нужно агрегировать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check_disk должен удалить знак процента перед сравнением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df -P / | awk 'NR==2 {print $5}' возвращает значение вида 82%</a:t>
            </a:r>
          </a:p>
          <a:p>
            <a:pPr>
              <a:defRPr sz="3600"/>
            </a:pPr>
            <a:r>
              <a:t>Сравнение [ "$used" -ge 90 ] с 82% завершится ошибкой</a:t>
            </a:r>
          </a:p>
          <a:p>
            <a:pPr>
              <a:defRPr sz="3600"/>
            </a:pPr>
            <a:r>
              <a:t>Нужно удалить знак процента: gsub(/%/, "", $5)</a:t>
            </a:r>
          </a:p>
          <a:p>
            <a:pPr>
              <a:defRPr sz="3600"/>
            </a:pPr>
            <a:r>
              <a:t>Пример: used=$(df -P "$mountpoint" | awk 'NR==2 {gsub(/%/, "", $5); print $5}')</a:t>
            </a:r>
          </a:p>
          <a:p>
            <a:pPr>
              <a:defRPr sz="3600"/>
            </a:pPr>
            <a:r>
              <a:t>После извлечения значение проверяют регулярным выражением ^[0-9]+$</a:t>
            </a:r>
          </a:p>
          <a:p>
            <a:pPr>
              <a:defRPr sz="3600"/>
            </a:pPr>
            <a:r>
              <a:t>Если значение не число, функция возвращает UNKNOWN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check_disk должен знать, какую файловую систему проверяет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начала лучше проверять конкретную точку монтирования, например /</a:t>
            </a:r>
          </a:p>
          <a:p>
            <a:pPr>
              <a:defRPr sz="3600"/>
            </a:pPr>
            <a:r>
              <a:t>Команда df -P "$MOUNTPOINT" дает POSIX-совместимый формат вывода</a:t>
            </a:r>
          </a:p>
          <a:p>
            <a:pPr>
              <a:defRPr sz="3600"/>
            </a:pPr>
            <a:r>
              <a:t>Если проверяются все ФС, нужно исключать tmpfs, devtmpfs, squashfs и контейнерные mounts</a:t>
            </a:r>
          </a:p>
          <a:p>
            <a:pPr>
              <a:defRPr sz="3600"/>
            </a:pPr>
            <a:r>
              <a:t>Сетевые файловые системы проверяются отдельно, если это входит в задачу</a:t>
            </a:r>
          </a:p>
          <a:p>
            <a:pPr>
              <a:defRPr sz="3600"/>
            </a:pPr>
            <a:r>
              <a:t>Иначе сценарий будет выдавать шумные или ложные предупреждения</a:t>
            </a:r>
          </a:p>
          <a:p>
            <a:pPr>
              <a:defRPr sz="3600"/>
            </a:pPr>
            <a:r>
              <a:t>Для лабораторного server-health.sh достаточно MOUNTPOINT='/'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функции server-health.sh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02E66A-8DBA-0151-0C7D-A8574C776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Exit codes связывают Bash-сценарий с мониторингом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Exit Code - числовой код завершения процесса</a:t>
            </a:r>
          </a:p>
          <a:p>
            <a:pPr>
              <a:defRPr sz="3600"/>
            </a:pPr>
            <a:r>
              <a:t>Общее Unix-правило: 0 означает успех, ненулевой код означает неуспех или особое состояние</a:t>
            </a:r>
          </a:p>
          <a:p>
            <a:pPr>
              <a:defRPr sz="3600"/>
            </a:pPr>
            <a:r>
              <a:t>Конкретные ненулевые значения определяет сама программа</a:t>
            </a:r>
          </a:p>
          <a:p>
            <a:pPr>
              <a:defRPr sz="3600"/>
            </a:pPr>
            <a:r>
              <a:t>Допустимый exit code процесса находится в диапазоне 0-255</a:t>
            </a:r>
          </a:p>
          <a:p>
            <a:pPr>
              <a:defRPr sz="3600"/>
            </a:pPr>
            <a:r>
              <a:t>Мониторинговые системы читают и текст, и код завершения</a:t>
            </a:r>
          </a:p>
          <a:p>
            <a:pPr>
              <a:defRPr sz="3600"/>
            </a:pPr>
            <a:r>
              <a:t>Поэтому server-health.sh должен печатать понятное сообщение и завершаться правильным кодом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Коды 0-3 являются соглашением мониторингового сценария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лаборатории используется схема, совместимая с подходом Nagios/Icinga plugins</a:t>
            </a:r>
          </a:p>
          <a:p>
            <a:pPr>
              <a:defRPr sz="3600"/>
            </a:pPr>
            <a:r>
              <a:t>0 = OK: проверка прошла успешно</a:t>
            </a:r>
          </a:p>
          <a:p>
            <a:pPr>
              <a:defRPr sz="3600"/>
            </a:pPr>
            <a:r>
              <a:t>1 = WARNING: параметр близок к опасному значению</a:t>
            </a:r>
          </a:p>
          <a:p>
            <a:pPr>
              <a:defRPr sz="3600"/>
            </a:pPr>
            <a:r>
              <a:t>2 = CRITICAL: требуется действие администратора</a:t>
            </a:r>
          </a:p>
          <a:p>
            <a:pPr>
              <a:defRPr sz="3600"/>
            </a:pPr>
            <a:r>
              <a:t>3 = UNKNOWN: сценарий не смог корректно выполнить проверку</a:t>
            </a:r>
          </a:p>
          <a:p>
            <a:pPr>
              <a:defRPr sz="3600"/>
            </a:pPr>
            <a:r>
              <a:t>Эта схема не является универсальным стандартом для всех Linux-команд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Несколько проверок нужно агрегировать в один 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диск WARNING, а служба CRITICAL, общий результат должен быть CRITICAL</a:t>
            </a:r>
          </a:p>
          <a:p>
            <a:pPr>
              <a:defRPr sz="3600"/>
            </a:pPr>
            <a:r>
              <a:t>Если команда проверки не смогла выполниться, возможен UNKNOWN</a:t>
            </a:r>
          </a:p>
          <a:p>
            <a:pPr>
              <a:defRPr sz="3600"/>
            </a:pPr>
            <a:r>
              <a:t>Приоритет должен быть определен явно до написания кода</a:t>
            </a:r>
          </a:p>
          <a:p>
            <a:pPr>
              <a:defRPr sz="3600"/>
            </a:pPr>
            <a:r>
              <a:t>Простое числовое сравнение делает UNKNOWN=3 выше CRITICAL=2</a:t>
            </a:r>
          </a:p>
          <a:p>
            <a:pPr>
              <a:defRPr sz="3600"/>
            </a:pPr>
            <a:r>
              <a:t>Это может быть допустимо, но должно быть осознанным решением</a:t>
            </a:r>
          </a:p>
          <a:p>
            <a:pPr>
              <a:defRPr sz="3600"/>
            </a:pPr>
            <a:r>
              <a:t>В учебном server-health.sh используем порядок CRITICAL, затем UNKNOWN, затем WARNING, затем OK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Агрегация статусов выполняется после вызова функций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Функция check_disk возвращает disk_rc</a:t>
            </a:r>
          </a:p>
          <a:p>
            <a:pPr>
              <a:defRPr sz="3600"/>
            </a:pPr>
            <a:r>
              <a:t>Функция check_service возвращает service_rc</a:t>
            </a:r>
          </a:p>
          <a:p>
            <a:pPr>
              <a:defRPr sz="3600"/>
            </a:pPr>
            <a:r>
              <a:t>Если disk_rc или service_rc равен 2, сценарий завершится EXIT_CRITICAL</a:t>
            </a:r>
          </a:p>
          <a:p>
            <a:pPr>
              <a:defRPr sz="3600"/>
            </a:pPr>
            <a:r>
              <a:t>Если критичных ошибок нет, но есть UNKNOWN, сценарий завершится EXIT_UNKNOWN</a:t>
            </a:r>
          </a:p>
          <a:p>
            <a:pPr>
              <a:defRPr sz="3600"/>
            </a:pPr>
            <a:r>
              <a:t>Если есть WARNING и нет более серьезных состояний, сценарий завершится EXIT_WARNING</a:t>
            </a:r>
          </a:p>
          <a:p>
            <a:pPr>
              <a:defRPr sz="3600"/>
            </a:pPr>
            <a:r>
              <a:t>Если все проверки OK, сценарий завершится EXIT_OK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агрегация OK, WARNING, CRITICAL и UNKNOWN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5BD40C-B65D-AA7C-9E0F-C9C579A00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set -e помогает, но не заменяет явную обработку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set -e помогает остановить сценарий при необработанной ошибке простой команды</a:t>
            </a:r>
          </a:p>
          <a:p>
            <a:pPr>
              <a:defRPr sz="3600"/>
            </a:pPr>
            <a:r>
              <a:t>Но у set -e есть исключения внутри if, while, until, &amp;&amp;, || и некоторых pipeline-контекстов</a:t>
            </a:r>
          </a:p>
          <a:p>
            <a:pPr>
              <a:defRPr sz="3600"/>
            </a:pPr>
            <a:r>
              <a:t>Ожидаемо неуспешная проверка службы должна быть внутри if</a:t>
            </a:r>
          </a:p>
          <a:p>
            <a:pPr>
              <a:defRPr sz="3600"/>
            </a:pPr>
            <a:r>
              <a:t>Опасно: systemctl is-active --quiet nginx; status=$? при set -e</a:t>
            </a:r>
          </a:p>
          <a:p>
            <a:pPr>
              <a:defRPr sz="3600"/>
            </a:pPr>
            <a:r>
              <a:t>Сценарий может завершиться до сохранения status</a:t>
            </a:r>
          </a:p>
          <a:p>
            <a:pPr>
              <a:defRPr sz="3600"/>
            </a:pPr>
            <a:r>
              <a:t>Правильно: if systemctl is-active --quiet "$service"; then ... else rc=$?; fi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set -u требует значений по умолчанию или явной 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set -u завершает сценарий при обращении к необъявленной переменной</a:t>
            </a:r>
          </a:p>
          <a:p>
            <a:pPr>
              <a:defRPr sz="3600"/>
            </a:pPr>
            <a:r>
              <a:t>Значение по умолчанию: threshold=${THRESHOLD:-80}</a:t>
            </a:r>
          </a:p>
          <a:p>
            <a:pPr>
              <a:defRPr sz="3600"/>
            </a:pPr>
            <a:r>
              <a:t>Обязательная переменная: : "${target_dir:?target_dir is not set}"</a:t>
            </a:r>
          </a:p>
          <a:p>
            <a:pPr>
              <a:defRPr sz="3600"/>
            </a:pPr>
            <a:r>
              <a:t>Для разрушительных путей лучше аварийно завершиться, чем выбирать default</a:t>
            </a:r>
          </a:p>
          <a:p>
            <a:pPr>
              <a:defRPr sz="3600"/>
            </a:pPr>
            <a:r>
              <a:t>Пример опасности: rm -rf "$target_dir", если target_dir не определена</a:t>
            </a:r>
          </a:p>
          <a:p>
            <a:pPr>
              <a:defRPr sz="3600"/>
            </a:pPr>
            <a:r>
              <a:t>Строгий режим полезен только вместе с осознанными проверками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pipefail меняет смысл pipeline-ошибок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Без pipefail pipeline возвращает код последней команды</a:t>
            </a:r>
          </a:p>
          <a:p>
            <a:pPr>
              <a:defRPr sz="3600"/>
            </a:pPr>
            <a:r>
              <a:t>Пример: false | true завершится кодом 0 без pipefail</a:t>
            </a:r>
          </a:p>
          <a:p>
            <a:pPr>
              <a:defRPr sz="3600"/>
            </a:pPr>
            <a:r>
              <a:t>С set -o pipefail pipeline вернет ненулевой статус, если одна из команд упала</a:t>
            </a:r>
          </a:p>
          <a:p>
            <a:pPr>
              <a:defRPr sz="3600"/>
            </a:pPr>
            <a:r>
              <a:t>Практический пример: journalctl -u nginx | grep -q error</a:t>
            </a:r>
          </a:p>
          <a:p>
            <a:pPr>
              <a:defRPr sz="3600"/>
            </a:pPr>
            <a:r>
              <a:t>Нужно различать: журнал недоступен, grep не нашел совпадение, grep обнаружил ошибку</a:t>
            </a:r>
          </a:p>
          <a:p>
            <a:pPr>
              <a:defRPr sz="3600"/>
            </a:pPr>
            <a:r>
              <a:t>pipefail делает ошибки видимее, но не заменяет смысловую обработку состояний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trap должен безопасно очищать временные файлы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trap - механизм запуска команды или функции при выходе или сигнале</a:t>
            </a:r>
          </a:p>
          <a:p>
            <a:pPr>
              <a:defRPr sz="3600"/>
            </a:pPr>
            <a:r>
              <a:t>Корректный простой пример: tmpfile=$(mktemp); trap 'rm -f "$tmpfile"' EXIT</a:t>
            </a:r>
          </a:p>
          <a:p>
            <a:pPr>
              <a:defRPr sz="3600"/>
            </a:pPr>
            <a:r>
              <a:t>Надежнее использовать функцию cleanup</a:t>
            </a:r>
          </a:p>
          <a:p>
            <a:pPr>
              <a:defRPr sz="3600"/>
            </a:pPr>
            <a:r>
              <a:t>cleanup() { rm -f -- "${tmpfile:-}"; }</a:t>
            </a:r>
          </a:p>
          <a:p>
            <a:pPr>
              <a:defRPr sz="3600"/>
            </a:pPr>
            <a:r>
              <a:t>Конструкция ${tmpfile:-} не падает при set -u, если переменная еще не определена</a:t>
            </a:r>
          </a:p>
          <a:p>
            <a:pPr>
              <a:defRPr sz="3600"/>
            </a:pPr>
            <a:r>
              <a:t>trap cleanup EXIT INT TERM выполняет очистку при завершении и типовых сигналах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mktemp должен проверяться как обычная команда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mktemp создает уникальный временный файл или каталог</a:t>
            </a:r>
          </a:p>
          <a:p>
            <a:pPr>
              <a:defRPr sz="3600"/>
            </a:pPr>
            <a:r>
              <a:t>Пример файла: tmpfile=$(mktemp) || { echo 'UNKNOWN: не удалось создать временный файл' &gt;&amp;2; exit 3; }</a:t>
            </a:r>
          </a:p>
          <a:p>
            <a:pPr>
              <a:defRPr sz="3600"/>
            </a:pPr>
            <a:r>
              <a:t>Пример каталога: tmpdir=$(mktemp -d)</a:t>
            </a:r>
          </a:p>
          <a:p>
            <a:pPr>
              <a:defRPr sz="3600"/>
            </a:pPr>
            <a:r>
              <a:t>Перед rm -rf нужно убедиться, что путь не пустой и создан именно mktemp</a:t>
            </a:r>
          </a:p>
          <a:p>
            <a:pPr>
              <a:defRPr sz="3600"/>
            </a:pPr>
            <a:r>
              <a:t>Для базового server-health.sh временный файл не обязателен</a:t>
            </a:r>
          </a:p>
          <a:p>
            <a:pPr>
              <a:defRPr sz="3600"/>
            </a:pPr>
            <a:r>
              <a:t>Но умение писать cleanup пригодится для сценариев с промежуточными данными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ERR-trap полезен для диагностики, но имеет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Обработчик ошибок может печатать строку и exit code</a:t>
            </a:r>
          </a:p>
          <a:p>
            <a:pPr>
              <a:defRPr sz="3600"/>
            </a:pPr>
            <a:r>
              <a:t>Пример идеи: trap 'on_error "$LINENO"' ERR</a:t>
            </a:r>
          </a:p>
          <a:p>
            <a:pPr>
              <a:defRPr sz="3600"/>
            </a:pPr>
            <a:r>
              <a:t>ERR имеет похожие контекстные ограничения с set -e</a:t>
            </a:r>
          </a:p>
          <a:p>
            <a:pPr>
              <a:defRPr sz="3600"/>
            </a:pPr>
            <a:r>
              <a:t>Для наследования в функциях и subshell иногда используют set -E</a:t>
            </a:r>
          </a:p>
          <a:p>
            <a:pPr>
              <a:defRPr sz="3600"/>
            </a:pPr>
            <a:r>
              <a:t>Такой обработчик помогает найти место аварии</a:t>
            </a:r>
          </a:p>
          <a:p>
            <a:pPr>
              <a:defRPr sz="3600"/>
            </a:pPr>
            <a:r>
              <a:t>Но он не заменяет явные сообщения UNKNOWN в ожидаемых ошибках проверок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Логирование нужно разделять на STDOUT, STDERR и Journald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STDOUT - итоговое состояние для мониторинга: OK: disk=42%, nginx=active</a:t>
            </a:r>
          </a:p>
          <a:p>
            <a:pPr>
              <a:defRPr sz="3600"/>
            </a:pPr>
            <a:r>
              <a:t>STDERR - ошибки выполнения: echo 'UNKNOWN: df command failed' &gt;&amp;2</a:t>
            </a:r>
          </a:p>
          <a:p>
            <a:pPr>
              <a:defRPr sz="3600"/>
            </a:pPr>
            <a:r>
              <a:t>Journald или Syslog - история запусков сценария</a:t>
            </a:r>
          </a:p>
          <a:p>
            <a:pPr>
              <a:defRPr sz="3600"/>
            </a:pPr>
            <a:r>
              <a:t>logger -t server-health -- "disk usage: ${used}%" отправляет запись в системный журнал</a:t>
            </a:r>
          </a:p>
          <a:p>
            <a:pPr>
              <a:defRPr sz="3600"/>
            </a:pPr>
            <a:r>
              <a:t>Проверка журнала: journalctl -t server-health</a:t>
            </a:r>
          </a:p>
          <a:p>
            <a:pPr>
              <a:defRPr sz="3600"/>
            </a:pPr>
            <a:r>
              <a:t>В логах нельзя хранить пароли, токены, private keys и содержимое credential-файлов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Файловый лог требует владельца, прав и ротации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Файл /var/log/server-health.log удобен, но требует сопровождения</a:t>
            </a:r>
          </a:p>
          <a:p>
            <a:pPr>
              <a:defRPr sz="3600"/>
            </a:pPr>
            <a:r>
              <a:t>Нужно определить владельца и права доступа</a:t>
            </a:r>
          </a:p>
          <a:p>
            <a:pPr>
              <a:defRPr sz="3600"/>
            </a:pPr>
            <a:r>
              <a:t>Нужно настроить logrotate или ограничение объема</a:t>
            </a:r>
          </a:p>
          <a:p>
            <a:pPr>
              <a:defRPr sz="3600"/>
            </a:pPr>
            <a:r>
              <a:t>Нужно учитывать риск symlink attacks при записи от root</a:t>
            </a:r>
          </a:p>
          <a:p>
            <a:pPr>
              <a:defRPr sz="3600"/>
            </a:pPr>
            <a:r>
              <a:t>Для учебной работы проще использовать logger и системный журнал</a:t>
            </a:r>
          </a:p>
          <a:p>
            <a:pPr>
              <a:defRPr sz="3600"/>
            </a:pPr>
            <a:r>
              <a:t>Journald сам добавляет временную метку и источник сообщения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grep, sed и awk должны решать конкретные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grep ищет строки по шаблону, например grep -i error в журнале</a:t>
            </a:r>
          </a:p>
          <a:p>
            <a:pPr>
              <a:defRPr sz="3600"/>
            </a:pPr>
            <a:r>
              <a:t>sed выполняет потоковое редактирование, например удаление лишнего префикса</a:t>
            </a:r>
          </a:p>
          <a:p>
            <a:pPr>
              <a:defRPr sz="3600"/>
            </a:pPr>
            <a:r>
              <a:t>awk разбирает строки по полям и выполняет простую обработку</a:t>
            </a:r>
          </a:p>
          <a:p>
            <a:pPr>
              <a:defRPr sz="3600"/>
            </a:pPr>
            <a:r>
              <a:t>Пример для диска: df -P / | awk 'NR==2 {gsub(/%/, "", $5); print $5}'</a:t>
            </a:r>
          </a:p>
          <a:p>
            <a:pPr>
              <a:defRPr sz="3600"/>
            </a:pPr>
            <a:r>
              <a:t>Перед включением в сценарий команду нужно проверить на реальном выводе</a:t>
            </a:r>
          </a:p>
          <a:p>
            <a:pPr>
              <a:defRPr sz="3600"/>
            </a:pPr>
            <a:r>
              <a:t>Если формат вывода нестабилен, сценарий должен возвращать UNKNOWN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sort и uniq помогают анализировать повторяющиеся значения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sort сортирует строки и ставит одинаковые значения рядом</a:t>
            </a:r>
          </a:p>
          <a:p>
            <a:pPr>
              <a:defRPr sz="3600"/>
            </a:pPr>
            <a:r>
              <a:t>uniq удаляет или считает только соседние одинаковые строки</a:t>
            </a:r>
          </a:p>
          <a:p>
            <a:pPr>
              <a:defRPr sz="3600"/>
            </a:pPr>
            <a:r>
              <a:t>Перед uniq почти всегда нужен sort</a:t>
            </a:r>
          </a:p>
          <a:p>
            <a:pPr>
              <a:defRPr sz="3600"/>
            </a:pPr>
            <a:r>
              <a:t>Пример: cut -d ':' -f7 /etc/passwd | sort | uniq -c</a:t>
            </a:r>
          </a:p>
          <a:p>
            <a:pPr>
              <a:defRPr sz="3600"/>
            </a:pPr>
            <a:r>
              <a:t>Так можно увидеть, какие shell назначены пользователям</a:t>
            </a:r>
          </a:p>
          <a:p>
            <a:pPr>
              <a:defRPr sz="3600"/>
            </a:pPr>
            <a:r>
              <a:t>Для логов похожая схема помогает считать повторяющиеся IP, коды ответа или имена служб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Идемпотентность делает повторный запуск безопасным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Идемпотентность - свойство команды или сценария давать безопасный результат при повторном запуске</a:t>
            </a:r>
          </a:p>
          <a:p>
            <a:pPr>
              <a:defRPr sz="3600"/>
            </a:pPr>
            <a:r>
              <a:t>Команда mkdir -p /var/log/server-health уже идемпотентна для существующего каталога</a:t>
            </a:r>
          </a:p>
          <a:p>
            <a:pPr>
              <a:defRPr sz="3600"/>
            </a:pPr>
            <a:r>
              <a:t>Поэтому проверка [ -d dir ] перед mkdir -p обычно избыточна</a:t>
            </a:r>
          </a:p>
          <a:p>
            <a:pPr>
              <a:defRPr sz="3600"/>
            </a:pPr>
            <a:r>
              <a:t>Настоящая проблема - команды, которые каждый запуск добавляют строку повторно</a:t>
            </a:r>
          </a:p>
          <a:p>
            <a:pPr>
              <a:defRPr sz="3600"/>
            </a:pPr>
            <a:r>
              <a:t>Сценарий cron может запускаться много раз, поэтому повторный запуск должен быть штатным сценарием</a:t>
            </a:r>
          </a:p>
          <a:p>
            <a:pPr>
              <a:defRPr sz="3600"/>
            </a:pPr>
            <a:r>
              <a:t>Проверки состояния должны быть отделены от исправляющих действий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Идемпотентное добавление строки требует проверки содержимого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Учебный файл: file='/tmp/app.conf'</a:t>
            </a:r>
          </a:p>
          <a:p>
            <a:pPr>
              <a:defRPr sz="3600"/>
            </a:pPr>
            <a:r>
              <a:t>Учебная строка: line='enabled=true'</a:t>
            </a:r>
          </a:p>
          <a:p>
            <a:pPr>
              <a:defRPr sz="3600"/>
            </a:pPr>
            <a:r>
              <a:t>Проверка: grep -qxF "$line" "$file" 2&gt;/dev/null</a:t>
            </a:r>
          </a:p>
          <a:p>
            <a:pPr>
              <a:defRPr sz="3600"/>
            </a:pPr>
            <a:r>
              <a:t>Добавление только при отсутствии: printf '%s\n' "$line" &gt;&gt; "$file"</a:t>
            </a:r>
          </a:p>
          <a:p>
            <a:pPr>
              <a:defRPr sz="3600"/>
            </a:pPr>
            <a:r>
              <a:t>Для /etc/hosts или системных конфигураций нужен backup и отдельное разрешение на изменение</a:t>
            </a:r>
          </a:p>
          <a:p>
            <a:pPr>
              <a:defRPr sz="3600"/>
            </a:pPr>
            <a:r>
              <a:t>Health Check обычно не должен менять конфигурацию сам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Cron создает минимальное и непривычное окружение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Сценарий может работать вручную, но падать из cron</a:t>
            </a:r>
          </a:p>
          <a:p>
            <a:pPr>
              <a:defRPr sz="3600"/>
            </a:pPr>
            <a:r>
              <a:t>Причины: короткий PATH, другой рабочий каталог, отсутствие TTY и переменных окружения</a:t>
            </a:r>
          </a:p>
          <a:p>
            <a:pPr>
              <a:defRPr sz="3600"/>
            </a:pPr>
            <a:r>
              <a:t>В начале сценария полезно задать PATH='/usr/local/sbin:/usr/local/bin:/usr/sbin:/usr/bin:/sbin:/bin'</a:t>
            </a:r>
          </a:p>
          <a:p>
            <a:pPr>
              <a:defRPr sz="3600"/>
            </a:pPr>
            <a:r>
              <a:t>После этого выполнить export PATH</a:t>
            </a:r>
          </a:p>
          <a:p>
            <a:pPr>
              <a:defRPr sz="3600"/>
            </a:pPr>
            <a:r>
              <a:t>Не нужно полагаться на текущий каталог</a:t>
            </a:r>
          </a:p>
          <a:p>
            <a:pPr>
              <a:defRPr sz="3600"/>
            </a:pPr>
            <a:r>
              <a:t>Пути к файлам и логам лучше задавать абсолютными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sudo внутри автоматического сценария может зависнуть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server-health.sh в /usr/local/sbin обычно запускается cron, Zabbix или systemd timer</a:t>
            </a:r>
          </a:p>
          <a:p>
            <a:pPr>
              <a:defRPr sz="3600"/>
            </a:pPr>
            <a:r>
              <a:t>Если внутри сценария стоит sudo, он может запросить пароль и зависнуть</a:t>
            </a:r>
          </a:p>
          <a:p>
            <a:pPr>
              <a:defRPr sz="3600"/>
            </a:pPr>
            <a:r>
              <a:t>Лучше запускать сценарий от пользователя с нужными правами</a:t>
            </a:r>
          </a:p>
          <a:p>
            <a:pPr>
              <a:defRPr sz="3600"/>
            </a:pPr>
            <a:r>
              <a:t>Для read-only проверок не всегда нужен root</a:t>
            </a:r>
          </a:p>
          <a:p>
            <a:pPr>
              <a:defRPr sz="3600"/>
            </a:pPr>
            <a:r>
              <a:t>Если root обязателен, можно проверить EUID в начале сценария</a:t>
            </a:r>
          </a:p>
          <a:p>
            <a:pPr>
              <a:defRPr sz="3600"/>
            </a:pPr>
            <a:r>
              <a:t>Пример: if (( EUID != 0 )); then echo 'UNKNOWN: нужен root' &gt;&amp;2; exit 3; fi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flock защищает от параллельного запуска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Идемпотентность не предотвращает одновременный запуск двух экземпляров</a:t>
            </a:r>
          </a:p>
          <a:p>
            <a:pPr>
              <a:defRPr sz="3600"/>
            </a:pPr>
            <a:r>
              <a:t>Cron может запустить новый экземпляр, пока предыдущий еще работает</a:t>
            </a:r>
          </a:p>
          <a:p>
            <a:pPr>
              <a:defRPr sz="3600"/>
            </a:pPr>
            <a:r>
              <a:t>Пример lock descriptor: exec 9&gt;/run/lock/server-health.lock</a:t>
            </a:r>
          </a:p>
          <a:p>
            <a:pPr>
              <a:defRPr sz="3600"/>
            </a:pPr>
            <a:r>
              <a:t>Проверка: if ! flock -n 9; then echo 'UNKNOWN: другой экземпляр уже работает' &gt;&amp;2; exit 3; fi</a:t>
            </a:r>
          </a:p>
          <a:p>
            <a:pPr>
              <a:defRPr sz="3600"/>
            </a:pPr>
            <a:r>
              <a:t>Lock особенно важен при записи общего файла, отправке отчета или очистке</a:t>
            </a:r>
          </a:p>
          <a:p>
            <a:pPr>
              <a:defRPr sz="3600"/>
            </a:pPr>
            <a:r>
              <a:t>Для read-only коротких проверок lock может быть не обязателен, но его нужно понимать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Сценарий нужно проверять до запуска на сервере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bash -n /usr/local/sbin/server-health.sh проверяет синтаксис без выполнения</a:t>
            </a:r>
          </a:p>
          <a:p>
            <a:pPr>
              <a:defRPr sz="3600"/>
            </a:pPr>
            <a:r>
              <a:t>ShellCheck анализирует качество Bash-кода и типовые ошибки</a:t>
            </a:r>
          </a:p>
          <a:p>
            <a:pPr>
              <a:defRPr sz="3600"/>
            </a:pPr>
            <a:r>
              <a:t>Команда shellcheck /usr/local/sbin/server-health.sh обнаруживает незакавыченные переменные и ошибки с $?</a:t>
            </a:r>
          </a:p>
          <a:p>
            <a:pPr>
              <a:defRPr sz="3600"/>
            </a:pPr>
            <a:r>
              <a:t>bash -n должен быть обязательной проверкой в лаборатории</a:t>
            </a:r>
          </a:p>
          <a:p>
            <a:pPr>
              <a:defRPr sz="3600"/>
            </a:pPr>
            <a:r>
              <a:t>ShellCheck можно считать рекомендуемой профессиональной проверкой</a:t>
            </a:r>
          </a:p>
          <a:p>
            <a:pPr>
              <a:defRPr sz="3600"/>
            </a:pPr>
            <a:r>
              <a:t>После синтаксиса проверяют разные сценарии запуска и exit codes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логика server-health.sh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8A5010-A397-C075-E4F8-6E377021A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server-health.sh начинается с режима и констант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#!/usr/bin/env bash</a:t>
            </a:r>
          </a:p>
          <a:p>
            <a:pPr>
              <a:defRPr sz="3600"/>
            </a:pPr>
            <a:r>
              <a:t>set -euo pipefail</a:t>
            </a:r>
          </a:p>
          <a:p>
            <a:pPr>
              <a:defRPr sz="3600"/>
            </a:pPr>
            <a:r>
              <a:t>PATH='/usr/local/sbin:/usr/local/bin:/usr/sbin:/usr/bin:/sbin:/bin'</a:t>
            </a:r>
          </a:p>
          <a:p>
            <a:pPr>
              <a:defRPr sz="3600"/>
            </a:pPr>
            <a:r>
              <a:t>export PATH</a:t>
            </a:r>
          </a:p>
          <a:p>
            <a:pPr>
              <a:defRPr sz="3600"/>
            </a:pPr>
            <a:r>
              <a:t>readonly EXIT_OK=0 EXIT_WARNING=1 EXIT_CRITICAL=2 EXIT_UNKNOWN=3</a:t>
            </a:r>
          </a:p>
          <a:p>
            <a:pPr>
              <a:defRPr sz="3600"/>
            </a:pPr>
            <a:r>
              <a:t>SERVICE='nginx'; MOUNTPOINT='/'; DISK_WARN=80; DISK_CRIT=90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server-health.sh проверяет зависимости до основной логики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check_dependencies() проверяет наличие df, awk, systemctl и hostname</a:t>
            </a:r>
          </a:p>
          <a:p>
            <a:pPr>
              <a:defRPr sz="3600"/>
            </a:pPr>
            <a:r>
              <a:t>Проверка команды: command -v "$command_name" &gt;/dev/null 2&gt;&amp;1</a:t>
            </a:r>
          </a:p>
          <a:p>
            <a:pPr>
              <a:defRPr sz="3600"/>
            </a:pPr>
            <a:r>
              <a:t>Если команда отсутствует, вывести UNKNOWN в STDERR</a:t>
            </a:r>
          </a:p>
          <a:p>
            <a:pPr>
              <a:defRPr sz="3600"/>
            </a:pPr>
            <a:r>
              <a:t>Функция возвращает EXIT_UNKNOWN</a:t>
            </a:r>
          </a:p>
          <a:p>
            <a:pPr>
              <a:defRPr sz="3600"/>
            </a:pPr>
            <a:r>
              <a:t>Зависимости проверяются до чтения метрик</a:t>
            </a:r>
          </a:p>
          <a:p>
            <a:pPr>
              <a:defRPr sz="3600"/>
            </a:pPr>
            <a:r>
              <a:t>Так ошибка окружения не маскируется как CRITICAL-состояние сервера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server-health.sh проверяет диск через df и awk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check_disk() получает mountpoint, warning и critical thresholds</a:t>
            </a:r>
          </a:p>
          <a:p>
            <a:pPr>
              <a:defRPr sz="3600"/>
            </a:pPr>
            <a:r>
              <a:t>Команда df -P "$mountpoint" дает стабильный формат</a:t>
            </a:r>
          </a:p>
          <a:p>
            <a:pPr>
              <a:defRPr sz="3600"/>
            </a:pPr>
            <a:r>
              <a:t>awk 'NR==2 {gsub(/%/, "", $5); print $5}' возвращает число без %</a:t>
            </a:r>
          </a:p>
          <a:p>
            <a:pPr>
              <a:defRPr sz="3600"/>
            </a:pPr>
            <a:r>
              <a:t>Если df или awk не сработали, функция возвращает UNKNOWN</a:t>
            </a:r>
          </a:p>
          <a:p>
            <a:pPr>
              <a:defRPr sz="3600"/>
            </a:pPr>
            <a:r>
              <a:t>Если used &gt;= crit, вернуть CRITICAL</a:t>
            </a:r>
          </a:p>
          <a:p>
            <a:pPr>
              <a:defRPr sz="3600"/>
            </a:pPr>
            <a:r>
              <a:t>Если used &gt;= warn, вернуть WARNING, иначе OK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server-health.sh проверяет службу через systemctl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check_service() получает имя службы как аргумент</a:t>
            </a:r>
          </a:p>
          <a:p>
            <a:pPr>
              <a:defRPr sz="3600"/>
            </a:pPr>
            <a:r>
              <a:t>Команда systemctl is-active --quiet "$service" подходит для проверки активности</a:t>
            </a:r>
          </a:p>
          <a:p>
            <a:pPr>
              <a:defRPr sz="3600"/>
            </a:pPr>
            <a:r>
              <a:t>Успешная проверка печатает OK: service nginx is active</a:t>
            </a:r>
          </a:p>
          <a:p>
            <a:pPr>
              <a:defRPr sz="3600"/>
            </a:pPr>
            <a:r>
              <a:t>Неактивная служба печатает CRITICAL: service nginx is inactive</a:t>
            </a:r>
          </a:p>
          <a:p>
            <a:pPr>
              <a:defRPr sz="3600"/>
            </a:pPr>
            <a:r>
              <a:t>Функция возвращает 0 или 2</a:t>
            </a:r>
          </a:p>
          <a:p>
            <a:pPr>
              <a:defRPr sz="3600"/>
            </a:pPr>
            <a:r>
              <a:t>Название unit должно соответствовать реальному стенду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main() разбирает параметры и валидирует пороги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while getopts ':hs:w:c:' opt; do case "$opt" in ... esac; done</a:t>
            </a:r>
          </a:p>
          <a:p>
            <a:pPr>
              <a:defRPr sz="3600"/>
            </a:pPr>
            <a:r>
              <a:t>-h печатает usage и завершает сценарий кодом OK</a:t>
            </a:r>
          </a:p>
          <a:p>
            <a:pPr>
              <a:defRPr sz="3600"/>
            </a:pPr>
            <a:r>
              <a:t>-s задает SERVICE, -w задает DISK_WARN, -c задает DISK_CRIT</a:t>
            </a:r>
          </a:p>
          <a:p>
            <a:pPr>
              <a:defRPr sz="3600"/>
            </a:pPr>
            <a:r>
              <a:t>validate_percent проверяет, что пороги являются числами от 1 до 100</a:t>
            </a:r>
          </a:p>
          <a:p>
            <a:pPr>
              <a:defRPr sz="3600"/>
            </a:pPr>
            <a:r>
              <a:t>Дополнительно проверяется условие DISK_WARN &lt; DISK_CRIT</a:t>
            </a:r>
          </a:p>
          <a:p>
            <a:pPr>
              <a:defRPr sz="3600"/>
            </a:pPr>
            <a:r>
              <a:t>Некорректные параметры завершают сценарий кодом UNKNOWN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main() агрегирует результат двух проверок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check_dependencies || exit "$EXIT_UNKNOWN"</a:t>
            </a:r>
          </a:p>
          <a:p>
            <a:pPr>
              <a:defRPr sz="3600"/>
            </a:pPr>
            <a:r>
              <a:t>check_disk "$MOUNTPOINT" "$DISK_WARN" "$DISK_CRIT" сохраняет disk_rc</a:t>
            </a:r>
          </a:p>
          <a:p>
            <a:pPr>
              <a:defRPr sz="3600"/>
            </a:pPr>
            <a:r>
              <a:t>check_service "$SERVICE" сохраняет service_rc</a:t>
            </a:r>
          </a:p>
          <a:p>
            <a:pPr>
              <a:defRPr sz="3600"/>
            </a:pPr>
            <a:r>
              <a:t>Если есть CRITICAL, итоговый exit code равен 2</a:t>
            </a:r>
          </a:p>
          <a:p>
            <a:pPr>
              <a:defRPr sz="3600"/>
            </a:pPr>
            <a:r>
              <a:t>Если CRITICAL нет, но есть UNKNOWN, итоговый exit code равен 3</a:t>
            </a:r>
          </a:p>
          <a:p>
            <a:pPr>
              <a:defRPr sz="3600"/>
            </a:pPr>
            <a:r>
              <a:t>Если есть только WARNING, итоговый exit code равен 1; иначе 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Лабораторная приемка проверяет разные exit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синтаксис: bash -n server-health.sh</a:t>
            </a:r>
          </a:p>
          <a:p>
            <a:pPr>
              <a:defRPr sz="3600"/>
            </a:pPr>
            <a:r>
              <a:t>Проверить обычный запуск: ./server-health.sh; echo $?</a:t>
            </a:r>
          </a:p>
          <a:p>
            <a:pPr>
              <a:defRPr sz="3600"/>
            </a:pPr>
            <a:r>
              <a:t>Проверить отсутствующую службу: ./server-health.sh -s nonexistent.service; echo $?</a:t>
            </a:r>
          </a:p>
          <a:p>
            <a:pPr>
              <a:defRPr sz="3600"/>
            </a:pPr>
            <a:r>
              <a:t>Проверить ошибочный порог: ./server-health.sh -w abc; echo $?</a:t>
            </a:r>
          </a:p>
          <a:p>
            <a:pPr>
              <a:defRPr sz="3600"/>
            </a:pPr>
            <a:r>
              <a:t>Проверить справку: ./server-health.sh -h; echo $?</a:t>
            </a:r>
          </a:p>
          <a:p>
            <a:pPr>
              <a:defRPr sz="3600"/>
            </a:pPr>
            <a:r>
              <a:t>Проверить запуск из другого текущего каталога и с минимальным окружением cron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Bash-сценарий администратора должен быть читаемым, проверяемым и безопасным при повторном запуске</a:t>
            </a:r>
          </a:p>
          <a:p>
            <a:pPr>
              <a:defRPr sz="3600"/>
            </a:pPr>
            <a:r>
              <a:t>Quoting, "$@", local и проверка command substitution уменьшают количество скрытых ошибок</a:t>
            </a:r>
          </a:p>
          <a:p>
            <a:pPr>
              <a:defRPr sz="3600"/>
            </a:pPr>
            <a:r>
              <a:t>Exit codes 0-3 в лаборатории являются соглашением мониторингового сценария</a:t>
            </a:r>
          </a:p>
          <a:p>
            <a:pPr>
              <a:defRPr sz="3600"/>
            </a:pPr>
            <a:r>
              <a:t>set -euo pipefail полезен только вместе с явной обработкой ожидаемых ошибок</a:t>
            </a:r>
          </a:p>
          <a:p>
            <a:pPr>
              <a:defRPr sz="3600"/>
            </a:pPr>
            <a:r>
              <a:t>trap, logger, flock, bash -n и ShellCheck повышают эксплуатационную надежность</a:t>
            </a:r>
          </a:p>
          <a:p>
            <a:pPr>
              <a:defRPr sz="3600"/>
            </a:pPr>
            <a:r>
              <a:t>server-health.sh должен проверять состояние, а не самовольно исправлять сервер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set -e нельзя считать безусловным выходом при любой ошибке?</a:t>
            </a:r>
          </a:p>
          <a:p>
            <a:pPr>
              <a:defRPr sz="3600"/>
            </a:pPr>
            <a:r>
              <a:t>Чем "$@" отличается от "$*" при передаче аргументов функции?</a:t>
            </a:r>
          </a:p>
          <a:p>
            <a:pPr>
              <a:defRPr sz="3600"/>
            </a:pPr>
            <a:r>
              <a:t>Почему результат df с процентом нельзя напрямую сравнивать как число?</a:t>
            </a:r>
          </a:p>
          <a:p>
            <a:pPr>
              <a:defRPr sz="3600"/>
            </a:pPr>
            <a:r>
              <a:t>Чем return функции отличается от exit сценария?</a:t>
            </a:r>
          </a:p>
          <a:p>
            <a:pPr>
              <a:defRPr sz="3600"/>
            </a:pPr>
            <a:r>
              <a:t>Почему коды 0-3 являются соглашением мониторингового сценария, а не общим стандартом Bash?</a:t>
            </a:r>
          </a:p>
          <a:p>
            <a:pPr>
              <a:defRPr sz="3600"/>
            </a:pPr>
            <a:r>
              <a:t>Зачем нужен flock при запуске из cron?</a:t>
            </a:r>
          </a:p>
          <a:p>
            <a:pPr>
              <a:defRPr sz="3600"/>
            </a:pPr>
            <a:r>
              <a:t>Что должно попадать в STDOUT, STDERR и Journald?</a:t>
            </a:r>
          </a:p>
          <a:p>
            <a:pPr>
              <a:defRPr sz="3600"/>
            </a:pPr>
            <a:r>
              <a:t>Почему health-check сценарий не должен автоматически перезапускать службы?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4128</Words>
  <Application>Microsoft Office PowerPoint</Application>
  <PresentationFormat>Широкоэкранный</PresentationFormat>
  <Paragraphs>398</Paragraphs>
  <Slides>61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2026-07-28T11:06:52Z</dcterms:modified>
  <cp:category/>
</cp:coreProperties>
</file>