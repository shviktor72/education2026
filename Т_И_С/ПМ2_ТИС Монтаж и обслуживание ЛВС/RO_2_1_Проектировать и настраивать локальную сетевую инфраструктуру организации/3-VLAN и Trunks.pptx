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3. Виртуальные локальные сети VLAN и магистральные каналы Trunks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зачем организация разделяет локальную сеть на VLAN</a:t>
            </a:r>
          </a:p>
          <a:p>
            <a:pPr>
              <a:defRPr sz="3600"/>
            </a:pPr>
            <a:r>
              <a:t>Объяснять отличие access-порта от trunk-порта</a:t>
            </a:r>
          </a:p>
          <a:p>
            <a:pPr>
              <a:defRPr sz="3600"/>
            </a:pPr>
            <a:r>
              <a:t>Настраивать VLAN, access-порты и trunk-соединения на коммутаторах Cisco</a:t>
            </a:r>
          </a:p>
          <a:p>
            <a:pPr>
              <a:defRPr sz="3600"/>
            </a:pPr>
            <a:r>
              <a:t>Проверять allowed VLAN, 802.1Q-теги и типовые ошибки магистральных каналов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Разделение широковещательных доменов на канальном уровне: цели и преимущества VLAN</a:t>
            </a:r>
          </a:p>
          <a:p>
            <a:pPr>
              <a:defRPr sz="3600"/>
            </a:pPr>
            <a:r>
              <a:t>2. Классификация и диапазоны идентификаторов VLAN Normal Range</a:t>
            </a:r>
          </a:p>
          <a:p>
            <a:pPr>
              <a:defRPr sz="3600"/>
            </a:pPr>
            <a:r>
              <a:t>3. Режимы работы интерфейсов коммутатора: порты доступа Access</a:t>
            </a:r>
          </a:p>
          <a:p>
            <a:pPr>
              <a:defRPr sz="3600"/>
            </a:pPr>
            <a:r>
              <a:t>4. Магистральные порты Trunk и стандарт инкапсуляции тегов IEEE 802.1Q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VLAN разделяет одну физическую сеть на несколько логических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(Virtual Local Area Network) — виртуальная локальная сеть внутри коммутируемой инфраструктуры</a:t>
            </a:r>
          </a:p>
          <a:p>
            <a:pPr>
              <a:defRPr sz="3600"/>
            </a:pPr>
            <a:r>
              <a:t>Без VLAN все устройства одного коммутатора могут оказаться в одном широковещательном домене</a:t>
            </a:r>
          </a:p>
          <a:p>
            <a:pPr>
              <a:defRPr sz="3600"/>
            </a:pPr>
            <a:r>
              <a:t>Широковещательный домен — область, куда распространяются broadcast-кадры Ethernet</a:t>
            </a:r>
          </a:p>
          <a:p>
            <a:pPr>
              <a:defRPr sz="3600"/>
            </a:pPr>
            <a:r>
              <a:t>VLAN позволяет отделить пользователей, серверы, телефонию, Wi-Fi и управление без отдельного коммутатора на каждую группу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широковещательный домен нужно ограничивать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Broadcast-трафик получают все устройства внутри одного широковещательного домена</a:t>
            </a:r>
          </a:p>
          <a:p>
            <a:pPr>
              <a:defRPr sz="3600"/>
            </a:pPr>
            <a:r>
              <a:t>Чем больше устройств в домене, тем выше нагрузка от служебных рассылок</a:t>
            </a:r>
          </a:p>
          <a:p>
            <a:pPr>
              <a:defRPr sz="3600"/>
            </a:pPr>
            <a:r>
              <a:t>Ошибка или атака в одном домене может мешать работе большого числа клиентов</a:t>
            </a:r>
          </a:p>
          <a:p>
            <a:pPr>
              <a:defRPr sz="3600"/>
            </a:pPr>
            <a:r>
              <a:t>Разделение на VLAN уменьшает область влияния широковещательного трафика</a:t>
            </a:r>
          </a:p>
          <a:p>
            <a:pPr>
              <a:defRPr sz="3600"/>
            </a:pPr>
            <a:r>
              <a:t>VLAN не является полной системой безопасности, но создает базовую логическую изоляцию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одна физическая сеть и несколько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2964A9-3D0E-121F-C463-7D73CE1A8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VLAN связывает порт, кадр и сетевую 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Порт access обычно принадлежит одной VLAN и подключает конечное устройство</a:t>
            </a:r>
          </a:p>
          <a:p>
            <a:pPr>
              <a:defRPr sz="3600"/>
            </a:pPr>
            <a:r>
              <a:t>Trunk-порт переносит трафик нескольких VLAN между коммутаторами или к маршрутизатору</a:t>
            </a:r>
          </a:p>
          <a:p>
            <a:pPr>
              <a:defRPr sz="3600"/>
            </a:pPr>
            <a:r>
              <a:t>Коммутатор принимает решение внутри VLAN: кадры VLAN 10 не смешиваются с кадрами VLAN 20</a:t>
            </a:r>
          </a:p>
          <a:p>
            <a:pPr>
              <a:defRPr sz="3600"/>
            </a:pPr>
            <a:r>
              <a:t>Для обмена между VLAN требуется маршрутизация на L3-устройстве, которая изучается в следующих лекциях</a:t>
            </a:r>
          </a:p>
          <a:p>
            <a:pPr>
              <a:defRPr sz="3600"/>
            </a:pPr>
            <a:r>
              <a:t>В этой лекции важно правильно построить L2-изоляцию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логического разделения отделов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10 USERS используется для рабочих станций сотрудников</a:t>
            </a:r>
          </a:p>
          <a:p>
            <a:pPr>
              <a:defRPr sz="3600"/>
            </a:pPr>
            <a:r>
              <a:t>VLAN 20 VOICE используется для IP-телефонии</a:t>
            </a:r>
          </a:p>
          <a:p>
            <a:pPr>
              <a:defRPr sz="3600"/>
            </a:pPr>
            <a:r>
              <a:t>VLAN 30 SERVERS используется для серверного сегмента</a:t>
            </a:r>
          </a:p>
          <a:p>
            <a:pPr>
              <a:defRPr sz="3600"/>
            </a:pPr>
            <a:r>
              <a:t>VLAN 99 MGMT используется для управления сетевыми устройствами</a:t>
            </a:r>
          </a:p>
          <a:p>
            <a:pPr>
              <a:defRPr sz="3600"/>
            </a:pPr>
            <a:r>
              <a:t>Такое разделение помогает отдельно задавать адресацию, политики доступа и диагностику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Идентификатор VLAN должен быть понятен и документирован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ID — числовой идентификатор виртуальной локальной сети в Ethernet-инфраструктуре</a:t>
            </a:r>
          </a:p>
          <a:p>
            <a:pPr>
              <a:defRPr sz="3600"/>
            </a:pPr>
            <a:r>
              <a:t>Normal Range VLAN — диапазон VLAN 1–1005, обычно используемый в базовых сетях Cisco</a:t>
            </a:r>
          </a:p>
          <a:p>
            <a:pPr>
              <a:defRPr sz="3600"/>
            </a:pPr>
            <a:r>
              <a:t>VLAN 1 существует по умолчанию, но для пользовательских и управленческих задач ее лучше не использовать</a:t>
            </a:r>
          </a:p>
          <a:p>
            <a:pPr>
              <a:defRPr sz="3600"/>
            </a:pPr>
            <a:r>
              <a:t>VLAN 1002–1005 исторически зарезервированы для устаревших технологий Token Ring и FDDI</a:t>
            </a:r>
          </a:p>
          <a:p>
            <a:pPr>
              <a:defRPr sz="3600"/>
            </a:pPr>
            <a:r>
              <a:t>В учебной сети удобно использовать небольшие номера: 10, 20, 30, 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Имя VLAN помогает читать конфигурацию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vlan 10 создает или открывает настройку VLAN 10</a:t>
            </a:r>
          </a:p>
          <a:p>
            <a:pPr>
              <a:defRPr sz="3600"/>
            </a:pPr>
            <a:r>
              <a:t>Команда name USERS задает VLAN понятное имя для вывода show-команд</a:t>
            </a:r>
          </a:p>
          <a:p>
            <a:pPr>
              <a:defRPr sz="3600"/>
            </a:pPr>
            <a:r>
              <a:t>Пример: vlan 30, name SERVERS показывает, что VLAN 30 относится к серверам</a:t>
            </a:r>
          </a:p>
          <a:p>
            <a:pPr>
              <a:defRPr sz="3600"/>
            </a:pPr>
            <a:r>
              <a:t>Имена VLAN не влияют на пересылку кадров, но сильно помогают сопровождать сеть</a:t>
            </a:r>
          </a:p>
          <a:p>
            <a:pPr>
              <a:defRPr sz="3600"/>
            </a:pPr>
            <a:r>
              <a:t>В документации имя VLAN должно совпадать с ее назначением в конфигурации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базовой таблицы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Пример: vlan 10, name USERS создает пользовательскую VLAN</a:t>
            </a:r>
          </a:p>
          <a:p>
            <a:pPr>
              <a:defRPr sz="3600"/>
            </a:pPr>
            <a:r>
              <a:t>Пример: vlan 20, name VOICE создает VLAN для IP-телефонии</a:t>
            </a:r>
          </a:p>
          <a:p>
            <a:pPr>
              <a:defRPr sz="3600"/>
            </a:pPr>
            <a:r>
              <a:t>Пример: vlan 30, name SERVERS создает VLAN для серверов</a:t>
            </a:r>
          </a:p>
          <a:p>
            <a:pPr>
              <a:defRPr sz="3600"/>
            </a:pPr>
            <a:r>
              <a:t>Пример: vlan 99, name MGMT создает VLAN управления</a:t>
            </a:r>
          </a:p>
          <a:p>
            <a:pPr>
              <a:defRPr sz="3600"/>
            </a:pPr>
            <a:r>
              <a:t>Команда show vlan brief подтверждает, что VLAN существуют и показывает закрепленные access-порты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Инфографика: таблица VLAN организации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DAFF3A-31B2-4A98-6439-B73833415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Access-порт подключает конечное устройство к одной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Access-порт — порт коммутатора, который принимает и отправляет обычные нетегированные Ethernet-кадры</a:t>
            </a:r>
          </a:p>
          <a:p>
            <a:pPr>
              <a:defRPr sz="3600"/>
            </a:pPr>
            <a:r>
              <a:t>Конечный ПК обычно не знает о VLAN и отправляет кадры без 802.1Q-тега</a:t>
            </a:r>
          </a:p>
          <a:p>
            <a:pPr>
              <a:defRPr sz="3600"/>
            </a:pPr>
            <a:r>
              <a:t>Коммутатор сам относит кадры access-порта к настроенной VLAN</a:t>
            </a:r>
          </a:p>
          <a:p>
            <a:pPr>
              <a:defRPr sz="3600"/>
            </a:pPr>
            <a:r>
              <a:t>Если порт назначен не в ту VLAN, клиент окажется в неправильном сегменте</a:t>
            </a:r>
          </a:p>
          <a:p>
            <a:pPr>
              <a:defRPr sz="3600"/>
            </a:pPr>
            <a:r>
              <a:t>Поэтому назначение access-портов проверяется после каждой настройки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access-порта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interface gigabitEthernet0/10 открывает настройку клиентского порта</a:t>
            </a:r>
          </a:p>
          <a:p>
            <a:pPr>
              <a:defRPr sz="3600"/>
            </a:pPr>
            <a:r>
              <a:t>Команда switchport mode access принудительно переводит порт в access-режим</a:t>
            </a:r>
          </a:p>
          <a:p>
            <a:pPr>
              <a:defRPr sz="3600"/>
            </a:pPr>
            <a:r>
              <a:t>Команда switchport access vlan 10 назначает порт в VLAN 10</a:t>
            </a:r>
          </a:p>
          <a:p>
            <a:pPr>
              <a:defRPr sz="3600"/>
            </a:pPr>
            <a:r>
              <a:t>Пример: ПК отдела пользователей подключается к Gi0/10 и получает доступ только к VLAN 10</a:t>
            </a:r>
          </a:p>
          <a:p>
            <a:pPr>
              <a:defRPr sz="3600"/>
            </a:pPr>
            <a:r>
              <a:t>Команда show interfaces gigabitEthernet0/10 switchport показывает административный и рабочий режим порта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Групповая настройка портов экономит время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interface range gigabitEthernet0/10 - 20 выбирает диапазон портов</a:t>
            </a:r>
          </a:p>
          <a:p>
            <a:pPr>
              <a:defRPr sz="3600"/>
            </a:pPr>
            <a:r>
              <a:t>Пример: switchport mode access, switchport access vlan 10 назначает несколько рабочих мест в USERS</a:t>
            </a:r>
          </a:p>
          <a:p>
            <a:pPr>
              <a:defRPr sz="3600"/>
            </a:pPr>
            <a:r>
              <a:t>Команда description USERS_PCs помогает понять назначение группы портов</a:t>
            </a:r>
          </a:p>
          <a:p>
            <a:pPr>
              <a:defRPr sz="3600"/>
            </a:pPr>
            <a:r>
              <a:t>После массовой настройки обязательно проверяют show vlan brief</a:t>
            </a:r>
          </a:p>
          <a:p>
            <a:pPr>
              <a:defRPr sz="3600"/>
            </a:pPr>
            <a:r>
              <a:t>Если часть портов не попала в диапазон, ошибка проявится только при подключении клиентов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Типовая ошибка access-порта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Симптом: ПК физически подключен, но не видит соседние устройства своего отдела</a:t>
            </a:r>
          </a:p>
          <a:p>
            <a:pPr>
              <a:defRPr sz="3600"/>
            </a:pPr>
            <a:r>
              <a:t>Вероятная причина: порт назначен в другую VLAN или VLAN не создана на коммутаторе</a:t>
            </a:r>
          </a:p>
          <a:p>
            <a:pPr>
              <a:defRPr sz="3600"/>
            </a:pPr>
            <a:r>
              <a:t>Проверка: show vlan brief показывает VLAN и список access-портов</a:t>
            </a:r>
          </a:p>
          <a:p>
            <a:pPr>
              <a:defRPr sz="3600"/>
            </a:pPr>
            <a:r>
              <a:t>Проверка: show interfaces status показывает состояние линка и текущую VLAN порта</a:t>
            </a:r>
          </a:p>
          <a:p>
            <a:pPr>
              <a:defRPr sz="3600"/>
            </a:pPr>
            <a:r>
              <a:t>Исправление: создать VLAN и назначить порт в правильный access VLAN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Trunk нужен, когда один линк переносит несколько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Trunk-порт — магистральный порт коммутатора, передающий трафик нескольких VLAN по одному физическому соединению</a:t>
            </a:r>
          </a:p>
          <a:p>
            <a:pPr>
              <a:defRPr sz="3600"/>
            </a:pPr>
            <a:r>
              <a:t>Trunk используется между коммутаторами, между коммутатором и маршрутизатором или к некоторым серверам виртуализации</a:t>
            </a:r>
          </a:p>
          <a:p>
            <a:pPr>
              <a:defRPr sz="3600"/>
            </a:pPr>
            <a:r>
              <a:t>Без trunk для каждой VLAN между коммутаторами понадобился бы отдельный кабель</a:t>
            </a:r>
          </a:p>
          <a:p>
            <a:pPr>
              <a:defRPr sz="3600"/>
            </a:pPr>
            <a:r>
              <a:t>Trunk не объединяет VLAN между собой, а только переносит их трафик через общий канал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IEEE 802.1Q добавляет тег VLAN в Ethernet-кадр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IEEE 802.1Q — стандарт тегирования Ethernet-кадров для передачи VLAN через trunk</a:t>
            </a:r>
          </a:p>
          <a:p>
            <a:pPr>
              <a:defRPr sz="3600"/>
            </a:pPr>
            <a:r>
              <a:t>Тег 802.1Q содержит VLAN ID, по которому принимающий коммутатор определяет принадлежность кадра</a:t>
            </a:r>
          </a:p>
          <a:p>
            <a:pPr>
              <a:defRPr sz="3600"/>
            </a:pPr>
            <a:r>
              <a:t>Тег вставляется внутрь Ethernet-заголовка между Source MAC и Type/Length, поэтому пересчитывается FCS</a:t>
            </a:r>
          </a:p>
          <a:p>
            <a:pPr>
              <a:defRPr sz="3600"/>
            </a:pPr>
            <a:r>
              <a:t>На access-порту тег обычно не отправляется конечному ПК</a:t>
            </a:r>
          </a:p>
          <a:p>
            <a:pPr>
              <a:defRPr sz="3600"/>
            </a:pPr>
            <a:r>
              <a:t>На trunk-порту большинство VLAN передаются с тегом</a:t>
            </a:r>
          </a:p>
          <a:p>
            <a:pPr>
              <a:defRPr sz="3600"/>
            </a:pPr>
            <a:r>
              <a:t>Native VLAN по умолчанию на Cisco обычно VLAN 1; ее трафик идет через trunk без тега, поэтому в безопасности ее меняют на неиспользуемую VLAN, например 999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access-порты, trunk и 802.1Q-теги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54F997-8A33-8C00-4CDE-A41353740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trunk-порта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interface gigabitEthernet0/1 открывает магистральный порт между коммутаторами</a:t>
            </a:r>
          </a:p>
          <a:p>
            <a:pPr>
              <a:defRPr sz="3600"/>
            </a:pPr>
            <a:r>
              <a:t>На Catalyst с выбором инкапсуляции команда switchport trunk encapsulation dot1q явно задает стандарт IEEE 802.1Q</a:t>
            </a:r>
          </a:p>
          <a:p>
            <a:pPr>
              <a:defRPr sz="3600"/>
            </a:pPr>
            <a:r>
              <a:t>Команда switchport mode trunk принудительно включает trunk-режим</a:t>
            </a:r>
          </a:p>
          <a:p>
            <a:pPr>
              <a:defRPr sz="3600"/>
            </a:pPr>
            <a:r>
              <a:t>Команда switchport trunk allowed vlan 10,20,30,99 ограничивает список разрешенных VLAN</a:t>
            </a:r>
          </a:p>
          <a:p>
            <a:pPr>
              <a:defRPr sz="3600"/>
            </a:pPr>
            <a:r>
              <a:t>Команда switchport nonegotiate отключает DTP, если trunk должен быть задан вручную</a:t>
            </a:r>
          </a:p>
          <a:p>
            <a:pPr>
              <a:defRPr sz="3600"/>
            </a:pPr>
            <a:r>
              <a:t>Команда show interfaces trunk показывает рабочие trunk-порты и VLAN, которые реально проходят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DTP лучше отключать на вручную настроенных trunk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DTP (Dynamic Trunking Protocol) — протокол Cisco для динамического согласования trunk-режима</a:t>
            </a:r>
          </a:p>
          <a:p>
            <a:pPr>
              <a:defRPr sz="3600"/>
            </a:pPr>
            <a:r>
              <a:t>Автоматическое согласование удобно в лаборатории, но опасно на непроверенных пользовательских портах</a:t>
            </a:r>
          </a:p>
          <a:p>
            <a:pPr>
              <a:defRPr sz="3600"/>
            </a:pPr>
            <a:r>
              <a:t>Команда switchport nonegotiate запрещает отправку DTP-сообщений на интерфейсе</a:t>
            </a:r>
          </a:p>
          <a:p>
            <a:pPr>
              <a:defRPr sz="3600"/>
            </a:pPr>
            <a:r>
              <a:t>Пример: trunk между SW-ACC-01 и SW-DIST-01 настраивается явно с обеих сторон</a:t>
            </a:r>
          </a:p>
          <a:p>
            <a:pPr>
              <a:defRPr sz="3600"/>
            </a:pPr>
            <a:r>
              <a:t>Такой подход делает поведение порта предсказуемым и снижает риск случайного trunk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Allowed VLAN уменьшает лишний трафик на магистрали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Allowed VLAN — список VLAN, которым разрешено проходить через trunk-порт</a:t>
            </a:r>
          </a:p>
          <a:p>
            <a:pPr>
              <a:defRPr sz="3600"/>
            </a:pPr>
            <a:r>
              <a:t>Если VLAN отсутствует в allowed-листе, ее кадры не пересылаются через этот trunk</a:t>
            </a:r>
          </a:p>
          <a:p>
            <a:pPr>
              <a:defRPr sz="3600"/>
            </a:pPr>
            <a:r>
              <a:t>Пример: switchport trunk allowed vlan 10,20 разрешает только пользовательскую и голосовую VLAN</a:t>
            </a:r>
          </a:p>
          <a:p>
            <a:pPr>
              <a:defRPr sz="3600"/>
            </a:pPr>
            <a:r>
              <a:t>Внимание: команда switchport trunk allowed vlan 30 перезапишет список; для добавления используйте switchport trunk allowed vlan add 30</a:t>
            </a:r>
          </a:p>
          <a:p>
            <a:pPr>
              <a:defRPr sz="3600"/>
            </a:pPr>
            <a:r>
              <a:t>Команда show interfaces trunk показывает VLAN в списках allowed and active</a:t>
            </a:r>
          </a:p>
          <a:p>
            <a:pPr>
              <a:defRPr sz="3600"/>
            </a:pPr>
            <a:r>
              <a:t>Ошибка allowed VLAN часто выглядит как исправная физика, но отсутствие связи только в одной VLAN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trunk должна выполняться на обоих концах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interfaces trunk на первом коммутаторе показывает локальный взгляд на магистраль</a:t>
            </a:r>
          </a:p>
          <a:p>
            <a:pPr>
              <a:defRPr sz="3600"/>
            </a:pPr>
            <a:r>
              <a:t>Та же команда на соседнем коммутаторе подтверждает симметрию настроек</a:t>
            </a:r>
          </a:p>
          <a:p>
            <a:pPr>
              <a:defRPr sz="3600"/>
            </a:pPr>
            <a:r>
              <a:t>Команда show vlan brief проверяет, существуют ли VLAN в базе каждого коммутатора</a:t>
            </a:r>
          </a:p>
          <a:p>
            <a:pPr>
              <a:defRPr sz="3600"/>
            </a:pPr>
            <a:r>
              <a:t>Команда show interfaces gigabitEthernet0/1 switchport показывает administrative mode и operational mode</a:t>
            </a:r>
          </a:p>
          <a:p>
            <a:pPr>
              <a:defRPr sz="3600"/>
            </a:pPr>
            <a:r>
              <a:t>Если режимы или allowed-листы отличаются, трафик отдельной VLAN может не проходить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диагностика ошибки VLAN на trunk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D20631-2221-C700-9F08-E056F3735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Разбор типовой ошибки: VLAN не создана на одном коммутаторе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Симптом: trunk поднят, но клиенты одной VLAN не видят друг друга на разных коммутаторах</a:t>
            </a:r>
          </a:p>
          <a:p>
            <a:pPr>
              <a:defRPr sz="3600"/>
            </a:pPr>
            <a:r>
              <a:t>Причина: VLAN разрешена на trunk, но не создана в базе VLAN одного из коммутаторов</a:t>
            </a:r>
          </a:p>
          <a:p>
            <a:pPr>
              <a:defRPr sz="3600"/>
            </a:pPr>
            <a:r>
              <a:t>Проверка: show vlan brief на обоих коммутаторах показывает отсутствие нужного VLAN ID</a:t>
            </a:r>
          </a:p>
          <a:p>
            <a:pPr>
              <a:defRPr sz="3600"/>
            </a:pPr>
            <a:r>
              <a:t>Исправление: создать VLAN с тем же ID и понятным именем на каждом коммутаторе</a:t>
            </a:r>
          </a:p>
          <a:p>
            <a:pPr>
              <a:defRPr sz="3600"/>
            </a:pPr>
            <a:r>
              <a:t>После исправления снова проверить show interfaces trunk и связность клиентов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Разбор типовой ошибки: VLAN исключена из allowed-листа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Симптом: VLAN существует на обоих коммутаторах, но через конкретную магистраль не проходит</a:t>
            </a:r>
          </a:p>
          <a:p>
            <a:pPr>
              <a:defRPr sz="3600"/>
            </a:pPr>
            <a:r>
              <a:t>Причина: VLAN отсутствует в списке switchport trunk allowed vlan на одном конце</a:t>
            </a:r>
          </a:p>
          <a:p>
            <a:pPr>
              <a:defRPr sz="3600"/>
            </a:pPr>
            <a:r>
              <a:t>Проверка: show interfaces trunk показывает allowed VLAN и active VLAN</a:t>
            </a:r>
          </a:p>
          <a:p>
            <a:pPr>
              <a:defRPr sz="3600"/>
            </a:pPr>
            <a:r>
              <a:t>Исправление: добавить VLAN в allowed-лист или задать полный согласованный список</a:t>
            </a:r>
          </a:p>
          <a:p>
            <a:pPr>
              <a:defRPr sz="3600"/>
            </a:pPr>
            <a:r>
              <a:t>После исправления не забыть сохранить конфигурацию copy running-config startup-config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документировать VLAN и trunk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таблице VLAN фиксируют ID, имя, назначение, подсеть и шлюз, если он уже известен</a:t>
            </a:r>
          </a:p>
          <a:p>
            <a:pPr>
              <a:defRPr sz="3600"/>
            </a:pPr>
            <a:r>
              <a:t>В таблице портов фиксируют режим access или trunk, VLAN доступа и allowed VLAN</a:t>
            </a:r>
          </a:p>
          <a:p>
            <a:pPr>
              <a:defRPr sz="3600"/>
            </a:pPr>
            <a:r>
              <a:t>Для trunk указывают соседнее устройство, соседний порт и native VLAN</a:t>
            </a:r>
          </a:p>
          <a:p>
            <a:pPr>
              <a:defRPr sz="3600"/>
            </a:pPr>
            <a:r>
              <a:t>Описание интерфейса должно совпадать с кабельным журналом и логической схемой</a:t>
            </a:r>
          </a:p>
          <a:p>
            <a:pPr>
              <a:defRPr sz="3600"/>
            </a:pPr>
            <a:r>
              <a:t>Документация помогает находить ошибки быстрее, чем просмотр всей конфигурации вручную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Мини-сценарий: два коммутатора и три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SW-ACC-01 и SW-ACC-02 создают VLAN 10 USERS, VLAN 20 VOICE и VLAN 99 MGMT</a:t>
            </a:r>
          </a:p>
          <a:p>
            <a:pPr>
              <a:defRPr sz="3600"/>
            </a:pPr>
            <a:r>
              <a:t>Порты рабочих мест переводят в access VLAN 10, а порт управления коммутатора связан с VLAN 99</a:t>
            </a:r>
          </a:p>
          <a:p>
            <a:pPr>
              <a:defRPr sz="3600"/>
            </a:pPr>
            <a:r>
              <a:t>Между коммутаторами настраивают trunk с allowed vlan 10,20,99</a:t>
            </a:r>
          </a:p>
          <a:p>
            <a:pPr>
              <a:defRPr sz="3600"/>
            </a:pPr>
            <a:r>
              <a:t>После настройки show interfaces trunk должен показать один и тот же список VLAN на обоих концах</a:t>
            </a:r>
          </a:p>
          <a:p>
            <a:pPr>
              <a:defRPr sz="3600"/>
            </a:pPr>
            <a:r>
              <a:t>Связность проверяют только между хостами одной VLAN, потому что маршрутизация между VLAN еще не настроена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 клиентских ПК до появления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Два ПК в VLAN 10 на разных коммутаторах должны видеть друг друга через trunk</a:t>
            </a:r>
          </a:p>
          <a:p>
            <a:pPr>
              <a:defRPr sz="3600"/>
            </a:pPr>
            <a:r>
              <a:t>ПК из VLAN 10 не должен видеть ПК из VLAN 30 без L3-шлюза</a:t>
            </a:r>
          </a:p>
          <a:p>
            <a:pPr>
              <a:defRPr sz="3600"/>
            </a:pPr>
            <a:r>
              <a:t>Если связь внутри одной VLAN не работает, проверяют access-порт, trunk и наличие VLAN в базе</a:t>
            </a:r>
          </a:p>
          <a:p>
            <a:pPr>
              <a:defRPr sz="3600"/>
            </a:pPr>
            <a:r>
              <a:t>Если связь между разными VLAN не работает, это ожидаемое поведение до настройки маршрутизации</a:t>
            </a:r>
          </a:p>
          <a:p>
            <a:pPr>
              <a:defRPr sz="3600"/>
            </a:pPr>
            <a:r>
              <a:t>Такой тест помогает отличить ошибку VLAN от еще не настроенной L3-функции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разделяет широковещательные домены и помогает управлять логической структурой локальной сети</a:t>
            </a:r>
          </a:p>
          <a:p>
            <a:pPr>
              <a:defRPr sz="3600"/>
            </a:pPr>
            <a:r>
              <a:t>Access-порт подключает конечное устройство к одной VLAN и работает с нетегированными кадрами</a:t>
            </a:r>
          </a:p>
          <a:p>
            <a:pPr>
              <a:defRPr sz="3600"/>
            </a:pPr>
            <a:r>
              <a:t>Trunk-порт переносит несколько VLAN между сетевыми устройствами с помощью тегов IEEE 802.1Q</a:t>
            </a:r>
          </a:p>
          <a:p>
            <a:pPr>
              <a:defRPr sz="3600"/>
            </a:pPr>
            <a:r>
              <a:t>Allowed VLAN и отключение DTP делают магистрали более предсказуемыми и безопасными</a:t>
            </a:r>
          </a:p>
          <a:p>
            <a:pPr>
              <a:defRPr sz="3600"/>
            </a:pPr>
            <a:r>
              <a:t>Проверка VLAN всегда включает show vlan brief, show interfaces switchport и show interfaces trunk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VLAN уменьшает область распространения широковещательного трафика?</a:t>
            </a:r>
          </a:p>
          <a:p>
            <a:pPr>
              <a:defRPr sz="3600"/>
            </a:pPr>
            <a:r>
              <a:t>Чем access-порт отличается от trunk-порта?</a:t>
            </a:r>
          </a:p>
          <a:p>
            <a:pPr>
              <a:defRPr sz="3600"/>
            </a:pPr>
            <a:r>
              <a:t>Для чего используется тег IEEE 802.1Q?</a:t>
            </a:r>
          </a:p>
          <a:p>
            <a:pPr>
              <a:defRPr sz="3600"/>
            </a:pPr>
            <a:r>
              <a:t>Почему VLAN должна существовать на коммутаторе, даже если она разрешена на trunk?</a:t>
            </a:r>
          </a:p>
          <a:p>
            <a:pPr>
              <a:defRPr sz="3600"/>
            </a:pPr>
            <a:r>
              <a:t>Что показывает команда show interfaces trunk?</a:t>
            </a:r>
          </a:p>
          <a:p>
            <a:pPr>
              <a:defRPr sz="3600"/>
            </a:pPr>
            <a:r>
              <a:t>Зачем ограничивать allowed VLAN на магистрали?</a:t>
            </a:r>
          </a:p>
          <a:p>
            <a:pPr>
              <a:defRPr sz="3600"/>
            </a:pPr>
            <a:r>
              <a:t>Почему DTP лучше отключать на вручную настроенных trunk-портах?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1716</Words>
  <Application>Microsoft Office PowerPoint</Application>
  <PresentationFormat>Широкоэкранный</PresentationFormat>
  <Paragraphs>162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2026-07-26T08:47:09Z</dcterms:modified>
  <cp:category/>
</cp:coreProperties>
</file>