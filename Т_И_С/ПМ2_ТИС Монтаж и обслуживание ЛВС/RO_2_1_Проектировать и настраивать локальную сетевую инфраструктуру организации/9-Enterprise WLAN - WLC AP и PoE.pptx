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9. Беспроводная инфраструктура Enterprise: WLC, AP и PoE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Понимать отличие домашней Wi-Fi-сети от централизованной Enterprise WLAN</a:t>
            </a:r>
          </a:p>
          <a:p>
            <a:pPr>
              <a:defRPr sz="3600"/>
            </a:pPr>
            <a:r>
              <a:t>Объяснять роли WLC, lightweight AP, CAPWAP, SSID, VLAN и RADIUS</a:t>
            </a:r>
          </a:p>
          <a:p>
            <a:pPr>
              <a:defRPr sz="3600"/>
            </a:pPr>
            <a:r>
              <a:t>Планировать питание Enterprise-точек доступа через PoE, PoE+ и UPoE</a:t>
            </a:r>
          </a:p>
          <a:p>
            <a:pPr>
              <a:defRPr sz="3600"/>
            </a:pPr>
            <a:r>
              <a:t>Понимать базовую настройку WLAN с WPA2 PSK и WPA2 Enterprise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Радиочастотные принципы RF, диапазоны 2.4/5 ГГц и неперекрывающиеся каналы Wi-Fi</a:t>
            </a:r>
          </a:p>
          <a:p>
            <a:pPr>
              <a:defRPr sz="3600"/>
            </a:pPr>
            <a:r>
              <a:t>2. Архитектура lightweight AP под управлением WLC по протоколу CAPWAP</a:t>
            </a:r>
          </a:p>
          <a:p>
            <a:pPr>
              <a:defRPr sz="3600"/>
            </a:pPr>
            <a:r>
              <a:t>3. PoE для Enterprise-точек доступа: требования PoE+ и UPoE для многорадиовых AP</a:t>
            </a:r>
          </a:p>
          <a:p>
            <a:pPr>
              <a:defRPr sz="3600"/>
            </a:pPr>
            <a:r>
              <a:t>4. Безопасность WLAN: SSID, WPA2/WPA3 PSK и WPA2/WPA3 Enterprise с RADIUS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Wi-Fi в организации начинается с радиосреды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WLAN (Wireless Local Area Network) — беспроводная локальная сеть на базе стандартов Wi-Fi</a:t>
            </a:r>
          </a:p>
          <a:p>
            <a:pPr>
              <a:defRPr sz="3600"/>
            </a:pPr>
            <a:r>
              <a:t>RF (Radio Frequency) — радиочастотная среда, через которую передаются беспроводные сигналы</a:t>
            </a:r>
          </a:p>
          <a:p>
            <a:pPr>
              <a:defRPr sz="3600"/>
            </a:pPr>
            <a:r>
              <a:t>В отличие от кабеля, радиосреду делят все клиенты и соседние точки доступа в зоне покрытия</a:t>
            </a:r>
          </a:p>
          <a:p>
            <a:pPr>
              <a:defRPr sz="3600"/>
            </a:pPr>
            <a:r>
              <a:t>Администратор должен учитывать стены, расстояние, помехи, мощность и выбор канала</a:t>
            </a:r>
          </a:p>
          <a:p>
            <a:pPr>
              <a:defRPr sz="3600"/>
            </a:pPr>
            <a:r>
              <a:t>Хорошая настройка WLAN невозможна без понимания, что эфир является общим ресурсом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Диапазон 2.4 ГГц дает покрытие, но быстро перегружается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2.4 ГГц лучше проходит через стены и часто дает большую зону покрытия</a:t>
            </a:r>
          </a:p>
          <a:p>
            <a:pPr>
              <a:defRPr sz="3600"/>
            </a:pPr>
            <a:r>
              <a:t>В этом диапазоне мало неперекрывающихся каналов, поэтому соседние сети легко мешают друг другу</a:t>
            </a:r>
          </a:p>
          <a:p>
            <a:pPr>
              <a:defRPr sz="3600"/>
            </a:pPr>
            <a:r>
              <a:t>Для стандартной ширины канала 20 МГц обычно используют каналы 1, 6 и 11</a:t>
            </a:r>
          </a:p>
          <a:p>
            <a:pPr>
              <a:defRPr sz="3600"/>
            </a:pPr>
            <a:r>
              <a:t>Bluetooth, микроволновые устройства и старое Wi-Fi-оборудование могут создавать помехи</a:t>
            </a:r>
          </a:p>
          <a:p>
            <a:pPr>
              <a:defRPr sz="3600"/>
            </a:pPr>
            <a:r>
              <a:t>В Enterprise-сети 2.4 ГГц часто оставляют для совместимости, но не делают основным скоростным диапазоном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Диапазон 5 ГГц дает больше каналов и выше емкость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5 ГГц обычно имеет больше доступных каналов и меньше бытовых помех</a:t>
            </a:r>
          </a:p>
          <a:p>
            <a:pPr>
              <a:defRPr sz="3600"/>
            </a:pPr>
            <a:r>
              <a:t>Сигнал 5 ГГц хуже проходит через стены, поэтому может потребоваться больше точек доступа</a:t>
            </a:r>
          </a:p>
          <a:p>
            <a:pPr>
              <a:defRPr sz="3600"/>
            </a:pPr>
            <a:r>
              <a:t>Ширина канала влияет на скорость и на количество неперекрывающихся каналов</a:t>
            </a:r>
          </a:p>
          <a:p>
            <a:pPr>
              <a:defRPr sz="3600"/>
            </a:pPr>
            <a:r>
              <a:t>Для плотной сети часто выбирают 20 или 40 МГц, чтобы уменьшить взаимные помехи</a:t>
            </a:r>
          </a:p>
          <a:p>
            <a:pPr>
              <a:defRPr sz="3600"/>
            </a:pPr>
            <a:r>
              <a:t>Планирование каналов должно учитывать не только покрытие, но и емкость для клиентов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перекрытие каналов 2.4 ГГц и выбор 1-6-11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838EF3-BDED-DF38-16E4-AE4BAF920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SSID — это имя беспроводной сети, но не сама сеть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SSID (Service Set Identifier) — имя беспроводной сети, которое видит клиент</a:t>
            </a:r>
          </a:p>
          <a:p>
            <a:pPr>
              <a:defRPr sz="3600"/>
            </a:pPr>
            <a:r>
              <a:t>Один SSID может быть привязан к определенной VLAN и политике безопасности</a:t>
            </a:r>
          </a:p>
          <a:p>
            <a:pPr>
              <a:defRPr sz="3600"/>
            </a:pPr>
            <a:r>
              <a:t>Например, SSID Students может вести в VLAN 40, а SSID Staff — в VLAN 10</a:t>
            </a:r>
          </a:p>
          <a:p>
            <a:pPr>
              <a:defRPr sz="3600"/>
            </a:pPr>
            <a:r>
              <a:t>BSSID (Basic Service Set Identifier) — MAC-адрес радиоинтерфейса точки доступа для конкретного SSID</a:t>
            </a:r>
          </a:p>
          <a:p>
            <a:pPr>
              <a:defRPr sz="3600"/>
            </a:pPr>
            <a:r>
              <a:t>Клиент выбирает SSID, но фактически подключается к конкретной точке доступа и радиоканалу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Радиоплан должен отвечать на три вопроса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Где нужно покрытие: аудитории, коридоры, кабинеты, склад или двор</a:t>
            </a:r>
          </a:p>
          <a:p>
            <a:pPr>
              <a:defRPr sz="3600"/>
            </a:pPr>
            <a:r>
              <a:t>Сколько клиентов одновременно будет работать в каждой зоне</a:t>
            </a:r>
          </a:p>
          <a:p>
            <a:pPr>
              <a:defRPr sz="3600"/>
            </a:pPr>
            <a:r>
              <a:t>Какие приложения важны: браузер, видеоконференции, телефония, тестирование или доступ к серверу</a:t>
            </a:r>
          </a:p>
          <a:p>
            <a:pPr>
              <a:defRPr sz="3600"/>
            </a:pPr>
            <a:r>
              <a:t>Какие диапазоны и каналы использовать, чтобы соседние точки не мешали друг другу</a:t>
            </a:r>
          </a:p>
          <a:p>
            <a:pPr>
              <a:defRPr sz="3600"/>
            </a:pPr>
            <a:r>
              <a:t>Сколько PoE-портов и какой мощности потребуется на access-коммутаторах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Enterprise WLAN управляется централизованно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AP (Access Point) — точка доступа, которая подключает беспроводных клиентов к проводной сети</a:t>
            </a:r>
          </a:p>
          <a:p>
            <a:pPr>
              <a:defRPr sz="3600"/>
            </a:pPr>
            <a:r>
              <a:t>WLC (Wireless LAN Controller) — контроллер, централизованно управляющий точками доступа и WLAN-политиками</a:t>
            </a:r>
          </a:p>
          <a:p>
            <a:pPr>
              <a:defRPr sz="3600"/>
            </a:pPr>
            <a:r>
              <a:t>Lightweight AP — точка доступа, которая получает конфигурацию от WLC и не управляется полностью автономно</a:t>
            </a:r>
          </a:p>
          <a:p>
            <a:pPr>
              <a:defRPr sz="3600"/>
            </a:pPr>
            <a:r>
              <a:t>Централизация упрощает создание SSID, настройку безопасности, мониторинг клиентов и роуминг</a:t>
            </a:r>
          </a:p>
          <a:p>
            <a:pPr>
              <a:defRPr sz="3600"/>
            </a:pPr>
            <a:r>
              <a:t>В большой сети десятки AP удобнее обслуживать через WLC, чем настраивать каждую отдельно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CAPWAP соединяет lightweight AP с контроллером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CAPWAP (Control And Provisioning of Wireless Access Points) — протокол управления lightweight AP через WLC</a:t>
            </a:r>
          </a:p>
          <a:p>
            <a:pPr>
              <a:defRPr sz="3600"/>
            </a:pPr>
            <a:r>
              <a:t>AP обнаруживает WLC, устанавливает CAPWAP-соединение и получает конфигурацию</a:t>
            </a:r>
          </a:p>
          <a:p>
            <a:pPr>
              <a:defRPr sz="3600"/>
            </a:pPr>
            <a:r>
              <a:t>Контроллер управляет WLAN-профилями, параметрами радиоинтерфейсов и политиками доступа</a:t>
            </a:r>
          </a:p>
          <a:p>
            <a:pPr>
              <a:defRPr sz="3600"/>
            </a:pPr>
            <a:r>
              <a:t>Данные клиентов могут проходить через контроллер или локально коммутироваться в зависимости от архитектуры</a:t>
            </a:r>
          </a:p>
          <a:p>
            <a:pPr>
              <a:defRPr sz="3600"/>
            </a:pPr>
            <a:r>
              <a:t>Для базового курса важно понять разделение: AP обслуживает радио, WLC управляет политикой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Топология: WLC, lightweight AP, коммутатор и клиенты WLAN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F373E0-7C0B-4393-F299-83C629B26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AP находит WLC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AP получает IP-адрес, маску, шлюз и DNS от DHCP</a:t>
            </a:r>
          </a:p>
          <a:p>
            <a:pPr>
              <a:defRPr sz="3600"/>
            </a:pPr>
            <a:r>
              <a:t>DHCP (Dynamic Host Configuration Protocol) — протокол автоматической выдачи сетевых параметров</a:t>
            </a:r>
          </a:p>
          <a:p>
            <a:pPr>
              <a:defRPr sz="3600"/>
            </a:pPr>
            <a:r>
              <a:t>DNS (Domain Name System) может помочь AP найти имя контроллера, если это предусмотрено в сети</a:t>
            </a:r>
          </a:p>
          <a:p>
            <a:pPr>
              <a:defRPr sz="3600"/>
            </a:pPr>
            <a:r>
              <a:t>В учебном Packet Tracer WLC часто задается явно через GUI или доступен в той же лабораторной топологии</a:t>
            </a:r>
          </a:p>
          <a:p>
            <a:pPr>
              <a:defRPr sz="3600"/>
            </a:pPr>
            <a:r>
              <a:t>Если AP не появляется на WLC, сначала проверяют питание, VLAN, DHCP и IP-связность с контроллером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WLAN связывает SSID с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WLC создают WLAN-профиль, где задают имя SSID, безопасность и интерфейс или VLAN</a:t>
            </a:r>
          </a:p>
          <a:p>
            <a:pPr>
              <a:defRPr sz="3600"/>
            </a:pPr>
            <a:r>
              <a:t>SSID Students может быть привязан к VLAN 40, чтобы беспроводные студенты попадали в свою подсеть</a:t>
            </a:r>
          </a:p>
          <a:p>
            <a:pPr>
              <a:defRPr sz="3600"/>
            </a:pPr>
            <a:r>
              <a:t>SSID Staff может быть привязан к VLAN 10 с другим уровнем доступа</a:t>
            </a:r>
          </a:p>
          <a:p>
            <a:pPr>
              <a:defRPr sz="3600"/>
            </a:pPr>
            <a:r>
              <a:t>Коммутаторный порт к WLC обычно должен переносить нужные VLAN как trunk</a:t>
            </a:r>
          </a:p>
          <a:p>
            <a:pPr>
              <a:defRPr sz="3600"/>
            </a:pPr>
            <a:r>
              <a:t>Если VLAN не разрешена на trunk, клиент подключится к Wi-Fi, но не получит правильный сетевой доступ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WLC и 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show ap summary на WLC показывает зарегистрированные точки доступа</a:t>
            </a:r>
          </a:p>
          <a:p>
            <a:pPr>
              <a:defRPr sz="3600"/>
            </a:pPr>
            <a:r>
              <a:t>Пример: после подключения AP нужно увидеть ее имя, модель, IP-адрес и состояние</a:t>
            </a:r>
          </a:p>
          <a:p>
            <a:pPr>
              <a:defRPr sz="3600"/>
            </a:pPr>
            <a:r>
              <a:t>Команда show wlan summary показывает созданные WLAN-профили и их номера</a:t>
            </a:r>
          </a:p>
          <a:p>
            <a:pPr>
              <a:defRPr sz="3600"/>
            </a:pPr>
            <a:r>
              <a:t>Команда show client summary показывает подключенных беспроводных клиентов</a:t>
            </a:r>
          </a:p>
          <a:p>
            <a:pPr>
              <a:defRPr sz="3600"/>
            </a:pPr>
            <a:r>
              <a:t>Если команды недоступны в конкретном симуляторе, те же сведения ищут в GUI WLC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Enterprise AP часто требует больше мощности, чем простой PoE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PoE (Power over Ethernet) передает питание и данные к AP по одному кабелю витой пары</a:t>
            </a:r>
          </a:p>
          <a:p>
            <a:pPr>
              <a:defRPr sz="3600"/>
            </a:pPr>
            <a:r>
              <a:t>Многорадиовые Enterprise AP могут требовать больше мощности, чем устройства домашнего класса</a:t>
            </a:r>
          </a:p>
          <a:p>
            <a:pPr>
              <a:defRPr sz="3600"/>
            </a:pPr>
            <a:r>
              <a:t>PoE+ обычно соответствует IEEE 802.3at и дает больший бюджет на порт, чем 802.3af</a:t>
            </a:r>
          </a:p>
          <a:p>
            <a:pPr>
              <a:defRPr sz="3600"/>
            </a:pPr>
            <a:r>
              <a:t>UPoE — расширенный вариант питания Cisco для более мощных устройств</a:t>
            </a:r>
          </a:p>
          <a:p>
            <a:pPr>
              <a:defRPr sz="3600"/>
            </a:pPr>
            <a:r>
              <a:t>Если AP не получает нужную мощность, часть радиомодулей или функций может быть отключена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PoE-планирование для WLAN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считают количество AP и требуемую мощность каждой модели</a:t>
            </a:r>
          </a:p>
          <a:p>
            <a:pPr>
              <a:defRPr sz="3600"/>
            </a:pPr>
            <a:r>
              <a:t>Затем проверяют мощность на порт и общий PoE-бюджет access-коммутатора</a:t>
            </a:r>
          </a:p>
          <a:p>
            <a:pPr>
              <a:defRPr sz="3600"/>
            </a:pPr>
            <a:r>
              <a:t>Например, 8 точек по 25 Вт требуют минимум 200 Вт без резерва</a:t>
            </a:r>
          </a:p>
          <a:p>
            <a:pPr>
              <a:defRPr sz="3600"/>
            </a:pPr>
            <a:r>
              <a:t>Если бюджет коммутатора 195 Вт, все точки одновременно могут не получить питание</a:t>
            </a:r>
          </a:p>
          <a:p>
            <a:pPr>
              <a:defRPr sz="3600"/>
            </a:pPr>
            <a:r>
              <a:t>Резерв мощности нужен для замены моделей, пусковой нагрузки и будущего расширения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Шпаргалка по стандартам и классам PoE для 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PoE IEEE 802.3af дает до 15.4 Вт на порту и обычно соответствует классам 1–3</a:t>
            </a:r>
          </a:p>
          <a:p>
            <a:pPr>
              <a:defRPr sz="3600"/>
            </a:pPr>
            <a:r>
              <a:t>PoE+ IEEE 802.3at дает до 30 Вт на порту и соответствует классу 4</a:t>
            </a:r>
          </a:p>
          <a:p>
            <a:pPr>
              <a:defRPr sz="3600"/>
            </a:pPr>
            <a:r>
              <a:t>PoE+ часто требуется современным Enterprise AP стандартов 802.11ac и 802.11ax</a:t>
            </a:r>
          </a:p>
          <a:p>
            <a:pPr>
              <a:defRPr sz="3600"/>
            </a:pPr>
            <a:r>
              <a:t>UPoE или PoE++ IEEE 802.3bt дает примерно 60–90 Вт и соответствует классам 5–8</a:t>
            </a:r>
          </a:p>
          <a:p>
            <a:pPr>
              <a:defRPr sz="3600"/>
            </a:pPr>
            <a:r>
              <a:t>Высокая мощность нужна флагманским многорадиовым AP, особенно с Wi-Fi 6E и Wi-Fi 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проверки PoE для точки доступа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show power inline показывает общий PoE-бюджет и потребление по портам</a:t>
            </a:r>
          </a:p>
          <a:p>
            <a:pPr>
              <a:defRPr sz="3600"/>
            </a:pPr>
            <a:r>
              <a:t>Пример: show power inline gigabitEthernet0/12 проверяет питание AP на конкретном порту</a:t>
            </a:r>
          </a:p>
          <a:p>
            <a:pPr>
              <a:defRPr sz="3600"/>
            </a:pPr>
            <a:r>
              <a:t>Состояние denied означает, что коммутатор не смог выделить питание устройству</a:t>
            </a:r>
          </a:p>
          <a:p>
            <a:pPr>
              <a:defRPr sz="3600"/>
            </a:pPr>
            <a:r>
              <a:t>Команда show interfaces status проверяет, поднялся ли Ethernet-линк после питания AP</a:t>
            </a:r>
          </a:p>
          <a:p>
            <a:pPr>
              <a:defRPr sz="3600"/>
            </a:pPr>
            <a:r>
              <a:t>После замены AP нужно повторно проверить мощность, скорость линка и регистрацию на WLC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питание AP через PoE-коммутатор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E1EAB8-C9FA-9299-DC3F-CD713EDF4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Порт коммутатора для AP зависит от режима подключения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централизованном Local Mode lightweight AP подключают к коммутатору как access-порт в AP или Management VLAN</a:t>
            </a:r>
          </a:p>
          <a:p>
            <a:pPr>
              <a:defRPr sz="3600"/>
            </a:pPr>
            <a:r>
              <a:t>Клиентский Wi-Fi-трафик AP инкапсулирует в CAPWAP и отправляет на IP-адрес WLC</a:t>
            </a:r>
          </a:p>
          <a:p>
            <a:pPr>
              <a:defRPr sz="3600"/>
            </a:pPr>
            <a:r>
              <a:t>Для access-коммутатора это выглядит как обычный UDP-трафик между AP и WLC, а не как несколько VLAN от клиентов</a:t>
            </a:r>
          </a:p>
          <a:p>
            <a:pPr>
              <a:defRPr sz="3600"/>
            </a:pPr>
            <a:r>
              <a:t>Разнесение SSID по VLAN выполняет WLC после деинкапсуляции CAPWAP-трафика</a:t>
            </a:r>
          </a:p>
          <a:p>
            <a:pPr>
              <a:defRPr sz="3600"/>
            </a:pPr>
            <a:r>
              <a:t>Trunk на порту AP нужен не по умолчанию, а в специальных сценариях локальной коммутации, например FlexConnect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FlexConnect отличается от централизованного Local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FlexConnect, ранее H-REAP, позволяет AP локально коммутировать клиентский трафик на удаленной площадке</a:t>
            </a:r>
          </a:p>
          <a:p>
            <a:pPr>
              <a:defRPr sz="3600"/>
            </a:pPr>
            <a:r>
              <a:t>В таком режиме порт AP может потребовать trunk, потому что VLAN клиентов выходят локально на access-коммутатор</a:t>
            </a:r>
          </a:p>
          <a:p>
            <a:pPr>
              <a:defRPr sz="3600"/>
            </a:pPr>
            <a:r>
              <a:t>Local Mode проще для базовой лаборатории: AP access-порт, CAPWAP до WLC, VLAN-разделение на контроллере</a:t>
            </a:r>
          </a:p>
          <a:p>
            <a:pPr>
              <a:defRPr sz="3600"/>
            </a:pPr>
            <a:r>
              <a:t>Если студент настраивает trunk на AP без понимания режима, он может усложнить схему и сломать регистрацию точки</a:t>
            </a:r>
          </a:p>
          <a:p>
            <a:pPr>
              <a:defRPr sz="3600"/>
            </a:pPr>
            <a:r>
              <a:t>В этой лекции основной сценарий — централизованная архитектура WLC с AP в Local Mode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Безопасность WLAN начинается с выбора режима аутентификации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Аутентификация — проверка, имеет ли клиент право подключиться к сети</a:t>
            </a:r>
          </a:p>
          <a:p>
            <a:pPr>
              <a:defRPr sz="3600"/>
            </a:pPr>
            <a:r>
              <a:t>Шифрование защищает передаваемые данные в радиосреде от чтения посторонними</a:t>
            </a:r>
          </a:p>
          <a:p>
            <a:pPr>
              <a:defRPr sz="3600"/>
            </a:pPr>
            <a:r>
              <a:t>WPA2 и WPA3 — семейства механизмов защиты Wi-Fi-сетей</a:t>
            </a:r>
          </a:p>
          <a:p>
            <a:pPr>
              <a:defRPr sz="3600"/>
            </a:pPr>
            <a:r>
              <a:t>PSK (Pre-Shared Key) — общий заранее заданный пароль для подключения к SSID</a:t>
            </a:r>
          </a:p>
          <a:p>
            <a:pPr>
              <a:defRPr sz="3600"/>
            </a:pPr>
            <a:r>
              <a:t>Enterprise-режим использует индивидуальные учетные данные через сервер аутентификации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WPA2/WPA3 PSK подходит для простых сценариев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PSK легко настроить: все клиенты используют один общий пароль сети</a:t>
            </a:r>
          </a:p>
          <a:p>
            <a:pPr>
              <a:defRPr sz="3600"/>
            </a:pPr>
            <a:r>
              <a:t>Недостаток: при увольнении сотрудника или утечке пароль нужно менять для всех клиентов</a:t>
            </a:r>
          </a:p>
          <a:p>
            <a:pPr>
              <a:defRPr sz="3600"/>
            </a:pPr>
            <a:r>
              <a:t>Невозможно точно определить, какой пользователь выполнил подключение, если пароль общий</a:t>
            </a:r>
          </a:p>
          <a:p>
            <a:pPr>
              <a:defRPr sz="3600"/>
            </a:pPr>
            <a:r>
              <a:t>PSK подходит для гостевой или небольшой учебной сети, но плохо масштабируется для предприятия</a:t>
            </a:r>
          </a:p>
          <a:p>
            <a:pPr>
              <a:defRPr sz="3600"/>
            </a:pPr>
            <a:r>
              <a:t>Пароль должен быть длинным и уникальным, а не похожим на название организации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WPA2/WPA3 Enterprise использует RADIUS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RADIUS (Remote Authentication Dial-In User Service) — протокол централизованной аутентификации сетевого доступа</a:t>
            </a:r>
          </a:p>
          <a:p>
            <a:pPr>
              <a:defRPr sz="3600"/>
            </a:pPr>
            <a:r>
              <a:t>AAA (Authentication, Authorization, Accounting) — проверка личности, прав и учет действий пользователя</a:t>
            </a:r>
          </a:p>
          <a:p>
            <a:pPr>
              <a:defRPr sz="3600"/>
            </a:pPr>
            <a:r>
              <a:t>WLC передает учетные данные клиента на RADIUS-сервер, а не хранит общий пароль для всех</a:t>
            </a:r>
          </a:p>
          <a:p>
            <a:pPr>
              <a:defRPr sz="3600"/>
            </a:pPr>
            <a:r>
              <a:t>Пользователь может входить под личной учетной записью, а администратор может отозвать доступ точечно</a:t>
            </a:r>
          </a:p>
          <a:p>
            <a:pPr>
              <a:defRPr sz="3600"/>
            </a:pPr>
            <a:r>
              <a:t>Enterprise-режим лучше подходит для корпоративной и учебной сети с большим числом пользователей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подключение клиента WPA2 Enterprise через WLC и RADIUS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0D455C-A420-FF78-1F1B-77773643D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настраивают на WLC для базовой WLAN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Имя WLAN и SSID, который увидят клиенты</a:t>
            </a:r>
          </a:p>
          <a:p>
            <a:pPr>
              <a:defRPr sz="3600"/>
            </a:pPr>
            <a:r>
              <a:t>Сопоставление WLAN с VLAN или интерфейсом контроллера</a:t>
            </a:r>
          </a:p>
          <a:p>
            <a:pPr>
              <a:defRPr sz="3600"/>
            </a:pPr>
            <a:r>
              <a:t>Метод безопасности: WPA2 PSK или WPA2 Enterprise</a:t>
            </a:r>
          </a:p>
          <a:p>
            <a:pPr>
              <a:defRPr sz="3600"/>
            </a:pPr>
            <a:r>
              <a:t>Параметры радиосети: включенные диапазоны, профили AP и ограничения клиентов</a:t>
            </a:r>
          </a:p>
          <a:p>
            <a:pPr>
              <a:defRPr sz="3600"/>
            </a:pPr>
            <a:r>
              <a:t>После настройки проверяют подключение клиента, получение IP-адреса и доступность шлюза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Enterprise WLAN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AP получает питание, но не получает IP-адрес из-за неправильной VLAN на порту</a:t>
            </a:r>
          </a:p>
          <a:p>
            <a:pPr>
              <a:defRPr sz="3600"/>
            </a:pPr>
            <a:r>
              <a:t>AP имеет IP-адрес, но не видит WLC из-за маршрутизации или неверного адреса контроллера</a:t>
            </a:r>
          </a:p>
          <a:p>
            <a:pPr>
              <a:defRPr sz="3600"/>
            </a:pPr>
            <a:r>
              <a:t>Клиент подключается к SSID, но не получает адрес из-за ошибки DHCP в WLAN VLAN</a:t>
            </a:r>
          </a:p>
          <a:p>
            <a:pPr>
              <a:defRPr sz="3600"/>
            </a:pPr>
            <a:r>
              <a:t>WPA2 Enterprise не работает из-за неверного shared secret между WLC и RADIUS</a:t>
            </a:r>
          </a:p>
          <a:p>
            <a:pPr>
              <a:defRPr sz="3600"/>
            </a:pPr>
            <a:r>
              <a:t>Покрытие есть, но связь нестабильна из-за перегруженного канала или слабого сигнала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Порядок диагностики WLAN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Проверить PoE и линк AP на коммутаторе</a:t>
            </a:r>
          </a:p>
          <a:p>
            <a:pPr>
              <a:defRPr sz="3600"/>
            </a:pPr>
            <a:r>
              <a:t>Проверить IP-адрес AP, VLAN и достижимость WLC</a:t>
            </a:r>
          </a:p>
          <a:p>
            <a:pPr>
              <a:defRPr sz="3600"/>
            </a:pPr>
            <a:r>
              <a:t>Проверить, зарегистрировалась ли AP на WLC</a:t>
            </a:r>
          </a:p>
          <a:p>
            <a:pPr>
              <a:defRPr sz="3600"/>
            </a:pPr>
            <a:r>
              <a:t>Проверить WLAN-профиль, SSID, VLAN и метод безопасности</a:t>
            </a:r>
          </a:p>
          <a:p>
            <a:pPr>
              <a:defRPr sz="3600"/>
            </a:pPr>
            <a:r>
              <a:t>Проверить клиента: подключение, IP-адрес, шлюз, DNS и доступность нужных ресурсов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Мини-сценарий: WLAN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SSID Students привязывается к VLAN 40 с подсетью 192.168.40.0/24</a:t>
            </a:r>
          </a:p>
          <a:p>
            <a:pPr>
              <a:defRPr sz="3600"/>
            </a:pPr>
            <a:r>
              <a:t>AP подключается к access-коммутатору через PoE-порт и регистрируется на WLC</a:t>
            </a:r>
          </a:p>
          <a:p>
            <a:pPr>
              <a:defRPr sz="3600"/>
            </a:pPr>
            <a:r>
              <a:t>WLC передает клиентский трафик в VLAN 40 согласно настройке WLAN-профиля</a:t>
            </a:r>
          </a:p>
          <a:p>
            <a:pPr>
              <a:defRPr sz="3600"/>
            </a:pPr>
            <a:r>
              <a:t>DHCP выдает беспроводному клиенту адрес, шлюз 192.168.40.1 и DNS-сервер</a:t>
            </a:r>
          </a:p>
          <a:p>
            <a:pPr>
              <a:defRPr sz="3600"/>
            </a:pPr>
            <a:r>
              <a:t>Проверка: клиент подключается к SSID, получает адрес и выполняет ping своего шлюза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Мини-сценарий: переход от PSK к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первом этапе SSID защищают WPA2 PSK, чтобы проверить базовую радиосвязь и VLAN</a:t>
            </a:r>
          </a:p>
          <a:p>
            <a:pPr>
              <a:defRPr sz="3600"/>
            </a:pPr>
            <a:r>
              <a:t>На втором этапе WLC связывают с RADIUS-сервером и включают WPA2 Enterprise</a:t>
            </a:r>
          </a:p>
          <a:p>
            <a:pPr>
              <a:defRPr sz="3600"/>
            </a:pPr>
            <a:r>
              <a:t>Shared secret между WLC и RADIUS должен совпадать символ в символ</a:t>
            </a:r>
          </a:p>
          <a:p>
            <a:pPr>
              <a:defRPr sz="3600"/>
            </a:pPr>
            <a:r>
              <a:t>Пользователь вводит личные учетные данные, а не общий пароль сети</a:t>
            </a:r>
          </a:p>
          <a:p>
            <a:pPr>
              <a:defRPr sz="3600"/>
            </a:pPr>
            <a:r>
              <a:t>Если Enterprise-вход не работает, сначала проверяют RADIUS-доступность и журналы аутентификации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Enterprise WLAN проектируется как управляемая инфраструктура, а не просто набор точек доступа</a:t>
            </a:r>
          </a:p>
          <a:p>
            <a:pPr>
              <a:defRPr sz="3600"/>
            </a:pPr>
            <a:r>
              <a:t>Радиоплан учитывает диапазоны, каналы, покрытие, емкость и помехи</a:t>
            </a:r>
          </a:p>
          <a:p>
            <a:pPr>
              <a:defRPr sz="3600"/>
            </a:pPr>
            <a:r>
              <a:t>WLC централизованно управляет lightweight AP через CAPWAP и связывает SSID с VLAN</a:t>
            </a:r>
          </a:p>
          <a:p>
            <a:pPr>
              <a:defRPr sz="3600"/>
            </a:pPr>
            <a:r>
              <a:t>PoE-планирование важно для стабильной работы многорадиовых Enterprise AP</a:t>
            </a:r>
          </a:p>
          <a:p>
            <a:pPr>
              <a:defRPr sz="3600"/>
            </a:pPr>
            <a:r>
              <a:t>WPA2/WPA3 Enterprise с RADIUS лучше масштабируется и дает индивидуальную аутентификацию пользователей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радиосреда Wi-Fi требует планирования каналов и мощности?</a:t>
            </a:r>
          </a:p>
          <a:p>
            <a:pPr>
              <a:defRPr sz="3600"/>
            </a:pPr>
            <a:r>
              <a:t>Какие каналы 2.4 ГГц обычно используют как неперекрывающиеся?</a:t>
            </a:r>
          </a:p>
          <a:p>
            <a:pPr>
              <a:defRPr sz="3600"/>
            </a:pPr>
            <a:r>
              <a:t>Чем lightweight AP отличается от автономной точки доступа?</a:t>
            </a:r>
          </a:p>
          <a:p>
            <a:pPr>
              <a:defRPr sz="3600"/>
            </a:pPr>
            <a:r>
              <a:t>Какую роль выполняет WLC в Enterprise WLAN?</a:t>
            </a:r>
          </a:p>
          <a:p>
            <a:pPr>
              <a:defRPr sz="3600"/>
            </a:pPr>
            <a:r>
              <a:t>Что произойдет, если AP требует PoE+, а коммутатор дает только базовый PoE?</a:t>
            </a:r>
          </a:p>
          <a:p>
            <a:pPr>
              <a:defRPr sz="3600"/>
            </a:pPr>
            <a:r>
              <a:t>Чем WPA2 PSK отличается от WPA2 Enterprise?</a:t>
            </a:r>
          </a:p>
          <a:p>
            <a:pPr>
              <a:defRPr sz="3600"/>
            </a:pPr>
            <a:r>
              <a:t>С какого уровня начать диагностику, если клиент не подключается к корпоративному SSID?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1965</Words>
  <Application>Microsoft Office PowerPoint</Application>
  <PresentationFormat>Широкоэкранный</PresentationFormat>
  <Paragraphs>173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2026-07-26T08:59:26Z</dcterms:modified>
  <cp:category/>
</cp:coreProperties>
</file>