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7. Маршрутизация между VLAN на L3-устройствах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Понимать, почему VLAN изолированы друг от друга на канальном уровне</a:t>
            </a:r>
          </a:p>
          <a:p>
            <a:pPr>
              <a:defRPr sz="3600"/>
            </a:pPr>
            <a:r>
              <a:t>Объяснять способы межвлановой маршрутизации через маршрутизатор и L3-коммутатор</a:t>
            </a:r>
          </a:p>
          <a:p>
            <a:pPr>
              <a:defRPr sz="3600"/>
            </a:pPr>
            <a:r>
              <a:t>Настраивать Router-on-a-Stick с сабинтерфейсами и 802.1Q</a:t>
            </a:r>
          </a:p>
          <a:p>
            <a:pPr>
              <a:defRPr sz="3600"/>
            </a:pPr>
            <a:r>
              <a:t>Переводить порт L3-коммутатора в routed port и проверять связность между подсетями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Способы обеспечения связности между изолированными L2-подсетями на 3-м уровне модели OSI</a:t>
            </a:r>
          </a:p>
          <a:p>
            <a:pPr>
              <a:defRPr sz="3600"/>
            </a:pPr>
            <a:r>
              <a:t>2. Router-on-a-Stick: виртуальные сабинтерфейсы, 802.1Q и trunk к коммутатору</a:t>
            </a:r>
          </a:p>
          <a:p>
            <a:pPr>
              <a:defRPr sz="3600"/>
            </a:pPr>
            <a:r>
              <a:t>3. Routed ports на L3-коммутаторе для связи с выделенными серверами инфраструктуры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VLAN разделяют сеть, но сервисам часто нужна связь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VLAN изолирует широковещательные домены на канальном уровне</a:t>
            </a:r>
          </a:p>
          <a:p>
            <a:pPr>
              <a:defRPr sz="3600"/>
            </a:pPr>
            <a:r>
              <a:t>Хосты из разных VLAN обычно находятся в разных IP-подсетях</a:t>
            </a:r>
          </a:p>
          <a:p>
            <a:pPr>
              <a:defRPr sz="3600"/>
            </a:pPr>
            <a:r>
              <a:t>L3 (Layer 3) — сетевой уровень модели OSI, где используются IP-адреса и маршрутизация</a:t>
            </a:r>
          </a:p>
          <a:p>
            <a:pPr>
              <a:defRPr sz="3600"/>
            </a:pPr>
            <a:r>
              <a:t>Маршрутизация между VLAN нужна для доступа пользователей к серверам, DNS, DHCP и другим службам</a:t>
            </a:r>
          </a:p>
          <a:p>
            <a:pPr>
              <a:defRPr sz="3600"/>
            </a:pPr>
            <a:r>
              <a:t>Без L3-устройства устройства разных VLAN не смогут обмениваться IP-трафиком напрямую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Шлюз по умолчанию является выходом из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Default gateway — IP-адрес маршрутизирующего интерфейса, через который хост отправляет трафик в другие сети</a:t>
            </a:r>
          </a:p>
          <a:p>
            <a:pPr>
              <a:defRPr sz="3600"/>
            </a:pPr>
            <a:r>
              <a:t>Для каждой VLAN нужен свой шлюз в соответствующей IP-подсети</a:t>
            </a:r>
          </a:p>
          <a:p>
            <a:pPr>
              <a:defRPr sz="3600"/>
            </a:pPr>
            <a:r>
              <a:t>Например, VLAN 10 использует подсеть 192.168.10.0/24 и шлюз 192.168.10.1</a:t>
            </a:r>
          </a:p>
          <a:p>
            <a:pPr>
              <a:defRPr sz="3600"/>
            </a:pPr>
            <a:r>
              <a:t>VLAN 20 использует подсеть 192.168.20.0/24 и шлюз 192.168.20.1</a:t>
            </a:r>
          </a:p>
          <a:p>
            <a:pPr>
              <a:defRPr sz="3600"/>
            </a:pPr>
            <a:r>
              <a:t>Если у клиента неверный шлюз, локальная связь внутри VLAN может работать, а доступ в другие VLAN — нет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VLAN как отдельные IP-подсети со своими шлюзами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CDEF39-6E1A-80A5-9AF4-0860E3D37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способы межвлановой маршрутизации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Физический маршрутизатор с отдельным интерфейсом на каждую VLAN исторически прост, но требует много портов</a:t>
            </a:r>
          </a:p>
          <a:p>
            <a:pPr>
              <a:defRPr sz="3600"/>
            </a:pPr>
            <a:r>
              <a:t>Router-on-a-Stick использует один физический линк и несколько сабинтерфейсов на маршрутизаторе</a:t>
            </a:r>
          </a:p>
          <a:p>
            <a:pPr>
              <a:defRPr sz="3600"/>
            </a:pPr>
            <a:r>
              <a:t>L3-коммутатор использует SVI для маршрутизации между VLAN внутри коммутатора</a:t>
            </a:r>
          </a:p>
          <a:p>
            <a:pPr>
              <a:defRPr sz="3600"/>
            </a:pPr>
            <a:r>
              <a:t>Routed port на L3-коммутаторе применяют для маршрутизируемых стыков без VLAN-тегов</a:t>
            </a:r>
          </a:p>
          <a:p>
            <a:pPr>
              <a:defRPr sz="3600"/>
            </a:pPr>
            <a:r>
              <a:t>В этой лекции основной акцент на Router-on-a-Stick и routed 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должно совпасть для успешной межвлановой связи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VLAN должны быть созданы на коммутаторе и назначены нужным access-портам</a:t>
            </a:r>
          </a:p>
          <a:p>
            <a:pPr>
              <a:defRPr sz="3600"/>
            </a:pPr>
            <a:r>
              <a:t>Trunk к маршрутизирующему устройству должен переносить VLAN, для которых нужны шлюзы</a:t>
            </a:r>
          </a:p>
          <a:p>
            <a:pPr>
              <a:defRPr sz="3600"/>
            </a:pPr>
            <a:r>
              <a:t>Каждая VLAN должна иметь уникальную IP-подсеть и правильный адрес шлюза</a:t>
            </a:r>
          </a:p>
          <a:p>
            <a:pPr>
              <a:defRPr sz="3600"/>
            </a:pPr>
            <a:r>
              <a:t>Клиенты должны использовать шлюз своей VLAN, а не шлюз соседнего сегмента</a:t>
            </a:r>
          </a:p>
          <a:p>
            <a:pPr>
              <a:defRPr sz="3600"/>
            </a:pPr>
            <a:r>
              <a:t>Диагностика проверяет L2-настройку, IP-адресацию, шлюз и маршруты по порядку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Router-on-a-Stick использует один физический порт маршрутизатора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Router-on-a-Stick — схема, где один интерфейс маршрутизатора обслуживает несколько VLAN через сабинтерфейсы</a:t>
            </a:r>
          </a:p>
          <a:p>
            <a:pPr>
              <a:defRPr sz="3600"/>
            </a:pPr>
            <a:r>
              <a:t>Сабинтерфейс — логический интерфейс вида GigabitEthernet0/0.10 внутри физического интерфейса</a:t>
            </a:r>
          </a:p>
          <a:p>
            <a:pPr>
              <a:defRPr sz="3600"/>
            </a:pPr>
            <a:r>
              <a:t>Каждый сабинтерфейс связан с одной VLAN и получает IP-адрес шлюза этой VLAN</a:t>
            </a:r>
          </a:p>
          <a:p>
            <a:pPr>
              <a:defRPr sz="3600"/>
            </a:pPr>
            <a:r>
              <a:t>Физический линк между маршрутизатором и коммутатором должен быть trunk</a:t>
            </a:r>
          </a:p>
          <a:p>
            <a:pPr>
              <a:defRPr sz="3600"/>
            </a:pPr>
            <a:r>
              <a:t>Схема удобна для обучения и небольших сетей, но ограничена пропускной способностью одного линка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Router-on-a-Stick для VLAN 10 и VLAN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94EF07-6664-BD8C-5635-097048FFC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trunk к маршрутизатору на коммутаторе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interface gigabitEthernet0/1 открывает порт коммутатора к маршрутизатору</a:t>
            </a:r>
          </a:p>
          <a:p>
            <a:pPr>
              <a:defRPr sz="3600"/>
            </a:pPr>
            <a:r>
              <a:t>Команда switchport mode trunk задает магистральный режим</a:t>
            </a:r>
          </a:p>
          <a:p>
            <a:pPr>
              <a:defRPr sz="3600"/>
            </a:pPr>
            <a:r>
              <a:t>Команда switchport trunk allowed vlan 10,20 ограничивает VLAN, которые идут к маршрутизатору</a:t>
            </a:r>
          </a:p>
          <a:p>
            <a:pPr>
              <a:defRPr sz="3600"/>
            </a:pPr>
            <a:r>
              <a:t>Пример нужен, чтобы кадры VLAN 10 и VLAN 20 дошли до соответствующих сабинтерфейсов</a:t>
            </a:r>
          </a:p>
          <a:p>
            <a:pPr>
              <a:defRPr sz="3600"/>
            </a:pPr>
            <a:r>
              <a:t>Команда show interfaces trunk подтверждает, что Gi0/1 работает как trunk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Подготовка физического интерфейса маршрутизатора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физическом интерфейсе маршрутизатора IP-адрес обычно не назначают в Router-on-a-Stick</a:t>
            </a:r>
          </a:p>
          <a:p>
            <a:pPr>
              <a:defRPr sz="3600"/>
            </a:pPr>
            <a:r>
              <a:t>Команда interface gigabitEthernet0/0 открывает физический интерфейс к коммутатору</a:t>
            </a:r>
          </a:p>
          <a:p>
            <a:pPr>
              <a:defRPr sz="3600"/>
            </a:pPr>
            <a:r>
              <a:t>Команда no shutdown включает физический интерфейс</a:t>
            </a:r>
          </a:p>
          <a:p>
            <a:pPr>
              <a:defRPr sz="3600"/>
            </a:pPr>
            <a:r>
              <a:t>Если физический интерфейс выключен, все сабинтерфейсы останутся недоступными</a:t>
            </a:r>
          </a:p>
          <a:p>
            <a:pPr>
              <a:defRPr sz="3600"/>
            </a:pPr>
            <a:r>
              <a:t>Команда show ip interface brief показывает состояние физического интерфейса и сабинтерфейсов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Сабинтерфейс для VLAN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interface gigabitEthernet0/0.10 создает логический сабинтерфейс для VLAN 10</a:t>
            </a:r>
          </a:p>
          <a:p>
            <a:pPr>
              <a:defRPr sz="3600"/>
            </a:pPr>
            <a:r>
              <a:t>Команда encapsulation dot1Q 10 привязывает сабинтерфейс к 802.1Q-тегу VLAN 10</a:t>
            </a:r>
          </a:p>
          <a:p>
            <a:pPr>
              <a:defRPr sz="3600"/>
            </a:pPr>
            <a:r>
              <a:t>Внимание: encapsulation dot1Q 10 должна строго выполняться до команды ip address</a:t>
            </a:r>
          </a:p>
          <a:p>
            <a:pPr>
              <a:defRPr sz="3600"/>
            </a:pPr>
            <a:r>
              <a:t>Команда ip address 192.168.10.1 255.255.255.0 задает шлюз для клиентов VLAN 10</a:t>
            </a:r>
          </a:p>
          <a:p>
            <a:pPr>
              <a:defRPr sz="3600"/>
            </a:pPr>
            <a:r>
              <a:t>Пример: ПК в VLAN 10 должен иметь default gateway 192.168.10.1</a:t>
            </a:r>
          </a:p>
          <a:p>
            <a:pPr>
              <a:defRPr sz="3600"/>
            </a:pPr>
            <a:r>
              <a:t>Если тег VLAN указан неверно, маршрутизатор будет принимать трафик не той VLAN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Сабинтерфейс для VLAN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interface gigabitEthernet0/0.20 создает логический сабинтерфейс для VLAN 20</a:t>
            </a:r>
          </a:p>
          <a:p>
            <a:pPr>
              <a:defRPr sz="3600"/>
            </a:pPr>
            <a:r>
              <a:t>Команда encapsulation dot1Q 20 связывает сабинтерфейс с VLAN 20</a:t>
            </a:r>
          </a:p>
          <a:p>
            <a:pPr>
              <a:defRPr sz="3600"/>
            </a:pPr>
            <a:r>
              <a:t>Внимание: если сначала ввести ip address, IOS выдаст ошибку, потому что сабинтерфейс еще не привязан к VLAN</a:t>
            </a:r>
          </a:p>
          <a:p>
            <a:pPr>
              <a:defRPr sz="3600"/>
            </a:pPr>
            <a:r>
              <a:t>Команда ip address 192.168.20.1 255.255.255.0 задает шлюз для клиентов VLAN 20</a:t>
            </a:r>
          </a:p>
          <a:p>
            <a:pPr>
              <a:defRPr sz="3600"/>
            </a:pPr>
            <a:r>
              <a:t>После настройки клиенты VLAN 10 и VLAN 20 могут обмениваться трафиком через маршрутизатор</a:t>
            </a:r>
          </a:p>
          <a:p>
            <a:pPr>
              <a:defRPr sz="3600"/>
            </a:pPr>
            <a:r>
              <a:t>Маршрутизатор видит обе сети как directly connected, поэтому отдельные статические маршруты между ними не нужны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Router-on-a-Stick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коммутаторе show interfaces trunk подтверждает прохождение нужных VLAN к маршрутизатору</a:t>
            </a:r>
          </a:p>
          <a:p>
            <a:pPr>
              <a:defRPr sz="3600"/>
            </a:pPr>
            <a:r>
              <a:t>На маршрутизаторе show ip interface brief показывает сабинтерфейсы и их состояние up/up</a:t>
            </a:r>
          </a:p>
          <a:p>
            <a:pPr>
              <a:defRPr sz="3600"/>
            </a:pPr>
            <a:r>
              <a:t>Команда show ip route connected показывает подключенные сети 192.168.10.0/24 и 192.168.20.0/24</a:t>
            </a:r>
          </a:p>
          <a:p>
            <a:pPr>
              <a:defRPr sz="3600"/>
            </a:pPr>
            <a:r>
              <a:t>С клиента VLAN 10 выполняют ping 192.168.10.1, затем ping клиента VLAN 20</a:t>
            </a:r>
          </a:p>
          <a:p>
            <a:pPr>
              <a:defRPr sz="3600"/>
            </a:pPr>
            <a:r>
              <a:t>traceroute до соседней VLAN должен показать шлюз маршрутизатора как промежуточный узел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путь пакета между VLAN через маршрутизатор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97081AA-5C07-BAC7-4970-7C22EDBBD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Если ping между VLAN не проходит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проверяют, получает ли клиент правильный IP-адрес, маску и default gateway</a:t>
            </a:r>
          </a:p>
          <a:p>
            <a:pPr>
              <a:defRPr sz="3600"/>
            </a:pPr>
            <a:r>
              <a:t>Затем проверяют access VLAN порта клиента командой show vlan brief</a:t>
            </a:r>
          </a:p>
          <a:p>
            <a:pPr>
              <a:defRPr sz="3600"/>
            </a:pPr>
            <a:r>
              <a:t>После этого проверяют trunk к маршрутизатору и allowed VLAN</a:t>
            </a:r>
          </a:p>
          <a:p>
            <a:pPr>
              <a:defRPr sz="3600"/>
            </a:pPr>
            <a:r>
              <a:t>На маршрутизаторе проверяют encapsulation dot1Q и IP-адрес каждого сабинтерфейса</a:t>
            </a:r>
          </a:p>
          <a:p>
            <a:pPr>
              <a:defRPr sz="3600"/>
            </a:pPr>
            <a:r>
              <a:t>Только после L2 и gateway проверяют фильтрацию ACL или другие ограничения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Ограничения Router-on-a-Stick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Все межвлановые потоки проходят через один физический линк маршрутизатора</a:t>
            </a:r>
          </a:p>
          <a:p>
            <a:pPr>
              <a:defRPr sz="3600"/>
            </a:pPr>
            <a:r>
              <a:t>Bottleneck — эффект бутылочного горлышка, когда один trunk ограничивает весь обмен между VLAN</a:t>
            </a:r>
          </a:p>
          <a:p>
            <a:pPr>
              <a:defRPr sz="3600"/>
            </a:pPr>
            <a:r>
              <a:t>Такую схему часто называют one-armed router, потому что маршрутизатор обслуживает VLAN через один физический интерфейс</a:t>
            </a:r>
          </a:p>
          <a:p>
            <a:pPr>
              <a:defRPr sz="3600"/>
            </a:pPr>
            <a:r>
              <a:t>Отказ этого линка нарушит маршрутизацию между всеми обслуживаемыми VLAN</a:t>
            </a:r>
          </a:p>
          <a:p>
            <a:pPr>
              <a:defRPr sz="3600"/>
            </a:pPr>
            <a:r>
              <a:t>Производительность зависит от возможностей маршрутизатора и интерфейса</a:t>
            </a:r>
          </a:p>
          <a:p>
            <a:pPr>
              <a:defRPr sz="3600"/>
            </a:pPr>
            <a:r>
              <a:t>В enterprise-сетях межвлановую маршрутизацию часто переносят на L3-коммутатор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Routed port превращает порт L3-коммутатора в маршрутизируемый интерфейс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Routed port — физический порт L3-коммутатора, работающий как интерфейс маршрутизатора</a:t>
            </a:r>
          </a:p>
          <a:p>
            <a:pPr>
              <a:defRPr sz="3600"/>
            </a:pPr>
            <a:r>
              <a:t>На routed port не назначают access VLAN и не включают trunk</a:t>
            </a:r>
          </a:p>
          <a:p>
            <a:pPr>
              <a:defRPr sz="3600"/>
            </a:pPr>
            <a:r>
              <a:t>Порт получает IP-адрес напрямую и участвует в маршрутизации</a:t>
            </a:r>
          </a:p>
          <a:p>
            <a:pPr>
              <a:defRPr sz="3600"/>
            </a:pPr>
            <a:r>
              <a:t>Такой стык удобен для подключения отдельного маршрутизатора, firewall или инфраструктурного сервера</a:t>
            </a:r>
          </a:p>
          <a:p>
            <a:pPr>
              <a:defRPr sz="3600"/>
            </a:pPr>
            <a:r>
              <a:t>Routed port изучается здесь как переход от чистой коммутации к L3-функциям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routed port на L3-коммутаторе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ip routing глобально включает маршрутизацию на L3-коммутаторе</a:t>
            </a:r>
          </a:p>
          <a:p>
            <a:pPr>
              <a:defRPr sz="3600"/>
            </a:pPr>
            <a:r>
              <a:t>Команда interface gigabitEthernet1/0/1 открывает физический порт L3-коммутатора</a:t>
            </a:r>
          </a:p>
          <a:p>
            <a:pPr>
              <a:defRPr sz="3600"/>
            </a:pPr>
            <a:r>
              <a:t>Команда no switchport переводит порт из L2-режима в routed port</a:t>
            </a:r>
          </a:p>
          <a:p>
            <a:pPr>
              <a:defRPr sz="3600"/>
            </a:pPr>
            <a:r>
              <a:t>Команда ip address 192.168.100.1 255.255.255.252 назначает IP-адрес стыка</a:t>
            </a:r>
          </a:p>
          <a:p>
            <a:pPr>
              <a:defRPr sz="3600"/>
            </a:pPr>
            <a:r>
              <a:t>Команда no shutdown включает порт</a:t>
            </a:r>
          </a:p>
          <a:p>
            <a:pPr>
              <a:defRPr sz="3600"/>
            </a:pPr>
            <a:r>
              <a:t>Результат проверяется show ip interface brief: порт должен отображаться с IP-адресом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Сеть /30 удобна для точка-точка стыка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Подсеть /30 в IPv4 содержит два usable-адреса для двух сторон соединения</a:t>
            </a:r>
          </a:p>
          <a:p>
            <a:pPr>
              <a:defRPr sz="3600"/>
            </a:pPr>
            <a:r>
              <a:t>Например, 192.168.100.0/30 дает адреса 192.168.100.1 и 192.168.100.2</a:t>
            </a:r>
          </a:p>
          <a:p>
            <a:pPr>
              <a:defRPr sz="3600"/>
            </a:pPr>
            <a:r>
              <a:t>Один адрес назначается routed port L3-коммутатора, второй — соседнему устройству</a:t>
            </a:r>
          </a:p>
          <a:p>
            <a:pPr>
              <a:defRPr sz="3600"/>
            </a:pPr>
            <a:r>
              <a:t>Маска 255.255.255.252 показывает, что это маленькая служебная сеть стыка</a:t>
            </a:r>
          </a:p>
          <a:p>
            <a:pPr>
              <a:defRPr sz="3600"/>
            </a:pPr>
            <a:r>
              <a:t>Такие сети удобно документировать отдельно от пользовательских VLAN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routed 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show ip interface brief показывает IP-адрес и состояние routed port</a:t>
            </a:r>
          </a:p>
          <a:p>
            <a:pPr>
              <a:defRPr sz="3600"/>
            </a:pPr>
            <a:r>
              <a:t>Команда show interfaces gigabitEthernet1/0/1 status помогает убедиться, что физический линк поднят</a:t>
            </a:r>
          </a:p>
          <a:p>
            <a:pPr>
              <a:defRPr sz="3600"/>
            </a:pPr>
            <a:r>
              <a:t>Команда ping 192.168.100.2 проверяет соседнее устройство на точка-точка стыке</a:t>
            </a:r>
          </a:p>
          <a:p>
            <a:pPr>
              <a:defRPr sz="3600"/>
            </a:pPr>
            <a:r>
              <a:t>Команда show ip route connected должна показать подключенную сеть 192.168.100.0/30</a:t>
            </a:r>
          </a:p>
          <a:p>
            <a:pPr>
              <a:defRPr sz="3600"/>
            </a:pPr>
            <a:r>
              <a:t>Если ping не проходит, сначала проверяют no switchport, адреса, маски и no shutdown на обеих сторонах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Router-on-a-Stick и routed port не конкурируют напрямую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Router-on-a-Stick решает задачу шлюзов для нескольких VLAN через trunk</a:t>
            </a:r>
          </a:p>
          <a:p>
            <a:pPr>
              <a:defRPr sz="3600"/>
            </a:pPr>
            <a:r>
              <a:t>Routed port решает задачу маршрутизируемого стыка без переноса VLAN</a:t>
            </a:r>
          </a:p>
          <a:p>
            <a:pPr>
              <a:defRPr sz="3600"/>
            </a:pPr>
            <a:r>
              <a:t>В одной сети могут одновременно использоваться trunk к маршрутизатору и routed port к другому L3-устройству</a:t>
            </a:r>
          </a:p>
          <a:p>
            <a:pPr>
              <a:defRPr sz="3600"/>
            </a:pPr>
            <a:r>
              <a:t>Выбор зависит от того, нужно переносить VLAN или только связать две L3-сети</a:t>
            </a:r>
          </a:p>
          <a:p>
            <a:pPr>
              <a:defRPr sz="3600"/>
            </a:pPr>
            <a:r>
              <a:t>В следующей лекции межвлановая маршрутизация переносится на SVI L3-коммутатора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адресный план для межвлановой маршрутизации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VLAN 10 USERS использует сеть 192.168.10.0/24 и шлюз 192.168.10.1</a:t>
            </a:r>
          </a:p>
          <a:p>
            <a:pPr>
              <a:defRPr sz="3600"/>
            </a:pPr>
            <a:r>
              <a:t>VLAN 20 VOICE использует сеть 192.168.20.0/24 и шлюз 192.168.20.1</a:t>
            </a:r>
          </a:p>
          <a:p>
            <a:pPr>
              <a:defRPr sz="3600"/>
            </a:pPr>
            <a:r>
              <a:t>VLAN 30 SERVERS использует сеть 192.168.30.0/24 и шлюз 192.168.30.1</a:t>
            </a:r>
          </a:p>
          <a:p>
            <a:pPr>
              <a:defRPr sz="3600"/>
            </a:pPr>
            <a:r>
              <a:t>Сабинтерфейсы маршрутизатора получают адреса шлюзов, а клиенты получают адреса внутри своих VLAN</a:t>
            </a:r>
          </a:p>
          <a:p>
            <a:pPr>
              <a:defRPr sz="3600"/>
            </a:pPr>
            <a:r>
              <a:t>Такой план помогает сразу увидеть, какой dot1Q-тег связан с какой IP-подсетью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клиентов важна не меньше настройки маршрутизатора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ПК в VLAN 10 должен иметь IP-адрес из 192.168.10.0/24 и шлюз 192.168.10.1</a:t>
            </a:r>
          </a:p>
          <a:p>
            <a:pPr>
              <a:defRPr sz="3600"/>
            </a:pPr>
            <a:r>
              <a:t>ПК в VLAN 20 должен иметь IP-адрес из 192.168.20.0/24 и шлюз 192.168.20.1</a:t>
            </a:r>
          </a:p>
          <a:p>
            <a:pPr>
              <a:defRPr sz="3600"/>
            </a:pPr>
            <a:r>
              <a:t>Если клиенту вручную указан шлюз соседней VLAN, межвлановая связь работать не будет</a:t>
            </a:r>
          </a:p>
          <a:p>
            <a:pPr>
              <a:defRPr sz="3600"/>
            </a:pPr>
            <a:r>
              <a:t>В Packet Tracer параметры проверяют в Desktop &gt; IP Configuration или командой ipconfig</a:t>
            </a:r>
          </a:p>
          <a:p>
            <a:pPr>
              <a:defRPr sz="3600"/>
            </a:pPr>
            <a:r>
              <a:t>Первый тест клиента — ping до собственного шлюза, а не сразу до другой VLAN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ARP помогает понять, дошел ли клиент до своего шлюза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ARP связывает IPv4-адрес шлюза с MAC-адресом интерфейса маршрутизатора в локальной VLAN</a:t>
            </a:r>
          </a:p>
          <a:p>
            <a:pPr>
              <a:defRPr sz="3600"/>
            </a:pPr>
            <a:r>
              <a:t>Если ping до шлюза не проходит, ARP-запись может отсутствовать или быть неверной</a:t>
            </a:r>
          </a:p>
          <a:p>
            <a:pPr>
              <a:defRPr sz="3600"/>
            </a:pPr>
            <a:r>
              <a:t>На ПК команда arp -a показывает изученные IP-MAC соответствия</a:t>
            </a:r>
          </a:p>
          <a:p>
            <a:pPr>
              <a:defRPr sz="3600"/>
            </a:pPr>
            <a:r>
              <a:t>На маршрутизаторе show arp показывает, видит ли он клиентов в VLAN</a:t>
            </a:r>
          </a:p>
          <a:p>
            <a:pPr>
              <a:defRPr sz="3600"/>
            </a:pPr>
            <a:r>
              <a:t>Если ARP не появляется, проблему ищут в access VLAN, trunk или encapsulation dot1Q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Traceroute показывает, где начинается маршрутизация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traceroute — утилита проверки пути IP-пакета через маршрутизаторы</a:t>
            </a:r>
          </a:p>
          <a:p>
            <a:pPr>
              <a:defRPr sz="3600"/>
            </a:pPr>
            <a:r>
              <a:t>В межвлановой сети первым переходом должен быть шлюз VLAN отправителя</a:t>
            </a:r>
          </a:p>
          <a:p>
            <a:pPr>
              <a:defRPr sz="3600"/>
            </a:pPr>
            <a:r>
              <a:t>Пример: traceroute 192.168.20.10 с ПК VLAN 10 должен показать 192.168.10.1 как первый hop</a:t>
            </a:r>
          </a:p>
          <a:p>
            <a:pPr>
              <a:defRPr sz="3600"/>
            </a:pPr>
            <a:r>
              <a:t>Если первый hop отсутствует, клиент не дошел до своего шлюза</a:t>
            </a:r>
          </a:p>
          <a:p>
            <a:pPr>
              <a:defRPr sz="3600"/>
            </a:pPr>
            <a:r>
              <a:t>Если первый hop есть, но дальше отказ, проверяют маршруты и ограничения на L3-устройстве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записать в документацию после настройки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каждой VLAN фиксируют VLAN ID, имя, подсеть и адрес шлюза</a:t>
            </a:r>
          </a:p>
          <a:p>
            <a:pPr>
              <a:defRPr sz="3600"/>
            </a:pPr>
            <a:r>
              <a:t>Для trunk к маршрутизатору фиксируют физический порт и allowed VLAN</a:t>
            </a:r>
          </a:p>
          <a:p>
            <a:pPr>
              <a:defRPr sz="3600"/>
            </a:pPr>
            <a:r>
              <a:t>Для сабинтерфейсов фиксируют имя интерфейса, dot1Q VLAN и IP-адрес</a:t>
            </a:r>
          </a:p>
          <a:p>
            <a:pPr>
              <a:defRPr sz="3600"/>
            </a:pPr>
            <a:r>
              <a:t>Для routed port фиксируют адреса обеих сторон point-to-point сети</a:t>
            </a:r>
          </a:p>
          <a:p>
            <a:pPr>
              <a:defRPr sz="3600"/>
            </a:pPr>
            <a:r>
              <a:t>В отчет включают команды проверки и результаты ping или traceroute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trunk с сабинтерфейсами и routed 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A660A6C-3C48-A811-C8C0-B01278BCF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VLAN изолируют L2-сегменты, поэтому для связи между ними нужен L3-шлюз</a:t>
            </a:r>
          </a:p>
          <a:p>
            <a:pPr>
              <a:defRPr sz="3600"/>
            </a:pPr>
            <a:r>
              <a:t>Router-on-a-Stick использует trunk и сабинтерфейсы маршрутизатора с encapsulation dot1Q</a:t>
            </a:r>
          </a:p>
          <a:p>
            <a:pPr>
              <a:defRPr sz="3600"/>
            </a:pPr>
            <a:r>
              <a:t>Каждая VLAN должна иметь собственный IP-шлюз в своей подсети</a:t>
            </a:r>
          </a:p>
          <a:p>
            <a:pPr>
              <a:defRPr sz="3600"/>
            </a:pPr>
            <a:r>
              <a:t>Routed port на L3-коммутаторе используется для маршрутизируемого стыка без VLAN-тегов</a:t>
            </a:r>
          </a:p>
          <a:p>
            <a:pPr>
              <a:defRPr sz="3600"/>
            </a:pPr>
            <a:r>
              <a:t>Диагностика межвлановой связи идет от access VLAN и trunk к IP-адресам, шлюзам и маршрутам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устройства из разных VLAN не обмениваются трафиком без маршрутизации?</a:t>
            </a:r>
          </a:p>
          <a:p>
            <a:pPr>
              <a:defRPr sz="3600"/>
            </a:pPr>
            <a:r>
              <a:t>Что такое default gateway и почему он должен принадлежать подсети клиента?</a:t>
            </a:r>
          </a:p>
          <a:p>
            <a:pPr>
              <a:defRPr sz="3600"/>
            </a:pPr>
            <a:r>
              <a:t>Какой интерфейс маршрутизатора используется в схеме Router-on-a-Stick?</a:t>
            </a:r>
          </a:p>
          <a:p>
            <a:pPr>
              <a:defRPr sz="3600"/>
            </a:pPr>
            <a:r>
              <a:t>Зачем на сабинтерфейсе нужна команда encapsulation dot1Q?</a:t>
            </a:r>
          </a:p>
          <a:p>
            <a:pPr>
              <a:defRPr sz="3600"/>
            </a:pPr>
            <a:r>
              <a:t>Какие команды проверить, если ping между VLAN не проходит?</a:t>
            </a:r>
          </a:p>
          <a:p>
            <a:pPr>
              <a:defRPr sz="3600"/>
            </a:pPr>
            <a:r>
              <a:t>Чем routed port отличается от trunk-порта?</a:t>
            </a:r>
          </a:p>
          <a:p>
            <a:pPr>
              <a:defRPr sz="3600"/>
            </a:pPr>
            <a:r>
              <a:t>В какой ситуации routed port лучше, чем перенос VLAN через trunk?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1637</Words>
  <Application>Microsoft Office PowerPoint</Application>
  <PresentationFormat>Широкоэкранный</PresentationFormat>
  <Paragraphs>164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2026-07-26T08:54:41Z</dcterms:modified>
  <cp:category/>
</cp:coreProperties>
</file>