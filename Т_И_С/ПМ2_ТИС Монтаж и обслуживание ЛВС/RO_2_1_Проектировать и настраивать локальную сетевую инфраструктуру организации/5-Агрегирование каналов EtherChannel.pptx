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Лекция 5. Агрегирование каналов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Понимать, зачем несколько физических линков объединяют в один логический канал</a:t>
            </a:r>
          </a:p>
          <a:p>
            <a:pPr>
              <a:defRPr sz="3600"/>
            </a:pPr>
            <a:r>
              <a:t>Объяснять принципы работы EtherChannel и протокола LACP</a:t>
            </a:r>
          </a:p>
          <a:p>
            <a:pPr>
              <a:defRPr sz="3600"/>
            </a:pPr>
            <a:r>
              <a:t>Настраивать L2 EtherChannel между коммутаторами Cisco</a:t>
            </a:r>
          </a:p>
          <a:p>
            <a:pPr>
              <a:defRPr sz="3600"/>
            </a:pPr>
            <a:r>
              <a:t>Проверять состояние Port-channel и находить типовые причины suspended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1. Ограниченная пропускная способность магистралей и объединение физических интерфейсов в Bundle</a:t>
            </a:r>
          </a:p>
          <a:p>
            <a:pPr>
              <a:defRPr sz="3600"/>
            </a:pPr>
            <a:r>
              <a:t>2. Протокол LACP: режимы active и passive</a:t>
            </a:r>
          </a:p>
          <a:p>
            <a:pPr>
              <a:defRPr sz="3600"/>
            </a:pPr>
            <a:r>
              <a:t>3. Требования к совпадению параметров портов при агрегации</a:t>
            </a:r>
          </a:p>
          <a:p>
            <a:pPr>
              <a:defRPr sz="3600"/>
            </a:pPr>
            <a:r>
              <a:t>4. Причины падения портов в состояние suspended</a:t>
            </a:r>
          </a:p>
          <a:p>
            <a:pPr>
              <a:defRPr sz="3600"/>
            </a:pPr>
            <a:r>
              <a:t>5. Балансировка трафика и алгоритмы хеширования</a:t>
            </a:r>
          </a:p>
          <a:p>
            <a:pPr>
              <a:defRPr sz="3600"/>
            </a:pPr>
            <a:r>
              <a:t>6. Отличие L2 EtherChannel от L3 EtherChannel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Один магистральный линк быстро становится узким местом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Магистраль между коммутаторами переносит трафик многих VLAN и пользователей</a:t>
            </a:r>
          </a:p>
          <a:p>
            <a:pPr>
              <a:defRPr sz="3600"/>
            </a:pPr>
            <a:r>
              <a:t>Если один линк перегружен, добавление второго кабеля без специальной технологии может создать петлю L2</a:t>
            </a:r>
          </a:p>
          <a:p>
            <a:pPr>
              <a:defRPr sz="3600"/>
            </a:pPr>
            <a:r>
              <a:t>EtherChannel объединяет несколько физических интерфейсов в один логический канал</a:t>
            </a:r>
          </a:p>
          <a:p>
            <a:pPr>
              <a:defRPr sz="3600"/>
            </a:pPr>
            <a:r>
              <a:t>Bundle — группа физических линков, которая воспринимается устройствами как один логический интерфейс</a:t>
            </a:r>
          </a:p>
          <a:p>
            <a:pPr>
              <a:defRPr sz="3600"/>
            </a:pPr>
            <a:r>
              <a:t>Для STP такой набор выглядит как один линк, поэтому избыточность не превращается в петлю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Port-channel становится главным интерфейсом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Port-channel — логический интерфейс Cisco, представляющий группу физических портов EtherChannel</a:t>
            </a:r>
          </a:p>
          <a:p>
            <a:pPr>
              <a:defRPr sz="3600"/>
            </a:pPr>
            <a:r>
              <a:t>Большинство настроек trunk или access лучше задавать на интерфейсе Port-channel</a:t>
            </a:r>
          </a:p>
          <a:p>
            <a:pPr>
              <a:defRPr sz="3600"/>
            </a:pPr>
            <a:r>
              <a:t>Физические порты наследуют параметры логического канала и участвуют в передаче трафика</a:t>
            </a:r>
          </a:p>
          <a:p>
            <a:pPr>
              <a:defRPr sz="3600"/>
            </a:pPr>
            <a:r>
              <a:t>Если настраивать физические порты по-разному, EtherChannel может не собраться</a:t>
            </a:r>
          </a:p>
          <a:p>
            <a:pPr>
              <a:defRPr sz="3600"/>
            </a:pPr>
            <a:r>
              <a:t>В документации фиксируют номер Port-channel, входящие физические порты и соседнее устройство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несколько физических линков как один Port-channel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1EF98F9-D244-2AE7-08F8-CFEF61BCB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дает EtherChannel в локальной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Увеличивает суммарную доступную полосу между сетевыми уровнями</a:t>
            </a:r>
          </a:p>
          <a:p>
            <a:pPr>
              <a:defRPr sz="3600"/>
            </a:pPr>
            <a:r>
              <a:t>Дает отказоустойчивость: при отказе одного кабеля остальные продолжают работать</a:t>
            </a:r>
          </a:p>
          <a:p>
            <a:pPr>
              <a:defRPr sz="3600"/>
            </a:pPr>
            <a:r>
              <a:t>Упрощает топологию для STP, потому что группа выглядит как один логический линк</a:t>
            </a:r>
          </a:p>
          <a:p>
            <a:pPr>
              <a:defRPr sz="3600"/>
            </a:pPr>
            <a:r>
              <a:t>Для STP агрегированный Port-channel имеет меньшую стоимость, чем одиночный линк той же физической скорости</a:t>
            </a:r>
          </a:p>
          <a:p>
            <a:pPr>
              <a:defRPr sz="3600"/>
            </a:pPr>
            <a:r>
              <a:t>Позволяет постепенно расширять магистраль без полной перестройки сети</a:t>
            </a:r>
          </a:p>
          <a:p>
            <a:pPr>
              <a:defRPr sz="3600"/>
            </a:pPr>
            <a:r>
              <a:t>Не превращает один поток данных в скорость всех кабелей сразу: распределение зависит от хеширования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LACP согласует агрегированный канал между устройствами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LACP (Link Aggregation Control Protocol) — стандарт IEEE 802.1AX для динамического согласования агрегированных каналов</a:t>
            </a:r>
          </a:p>
          <a:p>
            <a:pPr>
              <a:defRPr sz="3600"/>
            </a:pPr>
            <a:r>
              <a:t>LACP проверяет, что соседнее устройство тоже готово объединять порты в один канал</a:t>
            </a:r>
          </a:p>
          <a:p>
            <a:pPr>
              <a:defRPr sz="3600"/>
            </a:pPr>
            <a:r>
              <a:t>Режим active активно отправляет LACP-пакеты и пытается создать канал</a:t>
            </a:r>
          </a:p>
          <a:p>
            <a:pPr>
              <a:defRPr sz="3600"/>
            </a:pPr>
            <a:r>
              <a:t>Режим passive ждет LACP-пакеты от соседа и отвечает на них</a:t>
            </a:r>
          </a:p>
          <a:p>
            <a:pPr>
              <a:defRPr sz="3600"/>
            </a:pPr>
            <a:r>
              <a:t>Канал поднимется, если хотя бы одна сторона работает в active, а другая в active или passive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Режимы LACP нужно выбирать осознанно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active + active обычно используют в учебных и корпоративных настройках для предсказуемого запуска</a:t>
            </a:r>
          </a:p>
          <a:p>
            <a:pPr>
              <a:defRPr sz="3600"/>
            </a:pPr>
            <a:r>
              <a:t>active + passive тоже работает, потому что active-сторона инициирует обмен</a:t>
            </a:r>
          </a:p>
          <a:p>
            <a:pPr>
              <a:defRPr sz="3600"/>
            </a:pPr>
            <a:r>
              <a:t>passive + passive не создаст канал, так как обе стороны ждут инициативы</a:t>
            </a:r>
          </a:p>
          <a:p>
            <a:pPr>
              <a:defRPr sz="3600"/>
            </a:pPr>
            <a:r>
              <a:t>Статический режим on не использует LACP и опасен при ошибке на соседнем устройстве</a:t>
            </a:r>
          </a:p>
          <a:p>
            <a:pPr>
              <a:defRPr sz="3600"/>
            </a:pPr>
            <a:r>
              <a:t>Для базового курса лучше использовать LACP active на обоих концах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согласование LACP active и passive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36BB628-FD91-6A86-50A7-3A32DD0021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настройка LACP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объединением портов выполните очистку: default interface range gigabitEthernet0/1 - 2</a:t>
            </a:r>
          </a:p>
          <a:p>
            <a:pPr>
              <a:defRPr sz="3600"/>
            </a:pPr>
            <a:r>
              <a:t>Команда interface range gigabitEthernet0/1 - 2 выбирает два физических линка между коммутаторами</a:t>
            </a:r>
          </a:p>
          <a:p>
            <a:pPr>
              <a:defRPr sz="3600"/>
            </a:pPr>
            <a:r>
              <a:t>Команда channel-group 1 mode active добавляет порты в EtherChannel 1 с LACP active</a:t>
            </a:r>
          </a:p>
          <a:p>
            <a:pPr>
              <a:defRPr sz="3600"/>
            </a:pPr>
            <a:r>
              <a:t>После этого Cisco создает логический интерфейс Port-channel1</a:t>
            </a:r>
          </a:p>
          <a:p>
            <a:pPr>
              <a:defRPr sz="3600"/>
            </a:pPr>
            <a:r>
              <a:t>Команда interface port-channel 1 открывает настройку логического канала</a:t>
            </a:r>
          </a:p>
          <a:p>
            <a:pPr>
              <a:defRPr sz="3600"/>
            </a:pPr>
            <a:r>
              <a:t>Золотое правило: физические порты должны быть очищены и одинаковы до команды channel-group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сборки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show etherchannel summary показывает группы, протокол и состояние портов</a:t>
            </a:r>
          </a:p>
          <a:p>
            <a:pPr>
              <a:defRPr sz="3600"/>
            </a:pPr>
            <a:r>
              <a:t>Пример: флаг P рядом с физическим портом означает, что порт включен в работающий Port-channel</a:t>
            </a:r>
          </a:p>
          <a:p>
            <a:pPr>
              <a:defRPr sz="3600"/>
            </a:pPr>
            <a:r>
              <a:t>Флаг S у Port-channel обычно означает Layer 2 EtherChannel</a:t>
            </a:r>
          </a:p>
          <a:p>
            <a:pPr>
              <a:defRPr sz="3600"/>
            </a:pPr>
            <a:r>
              <a:t>Команда show lacp neighbor показывает LACP-соседа и его системный идентификатор</a:t>
            </a:r>
          </a:p>
          <a:p>
            <a:pPr>
              <a:defRPr sz="3600"/>
            </a:pPr>
            <a:r>
              <a:t>Если порт не в состоянии P, нужно проверить согласование и одинаковость параметров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Физические порты EtherChannel должны быть одинаковыми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Все порты в одном EtherChannel должны иметь одинаковую скорость и duplex</a:t>
            </a:r>
          </a:p>
          <a:p>
            <a:pPr>
              <a:defRPr sz="3600"/>
            </a:pPr>
            <a:r>
              <a:t>Порты должны быть одного типа: access или trunk</a:t>
            </a:r>
          </a:p>
          <a:p>
            <a:pPr>
              <a:defRPr sz="3600"/>
            </a:pPr>
            <a:r>
              <a:t>Если это trunk, должны совпадать native VLAN и allowed VLAN</a:t>
            </a:r>
          </a:p>
          <a:p>
            <a:pPr>
              <a:defRPr sz="3600"/>
            </a:pPr>
            <a:r>
              <a:t>Если это access, должна совпадать access VLAN</a:t>
            </a:r>
          </a:p>
          <a:p>
            <a:pPr>
              <a:defRPr sz="3600"/>
            </a:pPr>
            <a:r>
              <a:t>Несовпадение параметров приводит к отказу включения порта в канал или к состоянию suspended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Что именно сравнивать перед включением в Bundle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Скорость: все физические порты должны работать на совместимой скорости</a:t>
            </a:r>
          </a:p>
          <a:p>
            <a:pPr>
              <a:defRPr sz="3600"/>
            </a:pPr>
            <a:r>
              <a:t>Duplex: режим full или auto должен быть согласован на всех участниках</a:t>
            </a:r>
          </a:p>
          <a:p>
            <a:pPr>
              <a:defRPr sz="3600"/>
            </a:pPr>
            <a:r>
              <a:t>VLAN-режим: access-порты нельзя смешивать с trunk-портами в одном Port-channel</a:t>
            </a:r>
          </a:p>
          <a:p>
            <a:pPr>
              <a:defRPr sz="3600"/>
            </a:pPr>
            <a:r>
              <a:t>Trunk-параметры: allowed VLAN и native VLAN должны быть одинаковыми</a:t>
            </a:r>
          </a:p>
          <a:p>
            <a:pPr>
              <a:defRPr sz="3600"/>
            </a:pPr>
            <a:r>
              <a:t>Дополнительные функции безопасности на портах не должны конфликтовать с логикой агрегирования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Правильная последовательность настройки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выбирают физические интерфейсы и добавляют их в channel-group</a:t>
            </a:r>
          </a:p>
          <a:p>
            <a:pPr>
              <a:defRPr sz="3600"/>
            </a:pPr>
            <a:r>
              <a:t>Затем настраивают логический интерфейс Port-channel</a:t>
            </a:r>
          </a:p>
          <a:p>
            <a:pPr>
              <a:defRPr sz="3600"/>
            </a:pPr>
            <a:r>
              <a:t>Trunk, native VLAN и allowed VLAN задают на Port-channel, чтобы параметры были едиными</a:t>
            </a:r>
          </a:p>
          <a:p>
            <a:pPr>
              <a:defRPr sz="3600"/>
            </a:pPr>
            <a:r>
              <a:t>После этого проверяют show etherchannel summary и show interfaces trunk</a:t>
            </a:r>
          </a:p>
          <a:p>
            <a:pPr>
              <a:defRPr sz="3600"/>
            </a:pPr>
            <a:r>
              <a:t>Если настройка уже была сделана на физических портах, перед сборкой ее нужно привести к одному виду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trunk-настройки на Port-channel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interface port-channel 1 открывает логический канал</a:t>
            </a:r>
          </a:p>
          <a:p>
            <a:pPr>
              <a:defRPr sz="3600"/>
            </a:pPr>
            <a:r>
              <a:t>На Catalyst с выбором инкапсуляции команда switchport trunk encapsulation dot1q задает IEEE 802.1Q</a:t>
            </a:r>
          </a:p>
          <a:p>
            <a:pPr>
              <a:defRPr sz="3600"/>
            </a:pPr>
            <a:r>
              <a:t>Команда switchport mode trunk задает trunk-режим для агрегированного линка</a:t>
            </a:r>
          </a:p>
          <a:p>
            <a:pPr>
              <a:defRPr sz="3600"/>
            </a:pPr>
            <a:r>
              <a:t>Команда switchport trunk allowed vlan 10,20,30,99 ограничивает список переносимых VLAN</a:t>
            </a:r>
          </a:p>
          <a:p>
            <a:pPr>
              <a:defRPr sz="3600"/>
            </a:pPr>
            <a:r>
              <a:t>Команда switchport trunk native vlan 999 задает безопасную native VLAN</a:t>
            </a:r>
          </a:p>
          <a:p>
            <a:pPr>
              <a:defRPr sz="3600"/>
            </a:pPr>
            <a:r>
              <a:t>Результат проверяется show interfaces trunk: Port-channel1 должен отображаться как trunk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Suspended означает, что порт не принят в канал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Suspended — состояние, когда физический порт исключен из работы EtherChannel из-за несоответствия или ошибки</a:t>
            </a:r>
          </a:p>
          <a:p>
            <a:pPr>
              <a:defRPr sz="3600"/>
            </a:pPr>
            <a:r>
              <a:t>Порт может быть физически connected, но не участвовать в передаче трафика Port-channel</a:t>
            </a:r>
          </a:p>
          <a:p>
            <a:pPr>
              <a:defRPr sz="3600"/>
            </a:pPr>
            <a:r>
              <a:t>Частая причина: на одной стороне настроен LACP, а на другой статический mode on</a:t>
            </a:r>
          </a:p>
          <a:p>
            <a:pPr>
              <a:defRPr sz="3600"/>
            </a:pPr>
            <a:r>
              <a:t>Другая причина: разные allowed VLAN, native VLAN или access VLAN</a:t>
            </a:r>
          </a:p>
          <a:p>
            <a:pPr>
              <a:defRPr sz="3600"/>
            </a:pPr>
            <a:r>
              <a:t>Диагностика начинается с show etherchannel summary и сравнения конфигурации обоих концов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причины suspended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Разные режимы согласования: active против on или passive против passive</a:t>
            </a:r>
          </a:p>
          <a:p>
            <a:pPr>
              <a:defRPr sz="3600"/>
            </a:pPr>
            <a:r>
              <a:t>Физический порт на одной стороне trunk, а на другой access</a:t>
            </a:r>
          </a:p>
          <a:p>
            <a:pPr>
              <a:defRPr sz="3600"/>
            </a:pPr>
            <a:r>
              <a:t>Разные списки allowed VLAN на физических портах или Port-channel</a:t>
            </a:r>
          </a:p>
          <a:p>
            <a:pPr>
              <a:defRPr sz="3600"/>
            </a:pPr>
            <a:r>
              <a:t>Один из линков подключен не к тому соседнему устройству</a:t>
            </a:r>
          </a:p>
          <a:p>
            <a:pPr>
              <a:defRPr sz="3600"/>
            </a:pPr>
            <a:r>
              <a:t>На одном порту осталась старая конфигурация, которая не совпадает с остальными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Диаграмма: диагностика порта EtherChannel в состоянии suspended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7FA6E3B-548A-4C04-5361-CCBF0FF4C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Команды для поиска причины suspended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show etherchannel summary показывает, какие порты вошли в канал, а какие нет</a:t>
            </a:r>
          </a:p>
          <a:p>
            <a:pPr>
              <a:defRPr sz="3600"/>
            </a:pPr>
            <a:r>
              <a:t>show running-config interface gigabitEthernet0/1 показывает фактические настройки физического порта</a:t>
            </a:r>
          </a:p>
          <a:p>
            <a:pPr>
              <a:defRPr sz="3600"/>
            </a:pPr>
            <a:r>
              <a:t>show running-config interface port-channel1 показывает настройки логического канала</a:t>
            </a:r>
          </a:p>
          <a:p>
            <a:pPr>
              <a:defRPr sz="3600"/>
            </a:pPr>
            <a:r>
              <a:t>show interfaces trunk помогает увидеть различия trunk-параметров</a:t>
            </a:r>
          </a:p>
          <a:p>
            <a:pPr>
              <a:defRPr sz="3600"/>
            </a:pPr>
            <a:r>
              <a:t>show lacp neighbor подтверждает, видит ли устройство LACP-соседа на нужных портах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EtherChannel распределяет потоки, а не склеивает каждый пакет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Балансировка EtherChannel выбирает физический линк для потока по алгоритму хеширования</a:t>
            </a:r>
          </a:p>
          <a:p>
            <a:pPr>
              <a:defRPr sz="3600"/>
            </a:pPr>
            <a:r>
              <a:t>Хеширование — вычисление номера линка по признакам кадра или пакета</a:t>
            </a:r>
          </a:p>
          <a:p>
            <a:pPr>
              <a:defRPr sz="3600"/>
            </a:pPr>
            <a:r>
              <a:t>Обычно учитываются MAC-адреса, IP-адреса, TCP/UDP-порты или их комбинации</a:t>
            </a:r>
          </a:p>
          <a:p>
            <a:pPr>
              <a:defRPr sz="3600"/>
            </a:pPr>
            <a:r>
              <a:t>Один разговор между двумя узлами чаще идет по одному физическому линку</a:t>
            </a:r>
          </a:p>
          <a:p>
            <a:pPr>
              <a:defRPr sz="3600"/>
            </a:pPr>
            <a:r>
              <a:t>Много разных потоков распределяются по нескольким линкам и дают рост общей пропускной способности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один iperf-поток может не показать суммарную скорость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Если тест создает один поток между двумя адресами, хеш может выбрать только один физический порт</a:t>
            </a:r>
          </a:p>
          <a:p>
            <a:pPr>
              <a:defRPr sz="3600"/>
            </a:pPr>
            <a:r>
              <a:t>Администратор может ошибочно решить, что EtherChannel не увеличил скорость</a:t>
            </a:r>
          </a:p>
          <a:p>
            <a:pPr>
              <a:defRPr sz="3600"/>
            </a:pPr>
            <a:r>
              <a:t>Для проверки распределения нужны несколько потоков или разные пары источников и назначений</a:t>
            </a:r>
          </a:p>
          <a:p>
            <a:pPr>
              <a:defRPr sz="3600"/>
            </a:pPr>
            <a:r>
              <a:t>Команда show etherchannel load-balance показывает текущий алгоритм распределения</a:t>
            </a:r>
          </a:p>
          <a:p>
            <a:pPr>
              <a:defRPr sz="3600"/>
            </a:pPr>
            <a:r>
              <a:t>На реальной сети выбор алгоритма зависит от модели коммутатора и характера трафика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изменения алгоритма балансировки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Команда port-channel load-balance src-dst-ip задает распределение по IP-адресам источника и назначения</a:t>
            </a:r>
          </a:p>
          <a:p>
            <a:pPr>
              <a:defRPr sz="3600"/>
            </a:pPr>
            <a:r>
              <a:t>Пример полезен, если между коммутаторами проходит много маршрутизируемого трафика разных подсетей</a:t>
            </a:r>
          </a:p>
          <a:p>
            <a:pPr>
              <a:defRPr sz="3600"/>
            </a:pPr>
            <a:r>
              <a:t>Команда show etherchannel load-balance подтверждает выбранный алгоритм</a:t>
            </a:r>
          </a:p>
          <a:p>
            <a:pPr>
              <a:defRPr sz="3600"/>
            </a:pPr>
            <a:r>
              <a:t>Изменение алгоритма нужно планировать, потому что оно влияет на все EtherChannel на устройстве</a:t>
            </a:r>
          </a:p>
          <a:p>
            <a:pPr>
              <a:defRPr sz="3600"/>
            </a:pPr>
            <a:r>
              <a:t>В учебной работе достаточно понять принцип, а не подбирать идеальный алгоритм для продакшена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L2 и L3 EtherChannel решают похожую задачу на разных уровнях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L2 EtherChannel работает как агрегированный коммутируемый канал access или trunk</a:t>
            </a:r>
          </a:p>
          <a:p>
            <a:pPr>
              <a:defRPr sz="3600"/>
            </a:pPr>
            <a:r>
              <a:t>L3 EtherChannel работает как маршрутизируемый логический интерфейс с IP-адресом</a:t>
            </a:r>
          </a:p>
          <a:p>
            <a:pPr>
              <a:defRPr sz="3600"/>
            </a:pPr>
            <a:r>
              <a:t>L2-вариант чаще используется между access и distribution-коммутаторами для VLAN-трафика</a:t>
            </a:r>
          </a:p>
          <a:p>
            <a:pPr>
              <a:defRPr sz="3600"/>
            </a:pPr>
            <a:r>
              <a:t>L3-вариант используют между маршрутизирующими устройствами, где не нужен trunk VLAN</a:t>
            </a:r>
          </a:p>
          <a:p>
            <a:pPr>
              <a:defRPr sz="3600"/>
            </a:pPr>
            <a:r>
              <a:t>Выбор зависит от архитектуры: коммутационная магистраль или маршрутизируемый стык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L3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создают логический интерфейс: interface port-channel 10</a:t>
            </a:r>
          </a:p>
          <a:p>
            <a:pPr>
              <a:defRPr sz="3600"/>
            </a:pPr>
            <a:r>
              <a:t>Команда no switchport переводит Port-channel10 в L3-режим до добавления физических портов</a:t>
            </a:r>
          </a:p>
          <a:p>
            <a:pPr>
              <a:defRPr sz="3600"/>
            </a:pPr>
            <a:r>
              <a:t>Команда ip address 10.0.0.1 255.255.255.252 назначает IP-адрес логическому L3-каналу</a:t>
            </a:r>
          </a:p>
          <a:p>
            <a:pPr>
              <a:defRPr sz="3600"/>
            </a:pPr>
            <a:r>
              <a:t>Затем на физических портах выполняют no switchport и channel-group 10 mode active</a:t>
            </a:r>
          </a:p>
          <a:p>
            <a:pPr>
              <a:defRPr sz="3600"/>
            </a:pPr>
            <a:r>
              <a:t>Такой порядок не дает IOS создать нежелательный L2 Port-channel с последующим конфликтом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Безопасная последовательность команд L3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interface port-channel 10, no switchport, ip address 10.0.0.1 255.255.255.252</a:t>
            </a:r>
          </a:p>
          <a:p>
            <a:pPr>
              <a:defRPr sz="3600"/>
            </a:pPr>
            <a:r>
              <a:t>interface range gigabitEthernet0/1 - 2, no switchport, channel-group 10 mode active</a:t>
            </a:r>
          </a:p>
          <a:p>
            <a:pPr>
              <a:defRPr sz="3600"/>
            </a:pPr>
            <a:r>
              <a:t>На соседнем L3-устройстве создается Port-channel10 с адресом 10.0.0.2/30</a:t>
            </a:r>
          </a:p>
          <a:p>
            <a:pPr>
              <a:defRPr sz="3600"/>
            </a:pPr>
            <a:r>
              <a:t>Команда show ip interface brief должна показать Port-channel10 как маршрутизируемый интерфейс</a:t>
            </a:r>
          </a:p>
          <a:p>
            <a:pPr>
              <a:defRPr sz="3600"/>
            </a:pPr>
            <a:r>
              <a:t>Команда show etherchannel summary должна показать физические порты в составе L3-канала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сравнение L2 EtherChannel и L3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8CE0AA-9B11-5577-82D2-7A807D3FA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отказоустойчивости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Перед тестом фиксируют состояние show etherchannel summary и доступность соседнего устройства</a:t>
            </a:r>
          </a:p>
          <a:p>
            <a:pPr>
              <a:defRPr sz="3600"/>
            </a:pPr>
            <a:r>
              <a:t>Затем административно выключают один физический порт командой shutdown</a:t>
            </a:r>
          </a:p>
          <a:p>
            <a:pPr>
              <a:defRPr sz="3600"/>
            </a:pPr>
            <a:r>
              <a:t>Ожидаемый результат: Port-channel остается up, а трафик продолжает идти по оставшимся линкам</a:t>
            </a:r>
          </a:p>
          <a:p>
            <a:pPr>
              <a:defRPr sz="3600"/>
            </a:pPr>
            <a:r>
              <a:t>Команда show etherchannel summary должна показать уменьшение числа активных портов</a:t>
            </a:r>
          </a:p>
          <a:p>
            <a:pPr>
              <a:defRPr sz="3600"/>
            </a:pPr>
            <a:r>
              <a:t>После проверки порт включают командой no shutdown и снова контролируют состояние P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Мини-сценарий: LACP между access и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SW-ACC-01 подключается к SW-DIST-01 двумя линками Gi0/1 и Gi0/2</a:t>
            </a:r>
          </a:p>
          <a:p>
            <a:pPr>
              <a:defRPr sz="3600"/>
            </a:pPr>
            <a:r>
              <a:t>Оба физических интерфейса добавляются в channel-group 1 mode active</a:t>
            </a:r>
          </a:p>
          <a:p>
            <a:pPr>
              <a:defRPr sz="3600"/>
            </a:pPr>
            <a:r>
              <a:t>Port-channel1 настраивается как trunk с VLAN 10,20,30,99 и native VLAN 999</a:t>
            </a:r>
          </a:p>
          <a:p>
            <a:pPr>
              <a:defRPr sz="3600"/>
            </a:pPr>
            <a:r>
              <a:t>STP видит Port-channel1 как один логический путь, а не два независимых кабеля</a:t>
            </a:r>
          </a:p>
          <a:p>
            <a:pPr>
              <a:defRPr sz="3600"/>
            </a:pPr>
            <a:r>
              <a:t>Документация должна указать и Port-channel, и все физические участники Bundle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Как безопасно исправлять ошибочный EtherChannel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Сначала фиксируют текущий вывод show etherchannel summary и running-config проблемных портов</a:t>
            </a:r>
          </a:p>
          <a:p>
            <a:pPr>
              <a:defRPr sz="3600"/>
            </a:pPr>
            <a:r>
              <a:t>Затем проверяют, одинаковы ли режимы LACP и параметры trunk на обоих концах</a:t>
            </a:r>
          </a:p>
          <a:p>
            <a:pPr>
              <a:defRPr sz="3600"/>
            </a:pPr>
            <a:r>
              <a:t>Если нужно пересобрать канал, изменения выполняют симметрично на обоих устройствах</a:t>
            </a:r>
          </a:p>
          <a:p>
            <a:pPr>
              <a:defRPr sz="3600"/>
            </a:pPr>
            <a:r>
              <a:t>После исправления контролируют, что физические порты вернулись в состояние P</a:t>
            </a:r>
          </a:p>
          <a:p>
            <a:pPr>
              <a:defRPr sz="3600"/>
            </a:pPr>
            <a:r>
              <a:t>В рабочей сети такие изменения делают в окно обслуживания, потому что можно потерять uplink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EtherChannel объединяет несколько физических линков в один логический Port-channel</a:t>
            </a:r>
          </a:p>
          <a:p>
            <a:pPr>
              <a:defRPr sz="3600"/>
            </a:pPr>
            <a:r>
              <a:t>LACP безопаснее статического режима, потому что согласует канал с соседним устройством</a:t>
            </a:r>
          </a:p>
          <a:p>
            <a:pPr>
              <a:defRPr sz="3600"/>
            </a:pPr>
            <a:r>
              <a:t>Все физические порты в одной группе должны иметь согласованные параметры</a:t>
            </a:r>
          </a:p>
          <a:p>
            <a:pPr>
              <a:defRPr sz="3600"/>
            </a:pPr>
            <a:r>
              <a:t>Состояние suspended почти всегда требует сравнения настроек обоих концов и физического подключения</a:t>
            </a:r>
          </a:p>
          <a:p>
            <a:pPr>
              <a:defRPr sz="3600"/>
            </a:pPr>
            <a:r>
              <a:t>Балансировка распределяет потоки по хешу, поэтому один поток не обязан использовать все линки сразу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Почему нельзя просто соединить два коммутатора несколькими кабелями без EtherChannel?</a:t>
            </a:r>
          </a:p>
          <a:p>
            <a:pPr>
              <a:defRPr sz="3600"/>
            </a:pPr>
            <a:r>
              <a:t>Какие пары режимов LACP позволяют собрать агрегированный канал?</a:t>
            </a:r>
          </a:p>
          <a:p>
            <a:pPr>
              <a:defRPr sz="3600"/>
            </a:pPr>
            <a:r>
              <a:t>Какие параметры физических портов должны совпадать внутри одного EtherChannel?</a:t>
            </a:r>
          </a:p>
          <a:p>
            <a:pPr>
              <a:defRPr sz="3600"/>
            </a:pPr>
            <a:r>
              <a:t>Что означает состояние suspended и с каких команд начать диагностику?</a:t>
            </a:r>
          </a:p>
          <a:p>
            <a:pPr>
              <a:defRPr sz="3600"/>
            </a:pPr>
            <a:r>
              <a:t>Почему один поток данных может не использовать суммарную скорость всех линков?</a:t>
            </a:r>
          </a:p>
          <a:p>
            <a:pPr>
              <a:defRPr sz="3600"/>
            </a:pPr>
            <a:r>
              <a:t>Чем L2 EtherChannel отличается от L3 EtherChannel?</a:t>
            </a:r>
          </a:p>
          <a:p>
            <a:pPr>
              <a:defRPr sz="3600"/>
            </a:pPr>
            <a:r>
              <a:t>Как проверить отказоустойчивость Port-channel в лабораторной топологии?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1714</Words>
  <Application>Microsoft Office PowerPoint</Application>
  <PresentationFormat>Широкоэкранный</PresentationFormat>
  <Paragraphs>172</Paragraphs>
  <Slides>32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2026-07-26T08:50:52Z</dcterms:modified>
  <cp:category/>
</cp:coreProperties>
</file>