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9. Резервирование внешних каналов: IP SLA и Object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Понять, почему резервный провайдер сам по себе не гарантирует отказоустойчивость</a:t>
            </a:r>
          </a:p>
          <a:p>
            <a:pPr>
              <a:defRPr sz="3600"/>
            </a:pPr>
            <a:r>
              <a:t>Объяснять ограничение обычного floating static route при отказе за локальным next-hop</a:t>
            </a:r>
          </a:p>
          <a:p>
            <a:pPr>
              <a:defRPr sz="3600"/>
            </a:pPr>
            <a:r>
              <a:t>Настраивать Cisco IP SLA ICMP Echo с правильным путем проверки</a:t>
            </a:r>
          </a:p>
          <a:p>
            <a:pPr>
              <a:defRPr sz="3600"/>
            </a:pPr>
            <a:r>
              <a:t>Связывать IP SLA, Object Tracking и статические маршруты</a:t>
            </a:r>
          </a:p>
          <a:p>
            <a:pPr>
              <a:defRPr sz="3600"/>
            </a:pPr>
            <a:r>
              <a:t>Проверять нормальное состояние, переключение на резерв и возврат на основной канал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Высокая доступность внешнего интернет-канала</a:t>
            </a:r>
          </a:p>
          <a:p>
            <a:pPr>
              <a:defRPr sz="3600"/>
            </a:pPr>
            <a:r>
              <a:t>2. Зависшие статические маршруты при отказе за пределами локального интерфейса</a:t>
            </a:r>
          </a:p>
          <a:p>
            <a:pPr>
              <a:defRPr sz="3600"/>
            </a:pPr>
            <a:r>
              <a:t>3. Cisco IP SLA и мониторинг доступности ICMP Echo</a:t>
            </a:r>
          </a:p>
          <a:p>
            <a:pPr>
              <a:defRPr sz="3600"/>
            </a:pPr>
            <a:r>
              <a:t>4. Object Tracking и динамическое изменение состояния маршрутов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Внешний канал является критичной точкой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WAN (Wide Area Network) — внешняя сеть, через которую организация выходит к провайдерам, филиалам и облачным сервисам</a:t>
            </a:r>
          </a:p>
          <a:p>
            <a:pPr>
              <a:defRPr sz="3600"/>
            </a:pPr>
            <a:r>
              <a:t>Отказ WAN влияет на VPN, удаленную работу, DNS, обновления, почту и доступ к веб-сервисам</a:t>
            </a:r>
          </a:p>
          <a:p>
            <a:pPr>
              <a:defRPr sz="3600"/>
            </a:pPr>
            <a:r>
              <a:t>Второй провайдер полезен только тогда, когда маршрутизатор умеет автоматически переключать трафик</a:t>
            </a:r>
          </a:p>
          <a:p>
            <a:pPr>
              <a:defRPr sz="3600"/>
            </a:pPr>
            <a:r>
              <a:t>Администратор должен проверять не только состояние кабеля, но и достижимость контрольной цели за провайдером</a:t>
            </a:r>
          </a:p>
          <a:p>
            <a:pPr>
              <a:defRPr sz="3600"/>
            </a:pPr>
            <a:r>
              <a:t>IP SLA и Object Tracking дают управляемое резервирование на edge-router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сценарий: Edge-router с двумя провайдерами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R1 — пограничный маршрутизатор организации</a:t>
            </a:r>
          </a:p>
          <a:p>
            <a:pPr>
              <a:defRPr sz="3600"/>
            </a:pPr>
            <a:r>
              <a:t>LAN организации: 192.168.10.0/24</a:t>
            </a:r>
          </a:p>
          <a:p>
            <a:pPr>
              <a:defRPr sz="3600"/>
            </a:pPr>
            <a:r>
              <a:t>ISP1: R1 GigabitEthernet0/0 = 203.0.113.2/30, next-hop = 203.0.113.1</a:t>
            </a:r>
          </a:p>
          <a:p>
            <a:pPr>
              <a:defRPr sz="3600"/>
            </a:pPr>
            <a:r>
              <a:t>ISP2: R1 GigabitEthernet0/1 = 198.51.100.2/30, next-hop = 198.51.100.1</a:t>
            </a:r>
          </a:p>
          <a:p>
            <a:pPr>
              <a:defRPr sz="3600"/>
            </a:pPr>
            <a:r>
              <a:t>203.0.113.0/24 и 198.51.100.0/24 — документационные сети для учебных примеров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Edge-router с двумя WAN-провайдерами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976773-DD42-D44F-9428-121EFF799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Высокая доступность WAN требует трех условий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Должен существовать физический или логический резервный путь через ISP2</a:t>
            </a:r>
          </a:p>
          <a:p>
            <a:pPr>
              <a:defRPr sz="3600"/>
            </a:pPr>
            <a:r>
              <a:t>Маршрутизатор должен понимать, когда основной путь через ISP1 перестал работать</a:t>
            </a:r>
          </a:p>
          <a:p>
            <a:pPr>
              <a:defRPr sz="3600"/>
            </a:pPr>
            <a:r>
              <a:t>Маршрут по умолчанию должен автоматически изменяться при отказе и восстановлении</a:t>
            </a:r>
          </a:p>
          <a:p>
            <a:pPr>
              <a:defRPr sz="3600"/>
            </a:pPr>
            <a:r>
              <a:t>Переключение должно быть достаточно быстрым, но не должно дергаться из-за одной потери пакета</a:t>
            </a:r>
          </a:p>
          <a:p>
            <a:pPr>
              <a:defRPr sz="3600"/>
            </a:pPr>
            <a:r>
              <a:t>После переключения нужно проверить не только ping, но и NAT, маршруты и пользовательские сервисы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Floating static route работает по административной дистанции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Floating static route — резервный статический маршрут с увеличенной administrative distance</a:t>
            </a:r>
          </a:p>
          <a:p>
            <a:pPr>
              <a:defRPr sz="3600"/>
            </a:pPr>
            <a:r>
              <a:t>AD (Administrative Distance) — показатель доверия к источнику маршрута в Cisco IOS</a:t>
            </a:r>
          </a:p>
          <a:p>
            <a:pPr>
              <a:defRPr sz="3600"/>
            </a:pPr>
            <a:r>
              <a:t>Основной default route обычно имеет AD 1</a:t>
            </a:r>
          </a:p>
          <a:p>
            <a:pPr>
              <a:defRPr sz="3600"/>
            </a:pPr>
            <a:r>
              <a:t>Резервный default route может иметь AD 200 и не попадать в RIB, пока основной маршрут активен</a:t>
            </a:r>
          </a:p>
          <a:p>
            <a:pPr>
              <a:defRPr sz="3600"/>
            </a:pPr>
            <a:r>
              <a:t>RIB (Routing Information Base) — таблица маршрутов, из которой выбирается лучший путь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Нормальная RIB показывает только основной default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show ip route 0.0.0.0 — посмотреть активный маршрут по умолчанию</a:t>
            </a:r>
          </a:p>
          <a:p>
            <a:pPr>
              <a:defRPr sz="3600"/>
            </a:pPr>
            <a:r>
              <a:t>Ожидаемо в норме: S* 0.0.0.0/0 [1/0] via 203.0.113.1</a:t>
            </a:r>
          </a:p>
          <a:p>
            <a:pPr>
              <a:defRPr sz="3600"/>
            </a:pPr>
            <a:r>
              <a:t>Резервный маршрут с AD 200 настроен, но не выбран как лучший</a:t>
            </a:r>
          </a:p>
          <a:p>
            <a:pPr>
              <a:defRPr sz="3600"/>
            </a:pPr>
            <a:r>
              <a:t>Это нормально: floating route ждет исчезновения более предпочтительного маршрута</a:t>
            </a:r>
          </a:p>
          <a:p>
            <a:pPr>
              <a:defRPr sz="3600"/>
            </a:pPr>
            <a:r>
              <a:t>Проверять нужно именно активный маршрут в RIB, а не только строки в running-config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Зависший маршрут возникает при отказе за next-hop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Next-hop — следующий маршрутизатор, которому R1 передает пакет для дальнейшей доставки</a:t>
            </a:r>
          </a:p>
          <a:p>
            <a:pPr>
              <a:defRPr sz="3600"/>
            </a:pPr>
            <a:r>
              <a:t>Зависший статический маршрут возникает, когда локальный интерфейс up, но сеть дальше провайдера недоступна</a:t>
            </a:r>
          </a:p>
          <a:p>
            <a:pPr>
              <a:defRPr sz="3600"/>
            </a:pPr>
            <a:r>
              <a:t>R1 продолжает разрешать next-hop через connected-сеть</a:t>
            </a:r>
          </a:p>
          <a:p>
            <a:pPr>
              <a:defRPr sz="3600"/>
            </a:pPr>
            <a:r>
              <a:t>Обычный default route остается в RIB, хотя пользователи уже не выходят наружу</a:t>
            </a:r>
          </a:p>
          <a:p>
            <a:pPr>
              <a:defRPr sz="3600"/>
            </a:pPr>
            <a:r>
              <a:t>Floating route не активируется, потому что основной маршрут формально не исчез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Отказ локального интерфейса и отказ в глубине сети различаются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GigabitEthernet0/0 перешел в down, connected-сеть ISP1 исчезает</a:t>
            </a:r>
          </a:p>
          <a:p>
            <a:pPr>
              <a:defRPr sz="3600"/>
            </a:pPr>
            <a:r>
              <a:t>Статический маршрут через 203.0.113.1 больше не может быть разрешен</a:t>
            </a:r>
          </a:p>
          <a:p>
            <a:pPr>
              <a:defRPr sz="3600"/>
            </a:pPr>
            <a:r>
              <a:t>Floating route через ISP2 становится активным</a:t>
            </a:r>
          </a:p>
          <a:p>
            <a:pPr>
              <a:defRPr sz="3600"/>
            </a:pPr>
            <a:r>
              <a:t>Если интерфейс up, но проблема находится за провайдером, connected-сеть остается</a:t>
            </a:r>
          </a:p>
          <a:p>
            <a:pPr>
              <a:defRPr sz="3600"/>
            </a:pPr>
            <a:r>
              <a:t>Второй случай требует активной проверки удаленной контрольной цели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интерфейс up, но удаленная цель недоступна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911571-5FF3-A6F2-F4F5-7ECF57253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Когда основной маршрут удаляется из RIB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Маршрут удаляется, если его next-hop не разрешается через активную connected-сеть</a:t>
            </a:r>
          </a:p>
          <a:p>
            <a:pPr>
              <a:defRPr sz="3600"/>
            </a:pPr>
            <a:r>
              <a:t>Маршрут удаляется, если он привязан к track object, который перешел в Down</a:t>
            </a:r>
          </a:p>
          <a:p>
            <a:pPr>
              <a:defRPr sz="3600"/>
            </a:pPr>
            <a:r>
              <a:t>Track дает маршрутизатору дополнительный критерий работоспособности пути</a:t>
            </a:r>
          </a:p>
          <a:p>
            <a:pPr>
              <a:defRPr sz="3600"/>
            </a:pPr>
            <a:r>
              <a:t>Это связывает тему резервирования с recursive lookup из лекции о таблице маршрутизации</a:t>
            </a:r>
          </a:p>
          <a:p>
            <a:pPr>
              <a:defRPr sz="3600"/>
            </a:pPr>
            <a:r>
              <a:t>Администратор должен понимать причину удаления маршрута, а не просто видеть переключение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Обычный floating route не видит отказ за провайдером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Основной маршрут: ip route 0.0.0.0 0.0.0.0 203.0.113.1</a:t>
            </a:r>
          </a:p>
          <a:p>
            <a:pPr>
              <a:defRPr sz="3600"/>
            </a:pPr>
            <a:r>
              <a:t>Резервный маршрут: ip route 0.0.0.0 0.0.0.0 198.51.100.1 200</a:t>
            </a:r>
          </a:p>
          <a:p>
            <a:pPr>
              <a:defRPr sz="3600"/>
            </a:pPr>
            <a:r>
              <a:t>При отказе за ISP1 локальный next-hop 203.0.113.1 может оставаться достижимым</a:t>
            </a:r>
          </a:p>
          <a:p>
            <a:pPr>
              <a:defRPr sz="3600"/>
            </a:pPr>
            <a:r>
              <a:t>RIB продолжает выбирать основной маршрут с AD 1</a:t>
            </a:r>
          </a:p>
          <a:p>
            <a:pPr>
              <a:defRPr sz="3600"/>
            </a:pPr>
            <a:r>
              <a:t>Пользовательский трафик уходит в неработающий путь вместо переключения на ISP2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IP SLA выполняет активную проверку доступности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SLA (Internet Protocol Service Level Agreement) — механизм Cisco для активных сетевых измерений</a:t>
            </a:r>
          </a:p>
          <a:p>
            <a:pPr>
              <a:defRPr sz="3600"/>
            </a:pPr>
            <a:r>
              <a:t>ICMP (Internet Control Message Protocol) Echo — операция проверки доступности IP-адреса с помощью Echo Request и Echo Reply</a:t>
            </a:r>
          </a:p>
          <a:p>
            <a:pPr>
              <a:defRPr sz="3600"/>
            </a:pPr>
            <a:r>
              <a:t>IP SLA периодически отправляет контрольные пакеты к выбранной цели</a:t>
            </a:r>
          </a:p>
          <a:p>
            <a:pPr>
              <a:defRPr sz="3600"/>
            </a:pPr>
            <a:r>
              <a:t>Результат операции бывает успешным или неуспешным</a:t>
            </a:r>
          </a:p>
          <a:p>
            <a:pPr>
              <a:defRPr sz="3600"/>
            </a:pPr>
            <a:r>
              <a:t>IP SLA сам измеряет состояние, но не меняет маршруты без Object Tracking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Контрольная цель должна находиться за основным провайдером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проверять только шлюз ISP1, отказ дальше в сети может остаться незамеченным</a:t>
            </a:r>
          </a:p>
          <a:p>
            <a:pPr>
              <a:defRPr sz="3600"/>
            </a:pPr>
            <a:r>
              <a:t>Probe target — контрольная цель, по которой оценивается работоспособность пути</a:t>
            </a:r>
          </a:p>
          <a:p>
            <a:pPr>
              <a:defRPr sz="3600"/>
            </a:pPr>
            <a:r>
              <a:t>Для учебной лаборатории удобно использовать Loopback0 на маршрутизаторе ISP1</a:t>
            </a:r>
          </a:p>
          <a:p>
            <a:pPr>
              <a:defRPr sz="3600"/>
            </a:pPr>
            <a:r>
              <a:t>Loopback — логический интерфейс, который не зависит от состояния физического порта</a:t>
            </a:r>
          </a:p>
          <a:p>
            <a:pPr>
              <a:defRPr sz="3600"/>
            </a:pPr>
            <a:r>
              <a:t>В нашем сценарии probe target: ISP1 Loopback0 = 10.255.255.1/32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Одна контрольная цель создает риск ложного отказа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ICMP к одному адресу не доказывает работу всего Интернета</a:t>
            </a:r>
          </a:p>
          <a:p>
            <a:pPr>
              <a:defRPr sz="3600"/>
            </a:pPr>
            <a:r>
              <a:t>Цель может не отвечать из-за rate limit, обслуживания или локальной фильтрации ICMP</a:t>
            </a:r>
          </a:p>
          <a:p>
            <a:pPr>
              <a:defRPr sz="3600"/>
            </a:pPr>
            <a:r>
              <a:t>В production используют стабильные адреса мониторинга или несколько независимых целей</a:t>
            </a:r>
          </a:p>
          <a:p>
            <a:pPr>
              <a:defRPr sz="3600"/>
            </a:pPr>
            <a:r>
              <a:t>Track list с логикой AND/OR позволяет учитывать несколько проверок</a:t>
            </a:r>
          </a:p>
          <a:p>
            <a:pPr>
              <a:defRPr sz="3600"/>
            </a:pPr>
            <a:r>
              <a:t>В базовой лаборатории достаточно одного управляемого Loopback, потому что причина отказа контролируется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source-interface задает источник, но не фиксирует путь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source-interface задает исходный IP-адрес IP SLA-пакета</a:t>
            </a:r>
          </a:p>
          <a:p>
            <a:pPr>
              <a:defRPr sz="3600"/>
            </a:pPr>
            <a:r>
              <a:t>Выходной путь все равно выбирается по таблице маршрутизации</a:t>
            </a:r>
          </a:p>
          <a:p>
            <a:pPr>
              <a:defRPr sz="3600"/>
            </a:pPr>
            <a:r>
              <a:t>После удаления основного default route проверка может попытаться уйти через ISP2</a:t>
            </a:r>
          </a:p>
          <a:p>
            <a:pPr>
              <a:defRPr sz="3600"/>
            </a:pPr>
            <a:r>
              <a:t>Это может дать ложный success или нестабильную проверку</a:t>
            </a:r>
          </a:p>
          <a:p>
            <a:pPr>
              <a:defRPr sz="3600"/>
            </a:pPr>
            <a:r>
              <a:t>Правильная базовая связка: source-interface ISP1 плюс отдельный host route /32 к probe target через ISP1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source-interface и host route к probe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4907FA-77C8-34BA-4969-4A976DFC6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Host route фиксирует путь проверки через ISP1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ip route 10.255.255.1 255.255.255.255 203.0.113.1</a:t>
            </a:r>
          </a:p>
          <a:p>
            <a:pPr>
              <a:defRPr sz="3600"/>
            </a:pPr>
            <a:r>
              <a:t>Маршрут /32 более специфичен, чем default route 0.0.0.0/0</a:t>
            </a:r>
          </a:p>
          <a:p>
            <a:pPr>
              <a:defRPr sz="3600"/>
            </a:pPr>
            <a:r>
              <a:t>IP SLA-пакет к 10.255.255.1 всегда направляется через ISP1</a:t>
            </a:r>
          </a:p>
          <a:p>
            <a:pPr>
              <a:defRPr sz="3600"/>
            </a:pPr>
            <a:r>
              <a:t>Этот маршрут не должен зависеть от Track 1</a:t>
            </a:r>
          </a:p>
          <a:p>
            <a:pPr>
              <a:defRPr sz="3600"/>
            </a:pPr>
            <a:r>
              <a:t>Так R1 может определить восстановление ISP1 даже после перехода пользовательского default route на ISP2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Базовая настройка IP SLA ICMP Echo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ip sla 1 — создать операцию IP SLA номер 1</a:t>
            </a:r>
          </a:p>
          <a:p>
            <a:pPr>
              <a:defRPr sz="3600"/>
            </a:pPr>
            <a:r>
              <a:t>Команда: icmp-echo 10.255.255.1 source-interface GigabitEthernet0/0 — проверять Loopback ISP1 с адреса ISP1-интерфейса</a:t>
            </a:r>
          </a:p>
          <a:p>
            <a:pPr>
              <a:defRPr sz="3600"/>
            </a:pPr>
            <a:r>
              <a:t>Команда: timeout 1000 — ждать Echo Reply не более 1000 мс</a:t>
            </a:r>
          </a:p>
          <a:p>
            <a:pPr>
              <a:defRPr sz="3600"/>
            </a:pPr>
            <a:r>
              <a:t>Команда: frequency 5 — запускать проверку каждые 5 секунд</a:t>
            </a:r>
          </a:p>
          <a:p>
            <a:pPr>
              <a:defRPr sz="3600"/>
            </a:pPr>
            <a:r>
              <a:t>timeout обычно выбирают меньше frequency, чтобы проверки не накладывались друг на друга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Запуск IP SLA выполняется отдельной командой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ip sla schedule 1 life forever start-time now</a:t>
            </a:r>
          </a:p>
          <a:p>
            <a:pPr>
              <a:defRPr sz="3600"/>
            </a:pPr>
            <a:r>
              <a:t>schedule запускает ранее созданную операцию IP SLA</a:t>
            </a:r>
          </a:p>
          <a:p>
            <a:pPr>
              <a:defRPr sz="3600"/>
            </a:pPr>
            <a:r>
              <a:t>life forever означает выполнять проверку постоянно</a:t>
            </a:r>
          </a:p>
          <a:p>
            <a:pPr>
              <a:defRPr sz="3600"/>
            </a:pPr>
            <a:r>
              <a:t>start-time now означает начать сразу после ввода команды</a:t>
            </a:r>
          </a:p>
          <a:p>
            <a:pPr>
              <a:defRPr sz="3600"/>
            </a:pPr>
            <a:r>
              <a:t>Если schedule забыть, операция будет настроена, но не начнет измерения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IP SLA проверяет конкретную операцию, а не весь Интернет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Успешный ICMP Echo подтверждает достижимость выбранного IP-адреса</a:t>
            </a:r>
          </a:p>
          <a:p>
            <a:pPr>
              <a:defRPr sz="3600"/>
            </a:pPr>
            <a:r>
              <a:t>Он не доказывает работу DNS, HTTPS, VPN, NAT/PAT и всех облачных сервисов</a:t>
            </a:r>
          </a:p>
          <a:p>
            <a:pPr>
              <a:defRPr sz="3600"/>
            </a:pPr>
            <a:r>
              <a:t>Failure означает только неуспех конкретной операции IP SLA</a:t>
            </a:r>
          </a:p>
          <a:p>
            <a:pPr>
              <a:defRPr sz="3600"/>
            </a:pPr>
            <a:r>
              <a:t>В production IP SLA поддерживает и другие операции, например TCP Connect, UDP Jitter и DNS</a:t>
            </a:r>
          </a:p>
          <a:p>
            <a:pPr>
              <a:defRPr sz="3600"/>
            </a:pPr>
            <a:r>
              <a:t>Для этой лекции достаточно ICMP Echo как базового и наглядного механизма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проверки IP SLA показывают разные уровни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show ip sla statistics — посмотреть последний результат, RTT и ошибки</a:t>
            </a:r>
          </a:p>
          <a:p>
            <a:pPr>
              <a:defRPr sz="3600"/>
            </a:pPr>
            <a:r>
              <a:t>Команда: show ip sla configuration — проверить цель, source-interface, timeout и frequency</a:t>
            </a:r>
          </a:p>
          <a:p>
            <a:pPr>
              <a:defRPr sz="3600"/>
            </a:pPr>
            <a:r>
              <a:t>Команда: show running-config | section ip sla — увидеть всю конфигурацию IP SLA</a:t>
            </a:r>
          </a:p>
          <a:p>
            <a:pPr>
              <a:defRPr sz="3600"/>
            </a:pPr>
            <a:r>
              <a:t>Команда: ping 10.255.255.1 source GigabitEthernet0/0 — вручную проверить похожий сценарий</a:t>
            </a:r>
          </a:p>
          <a:p>
            <a:pPr>
              <a:defRPr sz="3600"/>
            </a:pPr>
            <a:r>
              <a:t>Если IP SLA failure, сначала проверяют маршрут до probe target и фильтрацию ICMP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Object Tracking превращает результат проверки в Up или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Object Tracking — механизм Cisco, который отслеживает состояние объекта и выдает Up или Down</a:t>
            </a:r>
          </a:p>
          <a:p>
            <a:pPr>
              <a:defRPr sz="3600"/>
            </a:pPr>
            <a:r>
              <a:t>Track object может следить за результатом IP SLA</a:t>
            </a:r>
          </a:p>
          <a:p>
            <a:pPr>
              <a:defRPr sz="3600"/>
            </a:pPr>
            <a:r>
              <a:t>Статический маршрут может зависеть от состояния track object</a:t>
            </a:r>
          </a:p>
          <a:p>
            <a:pPr>
              <a:defRPr sz="3600"/>
            </a:pPr>
            <a:r>
              <a:t>Если track Up, основной маршрут остается активным</a:t>
            </a:r>
          </a:p>
          <a:p>
            <a:pPr>
              <a:defRPr sz="3600"/>
            </a:pPr>
            <a:r>
              <a:t>Если track Down, основной маршрут удаляется из RIB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Команда track связывает маршрут с IP SLA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track 1 ip sla 1 reachability</a:t>
            </a:r>
          </a:p>
          <a:p>
            <a:pPr>
              <a:defRPr sz="3600"/>
            </a:pPr>
            <a:r>
              <a:t>track 1 — номер объекта отслеживания</a:t>
            </a:r>
          </a:p>
          <a:p>
            <a:pPr>
              <a:defRPr sz="3600"/>
            </a:pPr>
            <a:r>
              <a:t>ip sla 1 — номер операции IP SLA, результат которой отслеживается</a:t>
            </a:r>
          </a:p>
          <a:p>
            <a:pPr>
              <a:defRPr sz="3600"/>
            </a:pPr>
            <a:r>
              <a:t>reachability означает оценивать доступность цели</a:t>
            </a:r>
          </a:p>
          <a:p>
            <a:pPr>
              <a:defRPr sz="3600"/>
            </a:pPr>
            <a:r>
              <a:t>Команда: show track 1 — проверить состояние конкретного track object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Delay up/down защищает от flapping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Flapping — частое переключение состояния Up/Down из-за нестабильного канала</a:t>
            </a:r>
          </a:p>
          <a:p>
            <a:pPr>
              <a:defRPr sz="3600"/>
            </a:pPr>
            <a:r>
              <a:t>Команда: delay down 10 up 20</a:t>
            </a:r>
          </a:p>
          <a:p>
            <a:pPr>
              <a:defRPr sz="3600"/>
            </a:pPr>
            <a:r>
              <a:t>down 10 означает объявить Down только после устойчивого отказа в течение 10 секунд</a:t>
            </a:r>
          </a:p>
          <a:p>
            <a:pPr>
              <a:defRPr sz="3600"/>
            </a:pPr>
            <a:r>
              <a:t>up 20 означает вернуть Up только после устойчивого восстановления в течение 20 секунд</a:t>
            </a:r>
          </a:p>
          <a:p>
            <a:pPr>
              <a:defRPr sz="3600"/>
            </a:pPr>
            <a:r>
              <a:t>Больше delay down — меньше ложных переключений, но дольше простой на неработающем пути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Основной default route должен зависеть от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ip route 0.0.0.0 0.0.0.0 203.0.113.1 track 1</a:t>
            </a:r>
          </a:p>
          <a:p>
            <a:pPr>
              <a:defRPr sz="3600"/>
            </a:pPr>
            <a:r>
              <a:t>Этот маршрут присутствует в RIB только при Track 1 Up</a:t>
            </a:r>
          </a:p>
          <a:p>
            <a:pPr>
              <a:defRPr sz="3600"/>
            </a:pPr>
            <a:r>
              <a:t>При Track 1 Down IOS удаляет маршрут через ISP1</a:t>
            </a:r>
          </a:p>
          <a:p>
            <a:pPr>
              <a:defRPr sz="3600"/>
            </a:pPr>
            <a:r>
              <a:t>Удаление основного маршрута позволяет выбрать резервный floating route</a:t>
            </a:r>
          </a:p>
          <a:p>
            <a:pPr>
              <a:defRPr sz="3600"/>
            </a:pPr>
            <a:r>
              <a:t>Track нужно указывать именно в основном маршруте, а не только создавать отдельно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Резервный floating route активируется после удаления основного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ip route 0.0.0.0 0.0.0.0 198.51.100.1 200</a:t>
            </a:r>
          </a:p>
          <a:p>
            <a:pPr>
              <a:defRPr sz="3600"/>
            </a:pPr>
            <a:r>
              <a:t>AD 200 делает маршрут резервным по отношению к основному маршруту с AD 1</a:t>
            </a:r>
          </a:p>
          <a:p>
            <a:pPr>
              <a:defRPr sz="3600"/>
            </a:pPr>
            <a:r>
              <a:t>В норме он настроен, но не выбран в RIB</a:t>
            </a:r>
          </a:p>
          <a:p>
            <a:pPr>
              <a:defRPr sz="3600"/>
            </a:pPr>
            <a:r>
              <a:t>Когда основной tracked route исчезает, резервный маршрут становится лучшим</a:t>
            </a:r>
          </a:p>
          <a:p>
            <a:pPr>
              <a:defRPr sz="3600"/>
            </a:pPr>
            <a:r>
              <a:t>Next-hop ISP2 тоже должен быть достижим через активную connected-сеть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IP SLA → Track → Static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5C1E34-1FBD-BBFE-4F79-0EDE5E848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Полный рабочий пример конфигурации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sla 1; icmp-echo 10.255.255.1 source-interface GigabitEthernet0/0 — активная проверка ISP1</a:t>
            </a:r>
          </a:p>
          <a:p>
            <a:pPr>
              <a:defRPr sz="3600"/>
            </a:pPr>
            <a:r>
              <a:t>timeout 1000; frequency 5; ip sla schedule 1 life forever start-time now — параметры и запуск проверки</a:t>
            </a:r>
          </a:p>
          <a:p>
            <a:pPr>
              <a:defRPr sz="3600"/>
            </a:pPr>
            <a:r>
              <a:t>ip route 10.255.255.1 255.255.255.255 203.0.113.1 — постоянный host route к probe target через ISP1</a:t>
            </a:r>
          </a:p>
          <a:p>
            <a:pPr>
              <a:defRPr sz="3600"/>
            </a:pPr>
            <a:r>
              <a:t>track 1 ip sla 1 reachability; delay down 10 up 20 — состояние проверки и защита от flapping</a:t>
            </a:r>
          </a:p>
          <a:p>
            <a:pPr>
              <a:defRPr sz="3600"/>
            </a:pPr>
            <a:r>
              <a:t>ip route 0.0.0.0 0.0.0.0 203.0.113.1 track 1; ip route 0.0.0.0 0.0.0.0 198.51.100.1 200 — основной и резервный default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Нормальное состояние RIB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SLA: Success</a:t>
            </a:r>
          </a:p>
          <a:p>
            <a:pPr>
              <a:defRPr sz="3600"/>
            </a:pPr>
            <a:r>
              <a:t>Track 1: Up</a:t>
            </a:r>
          </a:p>
          <a:p>
            <a:pPr>
              <a:defRPr sz="3600"/>
            </a:pPr>
            <a:r>
              <a:t>Активный default route: S* 0.0.0.0/0 [1/0] via 203.0.113.1</a:t>
            </a:r>
          </a:p>
          <a:p>
            <a:pPr>
              <a:defRPr sz="3600"/>
            </a:pPr>
            <a:r>
              <a:t>Host route к probe target: 10.255.255.1/32 via 203.0.113.1</a:t>
            </a:r>
          </a:p>
          <a:p>
            <a:pPr>
              <a:defRPr sz="3600"/>
            </a:pPr>
            <a:r>
              <a:t>Резервный маршрут через ISP2 есть в конфигурации, но не является активным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После отказа ISP1 активируется ISP2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SLA: Failure</a:t>
            </a:r>
          </a:p>
          <a:p>
            <a:pPr>
              <a:defRPr sz="3600"/>
            </a:pPr>
            <a:r>
              <a:t>Track 1: Down после delay down 10</a:t>
            </a:r>
          </a:p>
          <a:p>
            <a:pPr>
              <a:defRPr sz="3600"/>
            </a:pPr>
            <a:r>
              <a:t>Основной tracked default route удаляется из RIB</a:t>
            </a:r>
          </a:p>
          <a:p>
            <a:pPr>
              <a:defRPr sz="3600"/>
            </a:pPr>
            <a:r>
              <a:t>Активный default route: S* 0.0.0.0/0 [200/0] via 198.51.100.1</a:t>
            </a:r>
          </a:p>
          <a:p>
            <a:pPr>
              <a:defRPr sz="3600"/>
            </a:pPr>
            <a:r>
              <a:t>Host route к 10.255.255.1/32 остается через ISP1 и продолжает проверять восстановление основного пути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После восстановления ISP1 маршрут возвращается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SLA снова получает Echo Reply от 10.255.255.1</a:t>
            </a:r>
          </a:p>
          <a:p>
            <a:pPr>
              <a:defRPr sz="3600"/>
            </a:pPr>
            <a:r>
              <a:t>Track 1 возвращается в Up после delay up 20</a:t>
            </a:r>
          </a:p>
          <a:p>
            <a:pPr>
              <a:defRPr sz="3600"/>
            </a:pPr>
            <a:r>
              <a:t>Основной default route через 203.0.113.1 снова появляется в RIB</a:t>
            </a:r>
          </a:p>
          <a:p>
            <a:pPr>
              <a:defRPr sz="3600"/>
            </a:pPr>
            <a:r>
              <a:t>Маршрут с AD 1 вытесняет floating route с AD 200</a:t>
            </a:r>
          </a:p>
          <a:p>
            <a:pPr>
              <a:defRPr sz="3600"/>
            </a:pPr>
            <a:r>
              <a:t>Проверка восстановления должна фиксировать не только show track, но и show ip route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нормальный режим, отказ и восстановление WAN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A53B57-05FD-6AE4-D892-658A53CA1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маршрута до probe target обязательна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show ip route 10.255.255.1 — проверить путь именно до контрольной цели</a:t>
            </a:r>
          </a:p>
          <a:p>
            <a:pPr>
              <a:defRPr sz="3600"/>
            </a:pPr>
            <a:r>
              <a:t>Ожидаемо: static route 10.255.255.1/32 via 203.0.113.1</a:t>
            </a:r>
          </a:p>
          <a:p>
            <a:pPr>
              <a:defRPr sz="3600"/>
            </a:pPr>
            <a:r>
              <a:t>Этот маршрут должен оставаться через ISP1 даже после перехода default route на ISP2</a:t>
            </a:r>
          </a:p>
          <a:p>
            <a:pPr>
              <a:defRPr sz="3600"/>
            </a:pPr>
            <a:r>
              <a:t>Команда: show ip cef 10.255.255.1 — проверить выбранный next-hop в CEF, если команда поддерживается</a:t>
            </a:r>
          </a:p>
          <a:p>
            <a:pPr>
              <a:defRPr sz="3600"/>
            </a:pPr>
            <a:r>
              <a:t>Если probe target идет через ISP2, IP SLA больше не проверяет основной канал корректно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проверки всей связки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ip sla statistics — результат и задержка последней проверки</a:t>
            </a:r>
          </a:p>
          <a:p>
            <a:pPr>
              <a:defRPr sz="3600"/>
            </a:pPr>
            <a:r>
              <a:t>show track 1 — состояние объекта и задержки перехода</a:t>
            </a:r>
          </a:p>
          <a:p>
            <a:pPr>
              <a:defRPr sz="3600"/>
            </a:pPr>
            <a:r>
              <a:t>show ip route 0.0.0.0 — активный default route</a:t>
            </a:r>
          </a:p>
          <a:p>
            <a:pPr>
              <a:defRPr sz="3600"/>
            </a:pPr>
            <a:r>
              <a:t>show running-config | section track — настройка Object Tracking</a:t>
            </a:r>
          </a:p>
          <a:p>
            <a:pPr>
              <a:defRPr sz="3600"/>
            </a:pPr>
            <a:r>
              <a:t>show running-config | include ^ip route — статические маршруты, включая host route и defaults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NAT при переключении должен учитывать оба провайдера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R1 выполняет NAT/PAT, правила трансляции должны работать для ISP1 и ISP2</a:t>
            </a:r>
          </a:p>
          <a:p>
            <a:pPr>
              <a:defRPr sz="3600"/>
            </a:pPr>
            <a:r>
              <a:t>После смены внешнего адреса уже установленные NAT-трансляции обычно не сохраняются</a:t>
            </a:r>
          </a:p>
          <a:p>
            <a:pPr>
              <a:defRPr sz="3600"/>
            </a:pPr>
            <a:r>
              <a:t>Старые HTTPS, SSH, VPN и другие TCP-сессии могут оборваться</a:t>
            </a:r>
          </a:p>
          <a:p>
            <a:pPr>
              <a:defRPr sz="3600"/>
            </a:pPr>
            <a:r>
              <a:t>Новые соединения должны строиться через активный провайдерский канал</a:t>
            </a:r>
          </a:p>
          <a:p>
            <a:pPr>
              <a:defRPr sz="3600"/>
            </a:pPr>
            <a:r>
              <a:t>Переключение маршрута восстанавливает доступность, но не гарантирует бесшовное сохранение всех сеансов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Syslog и NTP помогают измерить время сходимости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Syslog фиксирует события track Up и Down, если logging настроен корректно</a:t>
            </a:r>
          </a:p>
          <a:p>
            <a:pPr>
              <a:defRPr sz="3600"/>
            </a:pPr>
            <a:r>
              <a:t>NTP нужен, чтобы время событий на устройствах было сопоставимым</a:t>
            </a:r>
          </a:p>
          <a:p>
            <a:pPr>
              <a:defRPr sz="3600"/>
            </a:pPr>
            <a:r>
              <a:t>В отчете фиксируют потерю IP SLA, Track Down, появление резервного default и возврат основного</a:t>
            </a:r>
          </a:p>
          <a:p>
            <a:pPr>
              <a:defRPr sz="3600"/>
            </a:pPr>
            <a:r>
              <a:t>Разница между временем отказа и временем маршрута через ISP2 показывает фактическую сходимость</a:t>
            </a:r>
          </a:p>
          <a:p>
            <a:pPr>
              <a:defRPr sz="3600"/>
            </a:pPr>
            <a:r>
              <a:t>Это превращает лабораторную проверку в эксплуатационный сценарий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Packet Tracer может ограничивать IP SLA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 все модели Packet Tracer поддерживают полный набор команд IP SLA и Object Tracking</a:t>
            </a:r>
          </a:p>
          <a:p>
            <a:pPr>
              <a:defRPr sz="3600"/>
            </a:pPr>
            <a:r>
              <a:t>Если IP SLA недоступен, используют резервный сценарий с обычным floating static route</a:t>
            </a:r>
          </a:p>
          <a:p>
            <a:pPr>
              <a:defRPr sz="3600"/>
            </a:pPr>
            <a:r>
              <a:t>Такой сценарий показывает только отказ локального интерфейса</a:t>
            </a:r>
          </a:p>
          <a:p>
            <a:pPr>
              <a:defRPr sz="3600"/>
            </a:pPr>
            <a:r>
              <a:t>Отказ за next-hop без IP SLA корректно не обнаруживается</a:t>
            </a:r>
          </a:p>
          <a:p>
            <a:pPr>
              <a:defRPr sz="3600"/>
            </a:pPr>
            <a:r>
              <a:t>PNetLab или реальные IOS-образы лучше подходят для полноценной отработки IP SLA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Аварийный тест должен ломать путь за next-hop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зафиксировать норму: IP SLA Success, Track Up, default через ISP1</a:t>
            </a:r>
          </a:p>
          <a:p>
            <a:pPr>
              <a:defRPr sz="3600"/>
            </a:pPr>
            <a:r>
              <a:t>Затем имитировать отказ не shutdown интерфейса R1, а проблему за шлюзом ISP1</a:t>
            </a:r>
          </a:p>
          <a:p>
            <a:pPr>
              <a:defRPr sz="3600"/>
            </a:pPr>
            <a:r>
              <a:t>Например, отключить Loopback0 10.255.255.1 или маршрут к нему на стороне провайдера</a:t>
            </a:r>
          </a:p>
          <a:p>
            <a:pPr>
              <a:defRPr sz="3600"/>
            </a:pPr>
            <a:r>
              <a:t>Проверить: IP SLA Failure, Track Down, default через ISP2</a:t>
            </a:r>
          </a:p>
          <a:p>
            <a:pPr>
              <a:defRPr sz="3600"/>
            </a:pPr>
            <a:r>
              <a:t>После восстановления проверить обратный переход через delay up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Debug используется только кратко и в лаборатории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debug ip sla trace — может показать подробности работы IP SLA, если поддерживается IOS</a:t>
            </a:r>
          </a:p>
          <a:p>
            <a:pPr>
              <a:defRPr sz="3600"/>
            </a:pPr>
            <a:r>
              <a:t>Debug может создавать много сообщений и нагружать устройство</a:t>
            </a:r>
          </a:p>
          <a:p>
            <a:pPr>
              <a:defRPr sz="3600"/>
            </a:pPr>
            <a:r>
              <a:t>В Packet Tracer команда может отсутствовать или работать ограниченно</a:t>
            </a:r>
          </a:p>
          <a:p>
            <a:pPr>
              <a:defRPr sz="3600"/>
            </a:pPr>
            <a:r>
              <a:t>После проверки обязательно выполнить undebug all</a:t>
            </a:r>
          </a:p>
          <a:p>
            <a:pPr>
              <a:defRPr sz="3600"/>
            </a:pPr>
            <a:r>
              <a:t>Сокращенная команда u all делает то же самое на Cisco IOS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IP SLA и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SLA настроен, но не запущен командой ip sla schedule</a:t>
            </a:r>
          </a:p>
          <a:p>
            <a:pPr>
              <a:defRPr sz="3600"/>
            </a:pPr>
            <a:r>
              <a:t>Проверка уходит через резервный канал, потому что нет host route /32 к probe target</a:t>
            </a:r>
          </a:p>
          <a:p>
            <a:pPr>
              <a:defRPr sz="3600"/>
            </a:pPr>
            <a:r>
              <a:t>Track создан, но не указан в основном static route</a:t>
            </a:r>
          </a:p>
          <a:p>
            <a:pPr>
              <a:defRPr sz="3600"/>
            </a:pPr>
            <a:r>
              <a:t>Delay up/down не настроен, и маршрут переключается из-за единичных потерь</a:t>
            </a:r>
          </a:p>
          <a:p>
            <a:pPr>
              <a:defRPr sz="3600"/>
            </a:pPr>
            <a:r>
              <a:t>Резервный default route имеет слишком маленький AD и конкурирует с основным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Мини-кейс: show track Down, но default не переключился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Проверить команду: show running-config | include ^ip route</a:t>
            </a:r>
          </a:p>
          <a:p>
            <a:pPr>
              <a:defRPr sz="3600"/>
            </a:pPr>
            <a:r>
              <a:t>Вероятная причина: в основном маршруте нет параметра track 1</a:t>
            </a:r>
          </a:p>
          <a:p>
            <a:pPr>
              <a:defRPr sz="3600"/>
            </a:pPr>
            <a:r>
              <a:t>Проверить RIB командой show ip route 0.0.0.0</a:t>
            </a:r>
          </a:p>
          <a:p>
            <a:pPr>
              <a:defRPr sz="3600"/>
            </a:pPr>
            <a:r>
              <a:t>Проверить, достижим ли next-hop ISP2 через connected-сеть</a:t>
            </a:r>
          </a:p>
          <a:p>
            <a:pPr>
              <a:defRPr sz="3600"/>
            </a:pPr>
            <a:r>
              <a:t>Проверить, что резервный маршрут имеет AD больше основного, но не ошибочный next-hop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Мини-кейс: IP SLA Success после отказа ISP1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проверить show ip route 10.255.255.1</a:t>
            </a:r>
          </a:p>
          <a:p>
            <a:pPr>
              <a:defRPr sz="3600"/>
            </a:pPr>
            <a:r>
              <a:t>Если маршрут к probe target идет через ISP2, проверка стала ложноположительной</a:t>
            </a:r>
          </a:p>
          <a:p>
            <a:pPr>
              <a:defRPr sz="3600"/>
            </a:pPr>
            <a:r>
              <a:t>Исправить host route /32 через 203.0.113.1</a:t>
            </a:r>
          </a:p>
          <a:p>
            <a:pPr>
              <a:defRPr sz="3600"/>
            </a:pPr>
            <a:r>
              <a:t>Проверить source-interface в show ip sla configuration</a:t>
            </a:r>
          </a:p>
          <a:p>
            <a:pPr>
              <a:defRPr sz="3600"/>
            </a:pPr>
            <a:r>
              <a:t>Повторить аварийный тест и убедиться, что IP SLA Failure появляется при отказе ISP1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Полная цепочка диагностики резервирования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Интерфейсы WAN: show ip interface brief</a:t>
            </a:r>
          </a:p>
          <a:p>
            <a:pPr>
              <a:defRPr sz="3600"/>
            </a:pPr>
            <a:r>
              <a:t>2. Probe route: show ip route 10.255.255.1</a:t>
            </a:r>
          </a:p>
          <a:p>
            <a:pPr>
              <a:defRPr sz="3600"/>
            </a:pPr>
            <a:r>
              <a:t>3. IP SLA: show ip sla statistics и show ip sla configuration</a:t>
            </a:r>
          </a:p>
          <a:p>
            <a:pPr>
              <a:defRPr sz="3600"/>
            </a:pPr>
            <a:r>
              <a:t>4. Track и RIB: show track 1 и show ip route 0.0.0.0</a:t>
            </a:r>
          </a:p>
          <a:p>
            <a:pPr>
              <a:defRPr sz="3600"/>
            </a:pPr>
            <a:r>
              <a:t>5. Пользовательский результат: traceroute, NAT и проверка прикладного доступа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Floating static route помогает при простом отказе интерфейса, но не видит все отказы провайдера</a:t>
            </a:r>
          </a:p>
          <a:p>
            <a:pPr>
              <a:defRPr sz="3600"/>
            </a:pPr>
            <a:r>
              <a:t>IP SLA ICMP Echo проверяет конкретную контрольную цель, а не весь Интернет сразу</a:t>
            </a:r>
          </a:p>
          <a:p>
            <a:pPr>
              <a:defRPr sz="3600"/>
            </a:pPr>
            <a:r>
              <a:t>source-interface задает исходный адрес, а host route /32 фиксирует путь проверки через ISP1</a:t>
            </a:r>
          </a:p>
          <a:p>
            <a:pPr>
              <a:defRPr sz="3600"/>
            </a:pPr>
            <a:r>
              <a:t>Object Tracking превращает результат IP SLA в состояние маршрута</a:t>
            </a:r>
          </a:p>
          <a:p>
            <a:pPr>
              <a:defRPr sz="3600"/>
            </a:pPr>
            <a:r>
              <a:t>Корректная диагностика проверяет probe route, IP SLA, track, RIB, NAT и пользовательский доступ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интерфейс WAN в состоянии up не гарантирует доступность Интернета?</a:t>
            </a:r>
          </a:p>
          <a:p>
            <a:pPr>
              <a:defRPr sz="3600"/>
            </a:pPr>
            <a:r>
              <a:t>Чем отказ локального интерфейса отличается от отказа за next-hop провайдера?</a:t>
            </a:r>
          </a:p>
          <a:p>
            <a:pPr>
              <a:defRPr sz="3600"/>
            </a:pPr>
            <a:r>
              <a:t>Почему одного source-interface недостаточно для правильной IP SLA-проверки?</a:t>
            </a:r>
          </a:p>
          <a:p>
            <a:pPr>
              <a:defRPr sz="3600"/>
            </a:pPr>
            <a:r>
              <a:t>Зачем нужен host route /32 к probe target через ISP1?</a:t>
            </a:r>
          </a:p>
          <a:p>
            <a:pPr>
              <a:defRPr sz="3600"/>
            </a:pPr>
            <a:r>
              <a:t>Что означают timeout 1000 и frequency 5 в IP SLA?</a:t>
            </a:r>
          </a:p>
          <a:p>
            <a:pPr>
              <a:defRPr sz="3600"/>
            </a:pPr>
            <a:r>
              <a:t>Как delay down/up защищает от flapping?</a:t>
            </a:r>
          </a:p>
          <a:p>
            <a:pPr>
              <a:defRPr sz="3600"/>
            </a:pPr>
            <a:r>
              <a:t>Какие команды доказывают, что default route действительно переключился?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2632</Words>
  <Application>Microsoft Office PowerPoint</Application>
  <PresentationFormat>Широкоэкранный</PresentationFormat>
  <Paragraphs>259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2026-07-27T11:38:29Z</dcterms:modified>
  <cp:category/>
</cp:coreProperties>
</file>