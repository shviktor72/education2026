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2. Централизованная адресация в маршрутизируемой сети: DHCP Relay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Понимать, почему DHCP Discover не проходит через маршрутизатор по умолчанию</a:t>
            </a:r>
          </a:p>
          <a:p>
            <a:pPr>
              <a:defRPr sz="3600"/>
            </a:pPr>
            <a:r>
              <a:t>Объяснять роль DHCP Relay Agent и команды ip helper-address</a:t>
            </a:r>
          </a:p>
          <a:p>
            <a:pPr>
              <a:defRPr sz="3600"/>
            </a:pPr>
            <a:r>
              <a:t>Проектировать централизованный DHCP-сервер для нескольких VLAN</a:t>
            </a:r>
          </a:p>
          <a:p>
            <a:pPr>
              <a:defRPr sz="3600"/>
            </a:pPr>
            <a:r>
              <a:t>Диагностировать выдачу адресов через relay, HSRP и Option 82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Широковещательная природа DHCP Discover и маршрутизируемые сети</a:t>
            </a:r>
          </a:p>
          <a:p>
            <a:pPr>
              <a:defRPr sz="3600"/>
            </a:pPr>
            <a:r>
              <a:t>2. Роль и логика работы DHCP Relay Agent</a:t>
            </a:r>
          </a:p>
          <a:p>
            <a:pPr>
              <a:defRPr sz="3600"/>
            </a:pPr>
            <a:r>
              <a:t>3. Команда ip helper-address на L3-интерфейсах и SVI</a:t>
            </a:r>
          </a:p>
          <a:p>
            <a:pPr>
              <a:defRPr sz="3600"/>
            </a:pPr>
            <a:r>
              <a:t>4. Централизованный DHCP-сервер в серверной VLAN</a:t>
            </a:r>
          </a:p>
          <a:p>
            <a:pPr>
              <a:defRPr sz="3600"/>
            </a:pPr>
            <a:r>
              <a:t>5. Взаимодействие DHCP Relay и HSRP</a:t>
            </a:r>
          </a:p>
          <a:p>
            <a:pPr>
              <a:defRPr sz="3600"/>
            </a:pPr>
            <a:r>
              <a:t>6. Обзор Option 82</a:t>
            </a:r>
          </a:p>
          <a:p>
            <a:pPr>
              <a:defRPr sz="3600"/>
            </a:pPr>
            <a:r>
              <a:t>7. Методология диагностики выдачи IP-адресов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DHCP начинается с широковещательного поиска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DHCP (Dynamic Host Configuration Protocol) — протокол автоматической выдачи IP-параметров клиенту</a:t>
            </a:r>
          </a:p>
          <a:p>
            <a:pPr>
              <a:defRPr sz="3600"/>
            </a:pPr>
            <a:r>
              <a:t>Когда клиент еще не имеет IP-адреса, он отправляет DHCP Discover широковещательно</a:t>
            </a:r>
          </a:p>
          <a:p>
            <a:pPr>
              <a:defRPr sz="3600"/>
            </a:pPr>
            <a:r>
              <a:t>Broadcast-пакет не маршрутизируется между VLAN обычным маршрутизатором</a:t>
            </a:r>
          </a:p>
          <a:p>
            <a:pPr>
              <a:defRPr sz="3600"/>
            </a:pPr>
            <a:r>
              <a:t>Поэтому DHCP-сервер в одной VLAN не услышит клиентов из другой VLAN без relay</a:t>
            </a:r>
          </a:p>
          <a:p>
            <a:pPr>
              <a:defRPr sz="3600"/>
            </a:pPr>
            <a:r>
              <a:t>Это архитектурное ограничение, а не ошибка сервера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DORA показывает порядок выдачи адреса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Discover — клиент ищет доступный DHCP-сервер</a:t>
            </a:r>
          </a:p>
          <a:p>
            <a:pPr>
              <a:defRPr sz="3600"/>
            </a:pPr>
            <a:r>
              <a:t>Offer — сервер предлагает адрес и параметры сети, но аренда еще не окончательная</a:t>
            </a:r>
          </a:p>
          <a:p>
            <a:pPr>
              <a:defRPr sz="3600"/>
            </a:pPr>
            <a:r>
              <a:t>Request — клиент запрашивает предложенный адрес</a:t>
            </a:r>
          </a:p>
          <a:p>
            <a:pPr>
              <a:defRPr sz="3600"/>
            </a:pPr>
            <a:r>
              <a:t>Acknowledge — сервер подтверждает аренду и параметры</a:t>
            </a:r>
          </a:p>
          <a:p>
            <a:pPr>
              <a:defRPr sz="3600"/>
            </a:pPr>
            <a:r>
              <a:t>Если первый Discover не дошел до сервера, вся цепочка DORA не начнется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DHCP-аренда имеет несколько рабочих состояний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ACK подтверждает, что адрес можно использовать</a:t>
            </a:r>
          </a:p>
          <a:p>
            <a:pPr>
              <a:defRPr sz="3600"/>
            </a:pPr>
            <a:r>
              <a:t>NAK означает отказ: клиент должен начать получение адреса заново</a:t>
            </a:r>
          </a:p>
          <a:p>
            <a:pPr>
              <a:defRPr sz="3600"/>
            </a:pPr>
            <a:r>
              <a:t>Renew — продление аренды до ее окончания</a:t>
            </a:r>
          </a:p>
          <a:p>
            <a:pPr>
              <a:defRPr sz="3600"/>
            </a:pPr>
            <a:r>
              <a:t>Release — добровольное освобождение адреса клиентом</a:t>
            </a:r>
          </a:p>
          <a:p>
            <a:pPr>
              <a:defRPr sz="3600"/>
            </a:pPr>
            <a:r>
              <a:t>Для базовой диагностики важно отличать Offer от окончательного 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DHCP DORA внутри одной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2A32F13-CFF3-31DA-81B2-D590E6D19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Маршрутизатор по умолчанию не пересылает broadcast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Broadcast ограничивается локальным L2-доменом и не проходит через L3-границу</a:t>
            </a:r>
          </a:p>
          <a:p>
            <a:pPr>
              <a:defRPr sz="3600"/>
            </a:pPr>
            <a:r>
              <a:t>SVI или интерфейс маршрутизатора является границей между VLAN</a:t>
            </a:r>
          </a:p>
          <a:p>
            <a:pPr>
              <a:defRPr sz="3600"/>
            </a:pPr>
            <a:r>
              <a:t>Это защищает сеть от бесконечного распространения широковещательного трафика</a:t>
            </a:r>
          </a:p>
          <a:p>
            <a:pPr>
              <a:defRPr sz="3600"/>
            </a:pPr>
            <a:r>
              <a:t>Но DHCP-клиентам из разных VLAN нужен механизм доставки Discover до сервера</a:t>
            </a:r>
          </a:p>
          <a:p>
            <a:pPr>
              <a:defRPr sz="3600"/>
            </a:pPr>
            <a:r>
              <a:t>Таким механизмом является DHCP Relay 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DHCP Relay Agent превращает broadcast в unicast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DHCP Relay Agent — функция L3-устройства, пересылающая DHCP-запросы к удаленному серверу</a:t>
            </a:r>
          </a:p>
          <a:p>
            <a:pPr>
              <a:defRPr sz="3600"/>
            </a:pPr>
            <a:r>
              <a:t>Клиент отправляет Discover в свою VLAN, а L3-интерфейс этой VLAN принимает broadcast</a:t>
            </a:r>
          </a:p>
          <a:p>
            <a:pPr>
              <a:defRPr sz="3600"/>
            </a:pPr>
            <a:r>
              <a:t>Relay добавляет информацию о сети клиента и отправляет запрос DHCP-серверу unicast-пакетом</a:t>
            </a:r>
          </a:p>
          <a:p>
            <a:pPr>
              <a:defRPr sz="3600"/>
            </a:pPr>
            <a:r>
              <a:t>DHCP-сервер выбирает правильный набор адресов по GIADDR или другой relay-информации</a:t>
            </a:r>
          </a:p>
          <a:p>
            <a:pPr>
              <a:defRPr sz="3600"/>
            </a:pPr>
            <a:r>
              <a:t>Ответ сервера возвращается relay-устройству, а затем доставляется клиенту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GIADDR указывает на L3-интерфейс relay, а не на клиента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GIADDR (Gateway IP Address) — поле DHCP-сообщения, куда relay помещает IP своего L3-интерфейса, принявшего запрос</a:t>
            </a:r>
          </a:p>
          <a:p>
            <a:pPr>
              <a:defRPr sz="3600"/>
            </a:pPr>
            <a:r>
              <a:t>Клиентская VLAN: 192.168.10.0/24; SVI relay: 192.168.10.2/24</a:t>
            </a:r>
          </a:p>
          <a:p>
            <a:pPr>
              <a:defRPr sz="3600"/>
            </a:pPr>
            <a:r>
              <a:t>DHCP-сервер видит GIADDR 192.168.10.2 и выбирает пул для сети 192.168.10.0/24</a:t>
            </a:r>
          </a:p>
          <a:p>
            <a:pPr>
              <a:defRPr sz="3600"/>
            </a:pPr>
            <a:r>
              <a:t>GIADDR не является IP-адресом клиентского компьютера</a:t>
            </a:r>
          </a:p>
          <a:p>
            <a:pPr>
              <a:defRPr sz="3600"/>
            </a:pPr>
            <a:r>
              <a:t>Если GIADDR указывает не ту сеть, клиент получит неверные параметры или не получит адрес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DHCP Relay между VLAN 10 и серверной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CB440A-6533-274B-0466-5DD08CF83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ip helper-address настраивается на стороне клиентов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ip helper-address задается на L3-интерфейсе, который является gateway для DHCP-клиентов</a:t>
            </a:r>
          </a:p>
          <a:p>
            <a:pPr>
              <a:defRPr sz="3600"/>
            </a:pPr>
            <a:r>
              <a:t>Для VLAN 10 это interface vlan 10 на L3-коммутаторе или сабинтерфейс маршрутизатора</a:t>
            </a:r>
          </a:p>
          <a:p>
            <a:pPr>
              <a:defRPr sz="3600"/>
            </a:pPr>
            <a:r>
              <a:t>Команду не настраивают на интерфейсе серверной VLAN только потому, что там стоит DHCP-сервер</a:t>
            </a:r>
          </a:p>
          <a:p>
            <a:pPr>
              <a:defRPr sz="3600"/>
            </a:pPr>
            <a:r>
              <a:t>Пример: interface vlan 10, ip helper-address 192.168.30.10</a:t>
            </a:r>
          </a:p>
          <a:p>
            <a:pPr>
              <a:defRPr sz="3600"/>
            </a:pPr>
            <a:r>
              <a:t>Адрес 192.168.30.10 — это IP DHCP-сервера в серверной VLAN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ip helper-address пересылает не только DHCP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Cisco IOS ip helper-address по умолчанию пересылает несколько UDP-сервисов</a:t>
            </a:r>
          </a:p>
          <a:p>
            <a:pPr>
              <a:defRPr sz="3600"/>
            </a:pPr>
            <a:r>
              <a:t>Для DHCP/BOOTP важны UDP-порты 67 и 68</a:t>
            </a:r>
          </a:p>
          <a:p>
            <a:pPr>
              <a:defRPr sz="3600"/>
            </a:pPr>
            <a:r>
              <a:t>Исторически также могут пересылаться TFTP, DNS, NetBIOS и другие UDP-сервисы</a:t>
            </a:r>
          </a:p>
          <a:p>
            <a:pPr>
              <a:defRPr sz="3600"/>
            </a:pPr>
            <a:r>
              <a:t>Лишние пересылки можно ограничивать командами no ip forward-protocol udp ...</a:t>
            </a:r>
          </a:p>
          <a:p>
            <a:pPr>
              <a:defRPr sz="3600"/>
            </a:pPr>
            <a:r>
              <a:t>В учебной сети главное — понимать, что helper является UDP relay, а не магическим DHCP-клиентом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UDP-порты DHCP зависят от участка обмена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Клиент в локальной VLAN отправляет DHCP Discover: UDP 68 → UDP 67</a:t>
            </a:r>
          </a:p>
          <a:p>
            <a:pPr>
              <a:defRPr sz="3600"/>
            </a:pPr>
            <a:r>
              <a:t>Relay пересылает запрос DHCP-серверу обычно как UDP 67 → UDP 67</a:t>
            </a:r>
          </a:p>
          <a:p>
            <a:pPr>
              <a:defRPr sz="3600"/>
            </a:pPr>
            <a:r>
              <a:t>DHCP-сервер возвращает ответ relay-устройству: UDP 67 → UDP 67</a:t>
            </a:r>
          </a:p>
          <a:p>
            <a:pPr>
              <a:defRPr sz="3600"/>
            </a:pPr>
            <a:r>
              <a:t>Relay доставляет ответ клиенту в клиентский сегмент: UDP 67 → UDP 68</a:t>
            </a:r>
          </a:p>
          <a:p>
            <a:pPr>
              <a:defRPr sz="3600"/>
            </a:pPr>
            <a:r>
              <a:t>ACL и firewall должны учитывать оба участка: клиентский сегмент и связь relay с сервером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настройки relay на SVI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interface vlan 10 открывает gateway пользователей VLAN 10</a:t>
            </a:r>
          </a:p>
          <a:p>
            <a:pPr>
              <a:defRPr sz="3600"/>
            </a:pPr>
            <a:r>
              <a:t>ip address 192.168.10.1 255.255.255.0 задает шлюз клиентов</a:t>
            </a:r>
          </a:p>
          <a:p>
            <a:pPr>
              <a:defRPr sz="3600"/>
            </a:pPr>
            <a:r>
              <a:t>ip helper-address 192.168.30.10 отправляет DHCP-запросы на сервер</a:t>
            </a:r>
          </a:p>
          <a:p>
            <a:pPr>
              <a:defRPr sz="3600"/>
            </a:pPr>
            <a:r>
              <a:t>Такую же helper-команду добавляют на SVI VLAN 20, VLAN 40 и других клиентских VLAN</a:t>
            </a:r>
          </a:p>
          <a:p>
            <a:pPr>
              <a:defRPr sz="3600"/>
            </a:pPr>
            <a:r>
              <a:t>Результат проверяется получением адреса и show running-config | section interface Vlan10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Несколько helper-address повышают отказоустойчивость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Cisco IOS позволяет указать несколько DHCP-серверов на одном L3-интерфейсе</a:t>
            </a:r>
          </a:p>
          <a:p>
            <a:pPr>
              <a:defRPr sz="3600"/>
            </a:pPr>
            <a:r>
              <a:t>Пример: interface Vlan10; ip helper-address 192.168.30.10; ip helper-address 192.168.30.11</a:t>
            </a:r>
          </a:p>
          <a:p>
            <a:pPr>
              <a:defRPr sz="3600"/>
            </a:pPr>
            <a:r>
              <a:t>Запрос клиента будет пересылаться на оба настроенных адреса</a:t>
            </a:r>
          </a:p>
          <a:p>
            <a:pPr>
              <a:defRPr sz="3600"/>
            </a:pPr>
            <a:r>
              <a:t>Это не заменяет правильную серверную отказоустойчивость DHCP</a:t>
            </a:r>
          </a:p>
          <a:p>
            <a:pPr>
              <a:defRPr sz="3600"/>
            </a:pPr>
            <a:r>
              <a:t>Администратор должен проверить, что оба сервера имеют согласованные пулы и не выдают конфликтующие адреса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Централизованный DHCP-сервер обслуживает несколько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Централизованный DHCP-сервер размещают в серверной VLAN, например VLAN 30</a:t>
            </a:r>
          </a:p>
          <a:p>
            <a:pPr>
              <a:defRPr sz="3600"/>
            </a:pPr>
            <a:r>
              <a:t>На сервере создают отдельный scope для каждой клиентской подсети</a:t>
            </a:r>
          </a:p>
          <a:p>
            <a:pPr>
              <a:defRPr sz="3600"/>
            </a:pPr>
            <a:r>
              <a:t>Scope — диапазон адресов и параметров DHCP для одной IP-сети</a:t>
            </a:r>
          </a:p>
          <a:p>
            <a:pPr>
              <a:defRPr sz="3600"/>
            </a:pPr>
            <a:r>
              <a:t>Для VLAN 10 scope может быть 192.168.10.100–192.168.10.200</a:t>
            </a:r>
          </a:p>
          <a:p>
            <a:pPr>
              <a:defRPr sz="3600"/>
            </a:pPr>
            <a:r>
              <a:t>Для VLAN 20 scope должен иметь адреса уже из 192.168.20.0/24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Scope, subnet и pool называют одну логическую задачу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Windows DHCP набор параметров одной подсети обычно называется scope</a:t>
            </a:r>
          </a:p>
          <a:p>
            <a:pPr>
              <a:defRPr sz="3600"/>
            </a:pPr>
            <a:r>
              <a:t>В ISC DHCP и Kea на Linux чаще встречаются термины subnet, pool и range</a:t>
            </a:r>
          </a:p>
          <a:p>
            <a:pPr>
              <a:defRPr sz="3600"/>
            </a:pPr>
            <a:r>
              <a:t>option routers задает шлюз по умолчанию для клиентов</a:t>
            </a:r>
          </a:p>
          <a:p>
            <a:pPr>
              <a:defRPr sz="3600"/>
            </a:pPr>
            <a:r>
              <a:t>option domain-name-servers задает DNS-серверы</a:t>
            </a:r>
          </a:p>
          <a:p>
            <a:pPr>
              <a:defRPr sz="3600"/>
            </a:pPr>
            <a:r>
              <a:t>Смысл один: сервер хранит адреса и параметры для конкретной клиентской сети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Параметры scope должны соответствовать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Default gateway в DHCP-scope должен быть адресом шлюза этой VLAN</a:t>
            </a:r>
          </a:p>
          <a:p>
            <a:pPr>
              <a:defRPr sz="3600"/>
            </a:pPr>
            <a:r>
              <a:t>DNS-сервер может быть общим для всех VLAN, например 192.168.30.53</a:t>
            </a:r>
          </a:p>
          <a:p>
            <a:pPr>
              <a:defRPr sz="3600"/>
            </a:pPr>
            <a:r>
              <a:t>Lease time определяет срок аренды адреса клиентом</a:t>
            </a:r>
          </a:p>
          <a:p>
            <a:pPr>
              <a:defRPr sz="3600"/>
            </a:pPr>
            <a:r>
              <a:t>Исключения нужны для адресов шлюзов, серверов, принтеров и сетевых устройств</a:t>
            </a:r>
          </a:p>
          <a:p>
            <a:pPr>
              <a:defRPr sz="3600"/>
            </a:pPr>
            <a:r>
              <a:t>Ошибка gateway в scope часто выглядит как получение IP-адреса без доступа к другим сетям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Инфографика: централизованный DHCP для нескольких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89FCC0-A0F6-D2D3-CEB4-94B522591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DHCP на Cisco IOS как учебный резервный вариант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отдельный сервер недоступен, DHCP-пул можно создать на Cisco IOS для лаборатории</a:t>
            </a:r>
          </a:p>
          <a:p>
            <a:pPr>
              <a:defRPr sz="3600"/>
            </a:pPr>
            <a:r>
              <a:t>Если Cisco IOS сам является DHCP-сервером и gateway клиентской VLAN, helper для этой VLAN обычно не нужен</a:t>
            </a:r>
          </a:p>
          <a:p>
            <a:pPr>
              <a:defRPr sz="3600"/>
            </a:pPr>
            <a:r>
              <a:t>Команда ip dhcp excluded-address 192.168.10.1 192.168.10.20 исключает служебные адреса</a:t>
            </a:r>
          </a:p>
          <a:p>
            <a:pPr>
              <a:defRPr sz="3600"/>
            </a:pPr>
            <a:r>
              <a:t>Команда ip dhcp pool USERS10 открывает пул для VLAN 10</a:t>
            </a:r>
          </a:p>
          <a:p>
            <a:pPr>
              <a:defRPr sz="3600"/>
            </a:pPr>
            <a:r>
              <a:t>network 192.168.10.0 255.255.255.0, default-router 192.168.10.1 и dns-server 192.168.30.53 задают параметры клиента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Локальный DHCP и централизованный DHCP — разные сценарии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Централизованный сервер: клиент → SVI с ip helper-address → DHCP-сервер в серверной VLAN</a:t>
            </a:r>
          </a:p>
          <a:p>
            <a:pPr>
              <a:defRPr sz="3600"/>
            </a:pPr>
            <a:r>
              <a:t>Локальный Cisco IOS DHCP: клиент → L3-устройство, на котором уже создан DHCP-pool</a:t>
            </a:r>
          </a:p>
          <a:p>
            <a:pPr>
              <a:defRPr sz="3600"/>
            </a:pPr>
            <a:r>
              <a:t>В первом сценарии relay обязателен, если сервер находится за L3-границей</a:t>
            </a:r>
          </a:p>
          <a:p>
            <a:pPr>
              <a:defRPr sz="3600"/>
            </a:pPr>
            <a:r>
              <a:t>Во втором сценарии relay обычно не нужен для той же клиентской VLAN</a:t>
            </a:r>
          </a:p>
          <a:p>
            <a:pPr>
              <a:defRPr sz="3600"/>
            </a:pPr>
            <a:r>
              <a:t>Эти варианты нельзя смешивать при диагностике одной и той же ошибки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При HSRP клиент использует виртуальный адрес шлюза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HSRP (Hot Standby Router Protocol) предоставляет постоянный virtual IP для default gateway</a:t>
            </a:r>
          </a:p>
          <a:p>
            <a:pPr>
              <a:defRPr sz="3600"/>
            </a:pPr>
            <a:r>
              <a:t>DHCP-scope должен выдавать HSRP Virtual IP, а не реальный адрес одного L3-коммутатора</a:t>
            </a:r>
          </a:p>
          <a:p>
            <a:pPr>
              <a:defRPr sz="3600"/>
            </a:pPr>
            <a:r>
              <a:t>Например: L3SW1 SVI 192.168.10.2, L3SW2 SVI 192.168.10.3, HSRP VIP 192.168.10.1</a:t>
            </a:r>
          </a:p>
          <a:p>
            <a:pPr>
              <a:defRPr sz="3600"/>
            </a:pPr>
            <a:r>
              <a:t>Клиент получает default gateway 192.168.10.1</a:t>
            </a:r>
          </a:p>
          <a:p>
            <a:pPr>
              <a:defRPr sz="3600"/>
            </a:pPr>
            <a:r>
              <a:t>При отказе Active-устройства virtual IP переносится на Standby без изменения DHCP-параметров клиента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GIADDR и HSRP Virtual IP выполняют разные роли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HSRP VIP — адрес шлюза, который видит и использует клиент</a:t>
            </a:r>
          </a:p>
          <a:p>
            <a:pPr>
              <a:defRPr sz="3600"/>
            </a:pPr>
            <a:r>
              <a:t>GIADDR обычно связан с реальным L3-интерфейсом relay, принявшим DHCP Discover</a:t>
            </a:r>
          </a:p>
          <a:p>
            <a:pPr>
              <a:defRPr sz="3600"/>
            </a:pPr>
            <a:r>
              <a:t>Если Discover принял L3SW1, GIADDR может быть 192.168.10.2</a:t>
            </a:r>
          </a:p>
          <a:p>
            <a:pPr>
              <a:defRPr sz="3600"/>
            </a:pPr>
            <a:r>
              <a:t>Если Discover принял L3SW2, GIADDR может быть 192.168.10.3</a:t>
            </a:r>
          </a:p>
          <a:p>
            <a:pPr>
              <a:defRPr sz="3600"/>
            </a:pPr>
            <a:r>
              <a:t>В обоих случаях DHCP-сервер выбирает пул для подсети 192.168.10.0/24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ip helper-address нужен на обоих HSRP-устройствах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DHCP Discover — L2-broadcast, поэтому его могут получить оба L3-устройства в VLAN</a:t>
            </a:r>
          </a:p>
          <a:p>
            <a:pPr>
              <a:defRPr sz="3600"/>
            </a:pPr>
            <a:r>
              <a:t>Состояние HSRP Active/Standby само не включает и не выключает DHCP Relay</a:t>
            </a:r>
          </a:p>
          <a:p>
            <a:pPr>
              <a:defRPr sz="3600"/>
            </a:pPr>
            <a:r>
              <a:t>ip helper-address настраивается на обоих резервирующих L3-устройствах</a:t>
            </a:r>
          </a:p>
          <a:p>
            <a:pPr>
              <a:defRPr sz="3600"/>
            </a:pPr>
            <a:r>
              <a:t>Конфигурация helper должна быть одинаковой независимо от текущей роли устройства</a:t>
            </a:r>
          </a:p>
          <a:p>
            <a:pPr>
              <a:defRPr sz="3600"/>
            </a:pPr>
            <a:r>
              <a:t>Проверка отказа включает release/renew адреса после переключения HSRP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DHCP Relay с HSRP-шлюзами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3313EE-BA18-0773-D043-59AF27884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Option 82 добавляет сведения о точке подключения клиента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Option 82 — DHCP Relay Agent Information Option, добавляющая сведения о relay-устройстве и порте</a:t>
            </a:r>
          </a:p>
          <a:p>
            <a:pPr>
              <a:defRPr sz="3600"/>
            </a:pPr>
            <a:r>
              <a:t>Circuit ID обычно описывает порт или VLAN подключения клиента</a:t>
            </a:r>
          </a:p>
          <a:p>
            <a:pPr>
              <a:defRPr sz="3600"/>
            </a:pPr>
            <a:r>
              <a:t>Remote ID обычно описывает relay-устройство или коммутатор</a:t>
            </a:r>
          </a:p>
          <a:p>
            <a:pPr>
              <a:defRPr sz="3600"/>
            </a:pPr>
            <a:r>
              <a:t>DHCP-сервер может использовать эти сведения для политик адресации</a:t>
            </a:r>
          </a:p>
          <a:p>
            <a:pPr>
              <a:defRPr sz="3600"/>
            </a:pPr>
            <a:r>
              <a:t>В простой учебной лаборатории Option 82 рассматривается обзорно, отдельно от базового relay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DHCP Snooping Trust и Option 82 — разные механизмы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 dhcp snooping trust разрешает принимать DHCP Offer и ACK с доверенного серверного или транзитного порта</a:t>
            </a:r>
          </a:p>
          <a:p>
            <a:pPr>
              <a:defRPr sz="3600"/>
            </a:pPr>
            <a:r>
              <a:t>Если порт к серверу или relay оставлен untrusted, коммутатор может отбросить легитимный ответ</a:t>
            </a:r>
          </a:p>
          <a:p>
            <a:pPr>
              <a:defRPr sz="3600"/>
            </a:pPr>
            <a:r>
              <a:t>Option 82 добавляет служебные поля Circuit ID и Remote ID в DHCP-запрос</a:t>
            </a:r>
          </a:p>
          <a:p>
            <a:pPr>
              <a:defRPr sz="3600"/>
            </a:pPr>
            <a:r>
              <a:t>no ip dhcp snooping information option отключает вставку Option 82</a:t>
            </a:r>
          </a:p>
          <a:p>
            <a:pPr>
              <a:defRPr sz="3600"/>
            </a:pPr>
            <a:r>
              <a:t>Эта команда не исправляет ошибку, если проблема в неправильном trust-порте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DHCP Snooping и Option 82 создают точки диагностики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Проверить, доверен ли порт в сторону DHCP-сервера или relay</a:t>
            </a:r>
          </a:p>
          <a:p>
            <a:pPr>
              <a:defRPr sz="3600"/>
            </a:pPr>
            <a:r>
              <a:t>Проверить, добавляется ли Option 82 в запрос</a:t>
            </a:r>
          </a:p>
          <a:p>
            <a:pPr>
              <a:defRPr sz="3600"/>
            </a:pPr>
            <a:r>
              <a:t>Проверить, принимает ли сервер запросы с Option 82</a:t>
            </a:r>
          </a:p>
          <a:p>
            <a:pPr>
              <a:defRPr sz="3600"/>
            </a:pPr>
            <a:r>
              <a:t>Не отключать Option 82 автоматически, пока не определена причина</a:t>
            </a:r>
          </a:p>
          <a:p>
            <a:pPr>
              <a:defRPr sz="3600"/>
            </a:pPr>
            <a:r>
              <a:t>Изучать Relay и Snooping как отдельные механизмы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Диагностика DHCP Relay идет по уровням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проверяют, поднят ли порт клиента и находится ли он в нужной VLAN</a:t>
            </a:r>
          </a:p>
          <a:p>
            <a:pPr>
              <a:defRPr sz="3600"/>
            </a:pPr>
            <a:r>
              <a:t>Затем проверяют IP-адрес SVI и наличие ip helper-address</a:t>
            </a:r>
          </a:p>
          <a:p>
            <a:pPr>
              <a:defRPr sz="3600"/>
            </a:pPr>
            <a:r>
              <a:t>После этого проверяют доступность DHCP-сервера из VLAN gateway</a:t>
            </a:r>
          </a:p>
          <a:p>
            <a:pPr>
              <a:defRPr sz="3600"/>
            </a:pPr>
            <a:r>
              <a:t>На сервере проверяют наличие scope для сети клиента</a:t>
            </a:r>
          </a:p>
          <a:p>
            <a:pPr>
              <a:defRPr sz="3600"/>
            </a:pPr>
            <a:r>
              <a:t>На клиенте проверяют полученный IP, маску, gateway, DNS и lease time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Обратный путь от DHCP-сервера так же важен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Relay может доставить запрос до сервера, но ответ должен вернуться обратно к relay</a:t>
            </a:r>
          </a:p>
          <a:p>
            <a:pPr>
              <a:defRPr sz="3600"/>
            </a:pPr>
            <a:r>
              <a:t>На DHCP-сервере проверяют IP-адрес, маску и default gateway</a:t>
            </a:r>
          </a:p>
          <a:p>
            <a:pPr>
              <a:defRPr sz="3600"/>
            </a:pPr>
            <a:r>
              <a:t>Сервер должен иметь маршрут к адресу GIADDR или к клиентским подсетям</a:t>
            </a:r>
          </a:p>
          <a:p>
            <a:pPr>
              <a:defRPr sz="3600"/>
            </a:pPr>
            <a:r>
              <a:t>Ошибки часто связаны с отсутствующим маршрутом, ACL или firewall Linux/Windows</a:t>
            </a:r>
          </a:p>
          <a:p>
            <a:pPr>
              <a:defRPr sz="3600"/>
            </a:pPr>
            <a:r>
              <a:t>Двусторонняя связность проверяется до анализа DHCP-пула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проверки на L3-устройстве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ip interface brief показывает состояние SVI и адрес gateway</a:t>
            </a:r>
          </a:p>
          <a:p>
            <a:pPr>
              <a:defRPr sz="3600"/>
            </a:pPr>
            <a:r>
              <a:t>show running-config | section interface Vlan10 показывает helper на клиентском SVI</a:t>
            </a:r>
          </a:p>
          <a:p>
            <a:pPr>
              <a:defRPr sz="3600"/>
            </a:pPr>
            <a:r>
              <a:t>show ip route 192.168.30.10 проверяет маршрут к DHCP-серверу</a:t>
            </a:r>
          </a:p>
          <a:p>
            <a:pPr>
              <a:defRPr sz="3600"/>
            </a:pPr>
            <a:r>
              <a:t>ping 192.168.30.10 проверяет базовую достижимость сервера</a:t>
            </a:r>
          </a:p>
          <a:p>
            <a:pPr>
              <a:defRPr sz="3600"/>
            </a:pPr>
            <a:r>
              <a:t>ping 192.168.30.10 source Vlan10 или extended ping используют, если платформа поддерживает source-интерфейс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debug DHCP в Cisco IOS используют осторожно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debug ip dhcp server packet может показывать обработку DHCP-пакетов Cisco IOS, включая relay</a:t>
            </a:r>
          </a:p>
          <a:p>
            <a:pPr>
              <a:defRPr sz="3600"/>
            </a:pPr>
            <a:r>
              <a:t>Слово server в имени команды не всегда означает, что устройство является основным DHCP-сервером</a:t>
            </a:r>
          </a:p>
          <a:p>
            <a:pPr>
              <a:defRPr sz="3600"/>
            </a:pPr>
            <a:r>
              <a:t>Пример: R1# debug ip dhcp server packet</a:t>
            </a:r>
          </a:p>
          <a:p>
            <a:pPr>
              <a:defRPr sz="3600"/>
            </a:pPr>
            <a:r>
              <a:t>Сразу после проверки отключают отладку: R1# undebug all или R1# u all</a:t>
            </a:r>
          </a:p>
          <a:p>
            <a:pPr>
              <a:defRPr sz="3600"/>
            </a:pPr>
            <a:r>
              <a:t>В Packet Tracer основной способ анализа часто удобнее выполнять через Simulation Mode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проверки на клиенте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Windows ipconfig /all показывает адрес, маску, gateway, DNS и DHCP Server</a:t>
            </a:r>
          </a:p>
          <a:p>
            <a:pPr>
              <a:defRPr sz="3600"/>
            </a:pPr>
            <a:r>
              <a:t>ipconfig /release освобождает текущую аренду</a:t>
            </a:r>
          </a:p>
          <a:p>
            <a:pPr>
              <a:defRPr sz="3600"/>
            </a:pPr>
            <a:r>
              <a:t>ipconfig /renew запрашивает адрес заново</a:t>
            </a:r>
          </a:p>
          <a:p>
            <a:pPr>
              <a:defRPr sz="3600"/>
            </a:pPr>
            <a:r>
              <a:t>Адрес 169.254.x.x означает, что клиент не получил IPv4-параметры от DHCP</a:t>
            </a:r>
          </a:p>
          <a:p>
            <a:pPr>
              <a:defRPr sz="3600"/>
            </a:pPr>
            <a:r>
              <a:t>Если адрес получен, но gateway неверный, проблема скорее в DHCP-scope, а не в relay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Packet capture помогает увидеть роль relay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клиентском сегменте DHCP Discover уходит как broadcast</a:t>
            </a:r>
          </a:p>
          <a:p>
            <a:pPr>
              <a:defRPr sz="3600"/>
            </a:pPr>
            <a:r>
              <a:t>Между relay и DHCP-сервером запрос идет как unicast к адресу сервера</a:t>
            </a:r>
          </a:p>
          <a:p>
            <a:pPr>
              <a:defRPr sz="3600"/>
            </a:pPr>
            <a:r>
              <a:t>В пакете нужно найти поле GIADDR и убедиться, что оно соответствует L3-интерфейсу клиентской VLAN</a:t>
            </a:r>
          </a:p>
          <a:p>
            <a:pPr>
              <a:defRPr sz="3600"/>
            </a:pPr>
            <a:r>
              <a:t>Если GIADDR пустой или неверный, сервер не выберет правильный scope</a:t>
            </a:r>
          </a:p>
          <a:p>
            <a:pPr>
              <a:defRPr sz="3600"/>
            </a:pPr>
            <a:r>
              <a:t>В Packet Tracer Simulation Mode это удобно показать пошагово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Поля адресации показывают, где работает relay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Клиентский сегмент: Source IP 0.0.0.0, Destination IP 255.255.255.255, UDP 68 → 67</a:t>
            </a:r>
          </a:p>
          <a:p>
            <a:pPr>
              <a:defRPr sz="3600"/>
            </a:pPr>
            <a:r>
              <a:t>Relay → Server: Source IP — IP relay-интерфейса, Destination IP — IP DHCP-сервера</a:t>
            </a:r>
          </a:p>
          <a:p>
            <a:pPr>
              <a:defRPr sz="3600"/>
            </a:pPr>
            <a:r>
              <a:t>GIADDR содержит адрес SVI или L3-интерфейса клиентской VLAN</a:t>
            </a:r>
          </a:p>
          <a:p>
            <a:pPr>
              <a:defRPr sz="3600"/>
            </a:pPr>
            <a:r>
              <a:t>Между relay и сервером типичный обмен идет UDP 67 → 67</a:t>
            </a:r>
          </a:p>
          <a:p>
            <a:pPr>
              <a:defRPr sz="3600"/>
            </a:pPr>
            <a:r>
              <a:t>Эти поля помогают понять packet capture без догадок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Разница между DHCP-сервером и DHCP Relay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DHCP-сервер хранит пулы адресов и параметры аренды</a:t>
            </a:r>
          </a:p>
          <a:p>
            <a:pPr>
              <a:defRPr sz="3600"/>
            </a:pPr>
            <a:r>
              <a:t>DHCP Relay не выдает адреса сам, а пересылает запросы к серверу</a:t>
            </a:r>
          </a:p>
          <a:p>
            <a:pPr>
              <a:defRPr sz="3600"/>
            </a:pPr>
            <a:r>
              <a:t>На одном L3-устройстве может быть локальный DHCP-сервер, но это другой сценарий</a:t>
            </a:r>
          </a:p>
          <a:p>
            <a:pPr>
              <a:defRPr sz="3600"/>
            </a:pPr>
            <a:r>
              <a:t>ip helper-address не создает DHCP-pool и не исправляет отсутствие scope на сервере</a:t>
            </a:r>
          </a:p>
          <a:p>
            <a:pPr>
              <a:defRPr sz="3600"/>
            </a:pPr>
            <a:r>
              <a:t>При диагностике нужно отдельно проверять relay-конфигурацию и серверные пулы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DHCP Relay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 helper-address настроен на серверном SVI вместо клиентского gateway</a:t>
            </a:r>
          </a:p>
          <a:p>
            <a:pPr>
              <a:defRPr sz="3600"/>
            </a:pPr>
            <a:r>
              <a:t>В helper указан неправильный IP DHCP-сервера</a:t>
            </a:r>
          </a:p>
          <a:p>
            <a:pPr>
              <a:defRPr sz="3600"/>
            </a:pPr>
            <a:r>
              <a:t>DHCP-сервер не имеет scope для VLAN клиента</a:t>
            </a:r>
          </a:p>
          <a:p>
            <a:pPr>
              <a:defRPr sz="3600"/>
            </a:pPr>
            <a:r>
              <a:t>Scope выдает реальный SVI вместо HSRP virtual IP как default gateway</a:t>
            </a:r>
          </a:p>
          <a:p>
            <a:pPr>
              <a:defRPr sz="3600"/>
            </a:pPr>
            <a:r>
              <a:t>ACL, маршрут или firewall мешают обмену между relay и DHCP-сервером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диагностика выдачи адреса через DHCP Relay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F40D36-F3C5-CB7A-1D5B-B9C6FF5FE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DHCP Discover является broadcast и не проходит через маршрутизатор без relay</a:t>
            </a:r>
          </a:p>
          <a:p>
            <a:pPr>
              <a:defRPr sz="3600"/>
            </a:pPr>
            <a:r>
              <a:t>DHCP Relay Agent пересылает запросы клиентов на сервер unicast-пакетом</a:t>
            </a:r>
          </a:p>
          <a:p>
            <a:pPr>
              <a:defRPr sz="3600"/>
            </a:pPr>
            <a:r>
              <a:t>ip helper-address настраивается на L3-интерфейсе клиентской VLAN</a:t>
            </a:r>
          </a:p>
          <a:p>
            <a:pPr>
              <a:defRPr sz="3600"/>
            </a:pPr>
            <a:r>
              <a:t>GIADDR указывает на L3-интерфейс relay, а HSRP VIP выдается клиенту как gateway</a:t>
            </a:r>
          </a:p>
          <a:p>
            <a:pPr>
              <a:defRPr sz="3600"/>
            </a:pPr>
            <a:r>
              <a:t>Диагностика требует проверки клиента, relay, сервера, обратного маршрута и политик snooping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DHCP Discover не проходит между VLAN сам по себе?</a:t>
            </a:r>
          </a:p>
          <a:p>
            <a:pPr>
              <a:defRPr sz="3600"/>
            </a:pPr>
            <a:r>
              <a:t>На каком интерфейсе нужно настраивать ip helper-address?</a:t>
            </a:r>
          </a:p>
          <a:p>
            <a:pPr>
              <a:defRPr sz="3600"/>
            </a:pPr>
            <a:r>
              <a:t>Чем GIADDR отличается от IP-адреса клиента и HSRP Virtual IP?</a:t>
            </a:r>
          </a:p>
          <a:p>
            <a:pPr>
              <a:defRPr sz="3600"/>
            </a:pPr>
            <a:r>
              <a:t>Почему при HSRP в DHCP-scope должен быть virtual IP?</a:t>
            </a:r>
          </a:p>
          <a:p>
            <a:pPr>
              <a:defRPr sz="3600"/>
            </a:pPr>
            <a:r>
              <a:t>Какие UDP-порты участвуют в обмене клиент → relay → сервер?</a:t>
            </a:r>
          </a:p>
          <a:p>
            <a:pPr>
              <a:defRPr sz="3600"/>
            </a:pPr>
            <a:r>
              <a:t>Чем DHCP Snooping Trust отличается от Option 82?</a:t>
            </a:r>
          </a:p>
          <a:p>
            <a:pPr>
              <a:defRPr sz="3600"/>
            </a:pPr>
            <a:r>
              <a:t>Что проверить, если relay видит сервер, но клиент не получает адрес?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2128</Words>
  <Application>Microsoft Office PowerPoint</Application>
  <PresentationFormat>Широкоэкранный</PresentationFormat>
  <Paragraphs>219</Paragraphs>
  <Slides>41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2026-07-27T11:22:34Z</dcterms:modified>
  <cp:category/>
</cp:coreProperties>
</file>