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6. Расширенные ACL и разграничение межсетевого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Понимать, как extended ACL выбирает трафик по адресам, протоколам и портам</a:t>
            </a:r>
          </a:p>
          <a:p>
            <a:pPr>
              <a:defRPr sz="3600"/>
            </a:pPr>
            <a:r>
              <a:t>Объяснять, что обычная ACL является stateless и применяется в конкретном направлении</a:t>
            </a:r>
          </a:p>
          <a:p>
            <a:pPr>
              <a:defRPr sz="3600"/>
            </a:pPr>
            <a:r>
              <a:t>Настраивать именованные extended ACL для DMZ и пользовательских VLAN</a:t>
            </a:r>
          </a:p>
          <a:p>
            <a:pPr>
              <a:defRPr sz="3600"/>
            </a:pPr>
            <a:r>
              <a:t>Объяснять ключевое слово established и его ограничения</a:t>
            </a:r>
          </a:p>
          <a:p>
            <a:pPr>
              <a:defRPr sz="3600"/>
            </a:pPr>
            <a:r>
              <a:t>Проверять влияние ACL на ping, traceroute, HTTP, HTTPS и DNS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Селекция по Source/Destination IP, протоколам и портам</a:t>
            </a:r>
          </a:p>
          <a:p>
            <a:pPr>
              <a:defRPr sz="3600"/>
            </a:pPr>
            <a:r>
              <a:t>2. Ключевое слово established и проверка ACK/RST</a:t>
            </a:r>
          </a:p>
          <a:p>
            <a:pPr>
              <a:defRPr sz="3600"/>
            </a:pPr>
            <a:r>
              <a:t>3. established не является Stateful Firewall</a:t>
            </a:r>
          </a:p>
          <a:p>
            <a:pPr>
              <a:defRPr sz="3600"/>
            </a:pPr>
            <a:r>
              <a:t>4. Стратегии проектирования ACL и размещение ближе к 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Расширенная ACL описывает трафик точнее стандартной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Extended ACL может учитывать source IP, destination IP, протокол и L4-порт</a:t>
            </a:r>
          </a:p>
          <a:p>
            <a:pPr>
              <a:defRPr sz="3600"/>
            </a:pPr>
            <a:r>
              <a:t>Она позволяет разрешить один сервис и запретить другой между теми же подсетями</a:t>
            </a:r>
          </a:p>
          <a:p>
            <a:pPr>
              <a:defRPr sz="3600"/>
            </a:pPr>
            <a:r>
              <a:t>Например, пользователям можно разрешить HTTPS к серверу, но запретить SMB</a:t>
            </a:r>
          </a:p>
          <a:p>
            <a:pPr>
              <a:defRPr sz="3600"/>
            </a:pPr>
            <a:r>
              <a:t>Такая точность делает extended ACL главным инструментом базового межсетевого разграничения на роутерах</a:t>
            </a:r>
          </a:p>
          <a:p>
            <a:pPr>
              <a:defRPr sz="3600"/>
            </a:pPr>
            <a:r>
              <a:t>Но большая точность требует аккуратного порядка правил, направления применения и тестирования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Extended ACL является stateless и направленной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Обычная extended ACL не хранит таблицу соединений</a:t>
            </a:r>
          </a:p>
          <a:p>
            <a:pPr>
              <a:defRPr sz="3600"/>
            </a:pPr>
            <a:r>
              <a:t>Она проверяет каждый пакет независимо</a:t>
            </a:r>
          </a:p>
          <a:p>
            <a:pPr>
              <a:defRPr sz="3600"/>
            </a:pPr>
            <a:r>
              <a:t>ACL действует только там, где применена: на конкретном интерфейсе и в конкретном направлении</a:t>
            </a:r>
          </a:p>
          <a:p>
            <a:pPr>
              <a:defRPr sz="3600"/>
            </a:pPr>
            <a:r>
              <a:t>Пример: interface Vlan10; ip access-group USERS_IN in проверяет пакеты, входящие в маршрутизатор через Vlan10</a:t>
            </a:r>
          </a:p>
          <a:p>
            <a:pPr>
              <a:defRPr sz="3600"/>
            </a:pPr>
            <a:r>
              <a:t>Трафик VLAN 10 → DMZ будет проверяться этой ACL</a:t>
            </a:r>
          </a:p>
          <a:p>
            <a:pPr>
              <a:defRPr sz="3600"/>
            </a:pPr>
            <a:r>
              <a:t>Ответный трафик DMZ → VLAN 10 выходит через Vlan10 и этой входящей ACL обычно не проверяется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поля пакета, которые проверяет extended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8CDD8C-312B-880F-3E17-28E8D7C11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Базовый синтаксис extended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access-list extended USERS_TO_DMZ создает именованную расширенную ACL</a:t>
            </a:r>
          </a:p>
          <a:p>
            <a:pPr>
              <a:defRPr sz="3600"/>
            </a:pPr>
            <a:r>
              <a:t>Общая форма: permit tcp SOURCE SOURCE_WILDCARD [SOURCE_PORT] DESTINATION DESTINATION_WILDCARD [DESTINATION_PORT]</a:t>
            </a:r>
          </a:p>
          <a:p>
            <a:pPr>
              <a:defRPr sz="3600"/>
            </a:pPr>
            <a:r>
              <a:t>В лабораторных политиках чаще проверяют destination port, например eq 443 после адреса сервера</a:t>
            </a:r>
          </a:p>
          <a:p>
            <a:pPr>
              <a:defRPr sz="3600"/>
            </a:pPr>
            <a:r>
              <a:t>permit tcp 192.168.10.0 0.0.0.255 host 192.168.30.10 eq 443 разрешает TCP к destination port 443</a:t>
            </a:r>
          </a:p>
          <a:p>
            <a:pPr>
              <a:defRPr sz="3600"/>
            </a:pPr>
            <a:r>
              <a:t>Без финального разрешения сработает implicit deny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Source и Destination нельзя менять местами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permit или deny сначала указывается источник трафика</a:t>
            </a:r>
          </a:p>
          <a:p>
            <a:pPr>
              <a:defRPr sz="3600"/>
            </a:pPr>
            <a:r>
              <a:t>Затем указывается назначение трафика</a:t>
            </a:r>
          </a:p>
          <a:p>
            <a:pPr>
              <a:defRPr sz="3600"/>
            </a:pPr>
            <a:r>
              <a:t>Команда permit tcp 192.168.10.0 ... host 192.168.30.10 eq 80 означает трафик от пользователей к web-серверу</a:t>
            </a:r>
          </a:p>
          <a:p>
            <a:pPr>
              <a:defRPr sz="3600"/>
            </a:pPr>
            <a:r>
              <a:t>Обратный трафик сервера к пользователю является другим направлением с другими полями</a:t>
            </a:r>
          </a:p>
          <a:p>
            <a:pPr>
              <a:defRPr sz="3600"/>
            </a:pPr>
            <a:r>
              <a:t>Ошибочная перестановка source и destination — частая причина нулевых счетчиков matches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Операторы портов уточняют сервис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eq означает равенство конкретному порту, например eq 443</a:t>
            </a:r>
          </a:p>
          <a:p>
            <a:pPr>
              <a:defRPr sz="3600"/>
            </a:pPr>
            <a:r>
              <a:t>neq означает любой порт, кроме указанного</a:t>
            </a:r>
          </a:p>
          <a:p>
            <a:pPr>
              <a:defRPr sz="3600"/>
            </a:pPr>
            <a:r>
              <a:t>gt означает больше указанного номера порта</a:t>
            </a:r>
          </a:p>
          <a:p>
            <a:pPr>
              <a:defRPr sz="3600"/>
            </a:pPr>
            <a:r>
              <a:t>lt означает меньше указанного номера порта</a:t>
            </a:r>
          </a:p>
          <a:p>
            <a:pPr>
              <a:defRPr sz="3600"/>
            </a:pPr>
            <a:r>
              <a:t>range задает диапазон портов, например range 10000 20000</a:t>
            </a:r>
          </a:p>
          <a:p>
            <a:pPr>
              <a:defRPr sz="3600"/>
            </a:pPr>
            <a:r>
              <a:t>Оператор порта может относиться к source port или destination port в зависимости от позиции в команде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Позиция оператора порта меняет смысл правила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permit tcp 192.168.10.0 0.0.0.255 any eq 443 проверяет destination port 443</a:t>
            </a:r>
          </a:p>
          <a:p>
            <a:pPr>
              <a:defRPr sz="3600"/>
            </a:pPr>
            <a:r>
              <a:t>Такое правило означает: клиенты VLAN 10 обращаются к HTTPS-сервисам</a:t>
            </a:r>
          </a:p>
          <a:p>
            <a:pPr>
              <a:defRPr sz="3600"/>
            </a:pPr>
            <a:r>
              <a:t>permit tcp host 192.168.30.10 eq 443 192.168.10.0 0.0.0.255 проверяет source port 443</a:t>
            </a:r>
          </a:p>
          <a:p>
            <a:pPr>
              <a:defRPr sz="3600"/>
            </a:pPr>
            <a:r>
              <a:t>Такое правило похоже на ответ сервера с TCP source port 443 клиентской сети</a:t>
            </a:r>
          </a:p>
          <a:p>
            <a:pPr>
              <a:defRPr sz="3600"/>
            </a:pPr>
            <a:r>
              <a:t>Для текущей лекции основной рабочий вариант — фильтрация по destination 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Протоколы IP, TCP, UDP и ICMP проверяются по-разному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означает любой IP-трафик без уточнения L4-порта</a:t>
            </a:r>
          </a:p>
          <a:p>
            <a:pPr>
              <a:defRPr sz="3600"/>
            </a:pPr>
            <a:r>
              <a:t>tcp позволяет использовать номера TCP-портов и established</a:t>
            </a:r>
          </a:p>
          <a:p>
            <a:pPr>
              <a:defRPr sz="3600"/>
            </a:pPr>
            <a:r>
              <a:t>udp используется для DNS, DHCP, NTP и других UDP-сервисов</a:t>
            </a:r>
          </a:p>
          <a:p>
            <a:pPr>
              <a:defRPr sz="3600"/>
            </a:pPr>
            <a:r>
              <a:t>icmp фильтрует диагностические сообщения, например echo и unreachable</a:t>
            </a:r>
          </a:p>
          <a:p>
            <a:pPr>
              <a:defRPr sz="3600"/>
            </a:pPr>
            <a:r>
              <a:t>Если выбрать ip вместо tcp, оператор eq 443 использовать нельзя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доступа пользователей к DMZ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Задача: VLAN 10 может обращаться к web-серверу DMZ только по HTTP и HTTPS</a:t>
            </a:r>
          </a:p>
          <a:p>
            <a:pPr>
              <a:defRPr sz="3600"/>
            </a:pPr>
            <a:r>
              <a:t>permit tcp 192.168.10.0 0.0.0.255 host 192.168.30.10 eq 80 разрешает HTTP</a:t>
            </a:r>
          </a:p>
          <a:p>
            <a:pPr>
              <a:defRPr sz="3600"/>
            </a:pPr>
            <a:r>
              <a:t>permit tcp 192.168.10.0 0.0.0.255 host 192.168.30.10 eq 443 разрешает HTTPS</a:t>
            </a:r>
          </a:p>
          <a:p>
            <a:pPr>
              <a:defRPr sz="3600"/>
            </a:pPr>
            <a:r>
              <a:t>deny ip 192.168.10.0 0.0.0.255 192.168.30.0 0.0.0.255 запрещает остальной доступ к DMZ</a:t>
            </a:r>
          </a:p>
          <a:p>
            <a:pPr>
              <a:defRPr sz="3600"/>
            </a:pPr>
            <a:r>
              <a:t>permit ip 192.168.10.0 0.0.0.255 any разрешает прочий трафик только от VLAN 10</a:t>
            </a:r>
          </a:p>
          <a:p>
            <a:pPr>
              <a:defRPr sz="3600"/>
            </a:pPr>
            <a:r>
              <a:t>permit ip any any используют только если это прямо соответствует политике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Законченный пример USERS_IN для VLAN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access-list extended USERS_IN создает политику для пользовательской VLAN</a:t>
            </a:r>
          </a:p>
          <a:p>
            <a:pPr>
              <a:defRPr sz="3600"/>
            </a:pPr>
            <a:r>
              <a:t>20 permit udp 192.168.10.0 0.0.0.255 host 192.168.30.53 eq 53 разрешает DNS UDP</a:t>
            </a:r>
          </a:p>
          <a:p>
            <a:pPr>
              <a:defRPr sz="3600"/>
            </a:pPr>
            <a:r>
              <a:t>30 permit tcp 192.168.10.0 0.0.0.255 host 192.168.30.53 eq 53 разрешает DNS TCP</a:t>
            </a:r>
          </a:p>
          <a:p>
            <a:pPr>
              <a:defRPr sz="3600"/>
            </a:pPr>
            <a:r>
              <a:t>50 permit tcp 192.168.10.0 0.0.0.255 host 192.168.30.10 eq 80 разрешает HTTP к WEB01</a:t>
            </a:r>
          </a:p>
          <a:p>
            <a:pPr>
              <a:defRPr sz="3600"/>
            </a:pPr>
            <a:r>
              <a:t>60 permit tcp 192.168.10.0 0.0.0.255 host 192.168.30.10 eq 443 разрешает HTTPS к WEB01</a:t>
            </a:r>
          </a:p>
          <a:p>
            <a:pPr>
              <a:defRPr sz="3600"/>
            </a:pPr>
            <a:r>
              <a:t>80 deny ip 192.168.10.0 0.0.0.255 192.168.30.0 0.0.0.255 блокирует остальной доступ к DMZ</a:t>
            </a:r>
          </a:p>
          <a:p>
            <a:pPr>
              <a:defRPr sz="3600"/>
            </a:pPr>
            <a:r>
              <a:t>100 permit ip 192.168.10.0 0.0.0.255 any разрешает прочий трафик пользователей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USERS_IN применяют на входе пользовательской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interface Vlan10 открывает gateway пользовательской VLAN</a:t>
            </a:r>
          </a:p>
          <a:p>
            <a:pPr>
              <a:defRPr sz="3600"/>
            </a:pPr>
            <a:r>
              <a:t>ip access-group USERS_IN in применяет ACL к трафику, который входит в маршрутизатор из VLAN 10</a:t>
            </a:r>
          </a:p>
          <a:p>
            <a:pPr>
              <a:defRPr sz="3600"/>
            </a:pPr>
            <a:r>
              <a:t>Так нежелательный трафик к DMZ отбрасывается рядом с источником</a:t>
            </a:r>
          </a:p>
          <a:p>
            <a:pPr>
              <a:defRPr sz="3600"/>
            </a:pPr>
            <a:r>
              <a:t>В этой ACL не нужно механически писать все обратные правила от DMZ к пользователям</a:t>
            </a:r>
          </a:p>
          <a:p>
            <a:pPr>
              <a:defRPr sz="3600"/>
            </a:pPr>
            <a:r>
              <a:t>Сначала определяют путь запроса, путь ответа и только затем выбирают нужные 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DNS требует разрешить UDP 53 и TCP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DNS (Domain Name System) чаще начинает обычный запрос по UDP 53</a:t>
            </a:r>
          </a:p>
          <a:p>
            <a:pPr>
              <a:defRPr sz="3600"/>
            </a:pPr>
            <a:r>
              <a:t>TCP 53 используется для передачи зон и когда ответ не помещается в UDP</a:t>
            </a:r>
          </a:p>
          <a:p>
            <a:pPr>
              <a:defRPr sz="3600"/>
            </a:pPr>
            <a:r>
              <a:t>Крупные ответы возможны, например, из-за DNSSEC</a:t>
            </a:r>
          </a:p>
          <a:p>
            <a:pPr>
              <a:defRPr sz="3600"/>
            </a:pPr>
            <a:r>
              <a:t>Рабочим станциям обычно не нужна передача зон, но TCP-запросы DNS все равно могут потребоваться</a:t>
            </a:r>
          </a:p>
          <a:p>
            <a:pPr>
              <a:defRPr sz="3600"/>
            </a:pPr>
            <a:r>
              <a:t>Для корпоративного DNS обычно разрешают и UDP 53, и TCP 53 к серверу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доступ VLAN 10 к сервисам DMZ через extended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11958A-2FCB-F030-CDCE-B59790493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ICMP нужен не только для 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ICMP Echo Request используется командой ping для запроса</a:t>
            </a:r>
          </a:p>
          <a:p>
            <a:pPr>
              <a:defRPr sz="3600"/>
            </a:pPr>
            <a:r>
              <a:t>ICMP Echo Reply используется для ответа на ping</a:t>
            </a:r>
          </a:p>
          <a:p>
            <a:pPr>
              <a:defRPr sz="3600"/>
            </a:pPr>
            <a:r>
              <a:t>ICMP Time Exceeded нужен traceroute для отображения промежуточных узлов</a:t>
            </a:r>
          </a:p>
          <a:p>
            <a:pPr>
              <a:defRPr sz="3600"/>
            </a:pPr>
            <a:r>
              <a:t>ICMP Destination Unreachable помогает понять, что сеть, порт или хост недоступны</a:t>
            </a:r>
          </a:p>
          <a:p>
            <a:pPr>
              <a:defRPr sz="3600"/>
            </a:pPr>
            <a:r>
              <a:t>Обычная ACL не знает, был ли Echo Reply ответом на ранее отправленный Echo Request</a:t>
            </a:r>
          </a:p>
          <a:p>
            <a:pPr>
              <a:defRPr sz="3600"/>
            </a:pPr>
            <a:r>
              <a:t>Полный запрет ICMP усложняет диагностику и может ломать нормальное поведение сети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ICMP-правила зависят от интерфейса и направления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ACL in на Guest SVI видит запросы от гостевых клиентов</a:t>
            </a:r>
          </a:p>
          <a:p>
            <a:pPr>
              <a:defRPr sz="3600"/>
            </a:pPr>
            <a:r>
              <a:t>Ответы к гостевым клиентам через тот же SVI обычно проходят в направлении out</a:t>
            </a:r>
          </a:p>
          <a:p>
            <a:pPr>
              <a:defRPr sz="3600"/>
            </a:pPr>
            <a:r>
              <a:t>Поэтому echo-reply не всегда нужен в той же входящей ACL, где запрещается echo</a:t>
            </a:r>
          </a:p>
          <a:p>
            <a:pPr>
              <a:defRPr sz="3600"/>
            </a:pPr>
            <a:r>
              <a:t>permit icmp ... echo-reply разрешает подходящие Echo Reply, но не выполняет stateful-проверку</a:t>
            </a:r>
          </a:p>
          <a:p>
            <a:pPr>
              <a:defRPr sz="3600"/>
            </a:pPr>
            <a:r>
              <a:t>Сначала указывают место применения ACL, затем выбирают ICMP-типы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ICMP-политики для гостевой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ACL на входе Guest VLAN может запретить гостям инициировать ping в DMZ</a:t>
            </a:r>
          </a:p>
          <a:p>
            <a:pPr>
              <a:defRPr sz="3600"/>
            </a:pPr>
            <a:r>
              <a:t>Пример: deny icmp 192.168.40.0 0.0.0.255 192.168.30.0 0.0.0.255 echo</a:t>
            </a:r>
          </a:p>
          <a:p>
            <a:pPr>
              <a:defRPr sz="3600"/>
            </a:pPr>
            <a:r>
              <a:t>Если отдельная ACL применяется к направлению в сторону Guest VLAN, в ней можно разрешить echo-reply</a:t>
            </a:r>
          </a:p>
          <a:p>
            <a:pPr>
              <a:defRPr sz="3600"/>
            </a:pPr>
            <a:r>
              <a:t>Для диагностики также могут понадобиться time-exceeded и unreachable</a:t>
            </a:r>
          </a:p>
          <a:p>
            <a:pPr>
              <a:defRPr sz="3600"/>
            </a:pPr>
            <a:r>
              <a:t>Без указания интерфейса и направления ICMP-политику легко понять неправильно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tracert и traceroute используют разные probe-пакеты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Windows tracert обычно использует ICMP Echo</a:t>
            </a:r>
          </a:p>
          <a:p>
            <a:pPr>
              <a:defRPr sz="3600"/>
            </a:pPr>
            <a:r>
              <a:t>Классический Linux/Unix traceroute часто использует UDP</a:t>
            </a:r>
          </a:p>
          <a:p>
            <a:pPr>
              <a:defRPr sz="3600"/>
            </a:pPr>
            <a:r>
              <a:t>Cisco IOS traceroute обычно использует UDP</a:t>
            </a:r>
          </a:p>
          <a:p>
            <a:pPr>
              <a:defRPr sz="3600"/>
            </a:pPr>
            <a:r>
              <a:t>Промежуточные маршрутизаторы отвечают ICMP Time Exceeded</a:t>
            </a:r>
          </a:p>
          <a:p>
            <a:pPr>
              <a:defRPr sz="3600"/>
            </a:pPr>
            <a:r>
              <a:t>Конечный узел при UDP-варианте может вернуть ICMP Destination Unreachable — Port Unreachable</a:t>
            </a:r>
          </a:p>
          <a:p>
            <a:pPr>
              <a:defRPr sz="3600"/>
            </a:pPr>
            <a:r>
              <a:t>Разрешение только echo и echo-reply не гарантирует работу traceroute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established смотрит на TCP-флаги ACK или 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Ключевое слово established применяется только к TCP-правилам</a:t>
            </a:r>
          </a:p>
          <a:p>
            <a:pPr>
              <a:defRPr sz="3600"/>
            </a:pPr>
            <a:r>
              <a:t>Оно разрешает TCP-сегменты, где установлен флаг ACK или RST</a:t>
            </a:r>
          </a:p>
          <a:p>
            <a:pPr>
              <a:defRPr sz="3600"/>
            </a:pPr>
            <a:r>
              <a:t>Идея: разрешить обратный трафик для соединений, начатых изнутри</a:t>
            </a:r>
          </a:p>
          <a:p>
            <a:pPr>
              <a:defRPr sz="3600"/>
            </a:pPr>
            <a:r>
              <a:t>Пример: permit tcp any 192.168.10.0 0.0.0.255 established</a:t>
            </a:r>
          </a:p>
          <a:p>
            <a:pPr>
              <a:defRPr sz="3600"/>
            </a:pPr>
            <a:r>
              <a:t>Это старая статическая техника, а не полноценное отслеживание состояния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established может применяться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Пользователь из VLAN 10 инициирует TCP-сессию к внешнему web-серверу</a:t>
            </a:r>
          </a:p>
          <a:p>
            <a:pPr>
              <a:defRPr sz="3600"/>
            </a:pPr>
            <a:r>
              <a:t>Ответы сервера содержат ACK и проходят по правилу established</a:t>
            </a:r>
          </a:p>
          <a:p>
            <a:pPr>
              <a:defRPr sz="3600"/>
            </a:pPr>
            <a:r>
              <a:t>Новый входящий TCP SYN без ACK не проходит</a:t>
            </a:r>
          </a:p>
          <a:p>
            <a:pPr>
              <a:defRPr sz="3600"/>
            </a:pPr>
            <a:r>
              <a:t>Так можно грубо ограничить входящие подключения</a:t>
            </a:r>
          </a:p>
          <a:p>
            <a:pPr>
              <a:defRPr sz="3600"/>
            </a:pPr>
            <a:r>
              <a:t>Но правило не знает реальной таблицы соединений и не проверяет контекст приложения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TCP SYN и ответный трафик с established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FCED97-EF2C-9C8D-D5AC-70813719B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established не делает ACL stateful firewall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Stateful Firewall хранит таблицу состояний соединений и понимает, кто инициировал сессию</a:t>
            </a:r>
          </a:p>
          <a:p>
            <a:pPr>
              <a:defRPr sz="3600"/>
            </a:pPr>
            <a:r>
              <a:t>established только проверяет наличие ACK или RST в TCP-сегменте</a:t>
            </a:r>
          </a:p>
          <a:p>
            <a:pPr>
              <a:defRPr sz="3600"/>
            </a:pPr>
            <a:r>
              <a:t>established не проверяет, существовал ли исходящий SYN</a:t>
            </a:r>
          </a:p>
          <a:p>
            <a:pPr>
              <a:defRPr sz="3600"/>
            </a:pPr>
            <a:r>
              <a:t>Пакет SYN=1, ACK=1 тоже соответствует established</a:t>
            </a:r>
          </a:p>
          <a:p>
            <a:pPr>
              <a:defRPr sz="3600"/>
            </a:pPr>
            <a:r>
              <a:t>Злоумышленник может сформировать пакет с ACK, который пройдет такое правило</a:t>
            </a:r>
          </a:p>
          <a:p>
            <a:pPr>
              <a:defRPr sz="3600"/>
            </a:pPr>
            <a:r>
              <a:t>established не работает для UDP и ICMP как состояние соединения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Ограничения extended ACL нужно проговаривать студентам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ACL не понимает пользователя, если не связана с дополнительными механизмами идентификации</a:t>
            </a:r>
          </a:p>
          <a:p>
            <a:pPr>
              <a:defRPr sz="3600"/>
            </a:pPr>
            <a:r>
              <a:t>ACL не расшифровывает HTTPS и не анализирует содержимое приложений</a:t>
            </a:r>
          </a:p>
          <a:p>
            <a:pPr>
              <a:defRPr sz="3600"/>
            </a:pPr>
            <a:r>
              <a:t>ACL может усложнить диагностику, если не добавлены remarks и документация</a:t>
            </a:r>
          </a:p>
          <a:p>
            <a:pPr>
              <a:defRPr sz="3600"/>
            </a:pPr>
            <a:r>
              <a:t>ACL с log на высокочастотном трафике может перегрузить устройство сообщениями</a:t>
            </a:r>
          </a:p>
          <a:p>
            <a:pPr>
              <a:defRPr sz="3600"/>
            </a:pPr>
            <a:r>
              <a:t>ACL хороша, когда политика проста и проверяема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Расширенные ACL размещают ближе к источнику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Extended ACL знает destination и сервис, поэтому нежелательный трафик можно отбросить рано</a:t>
            </a:r>
          </a:p>
          <a:p>
            <a:pPr>
              <a:defRPr sz="3600"/>
            </a:pPr>
            <a:r>
              <a:t>Размещение ближе к source экономит магистральную полосу и ресурсы downstream-устройств</a:t>
            </a:r>
          </a:p>
          <a:p>
            <a:pPr>
              <a:defRPr sz="3600"/>
            </a:pPr>
            <a:r>
              <a:t>Например, гостевой VLAN запрещают доступ к внутренним серверам прямо на gateway гостевой VLAN</a:t>
            </a:r>
          </a:p>
          <a:p>
            <a:pPr>
              <a:defRPr sz="3600"/>
            </a:pPr>
            <a:r>
              <a:t>Если ACL поставить близко к DMZ, нежелательный трафик пройдет через часть сети зря</a:t>
            </a:r>
          </a:p>
          <a:p>
            <a:pPr>
              <a:defRPr sz="3600"/>
            </a:pPr>
            <a:r>
              <a:t>Исключения возможны, но их нужно обосновывать архитектурно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Направление in или out выбирается относительно интерфейса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 означает пакет входит в маршрутизатор через данный интерфейс</a:t>
            </a:r>
          </a:p>
          <a:p>
            <a:pPr>
              <a:defRPr sz="3600"/>
            </a:pPr>
            <a:r>
              <a:t>out означает пакет выходит из маршрутизатора через данный интерфейс</a:t>
            </a:r>
          </a:p>
          <a:p>
            <a:pPr>
              <a:defRPr sz="3600"/>
            </a:pPr>
            <a:r>
              <a:t>Для ACL у источника чаще используют in на gateway-интерфейсе source VLAN</a:t>
            </a:r>
          </a:p>
          <a:p>
            <a:pPr>
              <a:defRPr sz="3600"/>
            </a:pPr>
            <a:r>
              <a:t>Команда ip access-group USERS_IN in применяет ACL к входящему трафику интерфейса</a:t>
            </a:r>
          </a:p>
          <a:p>
            <a:pPr>
              <a:defRPr sz="3600"/>
            </a:pPr>
            <a:r>
              <a:t>Ошибочное направление часто дает нулевые счетчики matches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 интерфейс обычно ставят одну IPv4 ACL на направление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классической Cisco IOS-конфигурации на одном L3-интерфейсе обычно одна IPv4 ACL inbound и одна outbound</a:t>
            </a:r>
          </a:p>
          <a:p>
            <a:pPr>
              <a:defRPr sz="3600"/>
            </a:pPr>
            <a:r>
              <a:t>Нельзя бесконечно добавлять ip access-group ACL1 in и ip access-group ACL2 in</a:t>
            </a:r>
          </a:p>
          <a:p>
            <a:pPr>
              <a:defRPr sz="3600"/>
            </a:pPr>
            <a:r>
              <a:t>Новая команда того же направления может заменить предыдущую ACL</a:t>
            </a:r>
          </a:p>
          <a:p>
            <a:pPr>
              <a:defRPr sz="3600"/>
            </a:pPr>
            <a:r>
              <a:t>Поэтому правила DNS, DMZ и ICMP для одной VLAN проектируют в одном согласованном списке</a:t>
            </a:r>
          </a:p>
          <a:p>
            <a:pPr>
              <a:defRPr sz="3600"/>
            </a:pPr>
            <a:r>
              <a:t>Перед применением проверяют show running-config interface Vlan10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ACL на SVI не фильтрует трафик внутри одной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SVI участвует в маршрутизируемом межвлановом трафике</a:t>
            </a:r>
          </a:p>
          <a:p>
            <a:pPr>
              <a:defRPr sz="3600"/>
            </a:pPr>
            <a:r>
              <a:t>Если WEB01 192.168.30.10 и DB01 192.168.30.20 находятся в одной VLAN 30, они общаются через L2-коммутатор</a:t>
            </a:r>
          </a:p>
          <a:p>
            <a:pPr>
              <a:defRPr sz="3600"/>
            </a:pPr>
            <a:r>
              <a:t>Такой трафик не проходит через gateway и не проверяется ACL на interface Vlan30</a:t>
            </a:r>
          </a:p>
          <a:p>
            <a:pPr>
              <a:defRPr sz="3600"/>
            </a:pPr>
            <a:r>
              <a:t>Router ACL разграничивает межсетевой и межвлановый трафик</a:t>
            </a:r>
          </a:p>
          <a:p>
            <a:pPr>
              <a:defRPr sz="3600"/>
            </a:pPr>
            <a:r>
              <a:t>Для изоляции внутри VLAN нужны другие механизмы: host firewall, отдельные подсети, PACL, VACL или Private VLAN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remark делает ACL читаемой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remark — комментарий внутри ACL, который объясняет назначение следующего правила</a:t>
            </a:r>
          </a:p>
          <a:p>
            <a:pPr>
              <a:defRPr sz="3600"/>
            </a:pPr>
            <a:r>
              <a:t>Пример: remark Allow USERS to HTTPS on WEB01</a:t>
            </a:r>
          </a:p>
          <a:p>
            <a:pPr>
              <a:defRPr sz="3600"/>
            </a:pPr>
            <a:r>
              <a:t>Комментарии не влияют на фильтрацию, но помогают сопровождать конфигурацию</a:t>
            </a:r>
          </a:p>
          <a:p>
            <a:pPr>
              <a:defRPr sz="3600"/>
            </a:pPr>
            <a:r>
              <a:t>В длинных ACL без remarks сложно понять, какие правила устарели</a:t>
            </a:r>
          </a:p>
          <a:p>
            <a:pPr>
              <a:defRPr sz="3600"/>
            </a:pPr>
            <a:r>
              <a:t>Для учебного отчета remarks показывают профессиональный стиль настройки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extended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ip access-lists показывает правила и счетчики matches</a:t>
            </a:r>
          </a:p>
          <a:p>
            <a:pPr>
              <a:defRPr sz="3600"/>
            </a:pPr>
            <a:r>
              <a:t>show ip interface Vlan10 показывает примененные inbound и outbound ACL</a:t>
            </a:r>
          </a:p>
          <a:p>
            <a:pPr>
              <a:defRPr sz="3600"/>
            </a:pPr>
            <a:r>
              <a:t>clear access-list counters, clear access-list counters USERS_IN или clear ip access-list counters зависят от IOS</a:t>
            </a:r>
          </a:p>
          <a:p>
            <a:pPr>
              <a:defRPr sz="3600"/>
            </a:pPr>
            <a:r>
              <a:t>ping проверяет ICMP, но не доказывает работу HTTP или HTTPS</a:t>
            </a:r>
          </a:p>
          <a:p>
            <a:pPr>
              <a:defRPr sz="3600"/>
            </a:pPr>
            <a:r>
              <a:t>traceroute проверяет влияние ACL на Time Exceeded и UDP/ICMP-сценарий платформы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TCP-порта и HTTPS — разные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telnet 192.168.30.10 443 подтверждает только открытие TCP-соединения</a:t>
            </a:r>
          </a:p>
          <a:p>
            <a:pPr>
              <a:defRPr sz="3600"/>
            </a:pPr>
            <a:r>
              <a:t>Это не доказывает TLS handshake, сертификат или ответ HTTPS-приложения</a:t>
            </a:r>
          </a:p>
          <a:p>
            <a:pPr>
              <a:defRPr sz="3600"/>
            </a:pPr>
            <a:r>
              <a:t>Windows: Test-NetConnection 192.168.30.10 -Port 443 проверяет TCP-порт</a:t>
            </a:r>
          </a:p>
          <a:p>
            <a:pPr>
              <a:defRPr sz="3600"/>
            </a:pPr>
            <a:r>
              <a:t>Linux: nc -vz 192.168.30.10 443 проверяет TCP-порт</a:t>
            </a:r>
          </a:p>
          <a:p>
            <a:pPr>
              <a:defRPr sz="3600"/>
            </a:pPr>
            <a:r>
              <a:t>HTTPS проверяют браузером или curl -k https://192.168.30.10/</a:t>
            </a:r>
          </a:p>
          <a:p>
            <a:pPr>
              <a:defRPr sz="3600"/>
            </a:pPr>
            <a:r>
              <a:t>HTTP проверяют curl http://192.168.30.10/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extended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Source и destination указаны наоборот</a:t>
            </a:r>
          </a:p>
          <a:p>
            <a:pPr>
              <a:defRPr sz="3600"/>
            </a:pPr>
            <a:r>
              <a:t>Забыли permit для DNS, и web-доступ по имени перестал работать</a:t>
            </a:r>
          </a:p>
          <a:p>
            <a:pPr>
              <a:defRPr sz="3600"/>
            </a:pPr>
            <a:r>
              <a:t>ACL применена out вместо in или на неверном интерфейсе</a:t>
            </a:r>
          </a:p>
          <a:p>
            <a:pPr>
              <a:defRPr sz="3600"/>
            </a:pPr>
            <a:r>
              <a:t>В конце отсутствует нужный permit, и сработал implicit deny</a:t>
            </a:r>
          </a:p>
          <a:p>
            <a:pPr>
              <a:defRPr sz="3600"/>
            </a:pPr>
            <a:r>
              <a:t>established принят за полноценный stateful firewall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Инфографика: стратегия размещения extended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DE6197-F94C-15E0-EA27-B2465651E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Мини-сценарий политики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10 USERS может обращаться к WEB01 в DMZ по HTTP и HTTPS</a:t>
            </a:r>
          </a:p>
          <a:p>
            <a:pPr>
              <a:defRPr sz="3600"/>
            </a:pPr>
            <a:r>
              <a:t>VLAN 40 GUEST не может обращаться к внутренним серверам</a:t>
            </a:r>
          </a:p>
          <a:p>
            <a:pPr>
              <a:defRPr sz="3600"/>
            </a:pPr>
            <a:r>
              <a:t>Обе VLAN должны иметь доступ к DNS-серверу</a:t>
            </a:r>
          </a:p>
          <a:p>
            <a:pPr>
              <a:defRPr sz="3600"/>
            </a:pPr>
            <a:r>
              <a:t>ICMP echo из гостевой сети к DMZ запрещен, но диагностические сообщения не блокируются полностью</a:t>
            </a:r>
          </a:p>
          <a:p>
            <a:pPr>
              <a:defRPr sz="3600"/>
            </a:pPr>
            <a:r>
              <a:t>После настройки проверяют разрешенные и запрещенные сценарии отдельно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Таблица тестов показывает, что политика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USERS → WEB01 HTTP: разрешено</a:t>
            </a:r>
          </a:p>
          <a:p>
            <a:pPr>
              <a:defRPr sz="3600"/>
            </a:pPr>
            <a:r>
              <a:t>USERS → WEB01 HTTPS: разрешено</a:t>
            </a:r>
          </a:p>
          <a:p>
            <a:pPr>
              <a:defRPr sz="3600"/>
            </a:pPr>
            <a:r>
              <a:t>USERS → WEB01 SSH: запрещено</a:t>
            </a:r>
          </a:p>
          <a:p>
            <a:pPr>
              <a:defRPr sz="3600"/>
            </a:pPr>
            <a:r>
              <a:t>USERS → DNS01 UDP/TCP 53: разрешено</a:t>
            </a:r>
          </a:p>
          <a:p>
            <a:pPr>
              <a:defRPr sz="3600"/>
            </a:pPr>
            <a:r>
              <a:t>GUEST → WEB01 ICMP Echo: запрещено</a:t>
            </a:r>
          </a:p>
          <a:p>
            <a:pPr>
              <a:defRPr sz="3600"/>
            </a:pPr>
            <a:r>
              <a:t>GUEST → внутренние серверы IP: запрещено</a:t>
            </a:r>
          </a:p>
          <a:p>
            <a:pPr>
              <a:defRPr sz="3600"/>
            </a:pPr>
            <a:r>
              <a:t>Разрешенный и запрещенный тесты проверяют отдельно, затем сверяют matches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Порядок правил в extended ACL проектируют как политику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записывают точные разрешения к необходимым сервисам</a:t>
            </a:r>
          </a:p>
          <a:p>
            <a:pPr>
              <a:defRPr sz="3600"/>
            </a:pPr>
            <a:r>
              <a:t>Затем добавляют точные запреты к защищенным зонам</a:t>
            </a:r>
          </a:p>
          <a:p>
            <a:pPr>
              <a:defRPr sz="3600"/>
            </a:pPr>
            <a:r>
              <a:t>После этого решают, нужен ли финальный permit для остального трафика источника</a:t>
            </a:r>
          </a:p>
          <a:p>
            <a:pPr>
              <a:defRPr sz="3600"/>
            </a:pPr>
            <a:r>
              <a:t>permit ip any any фактически отключает implicit deny для всего оставшегося IPv4-трафика</a:t>
            </a:r>
          </a:p>
          <a:p>
            <a:pPr>
              <a:defRPr sz="3600"/>
            </a:pPr>
            <a:r>
              <a:t>Каждая строка должна соответствовать одному понятному требованию безопасности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ACL и return traffic требуют отдельной 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Обратное разрешающее правило требуется только в той ACL, через которую действительно проходит ответный пакет</a:t>
            </a:r>
          </a:p>
          <a:p>
            <a:pPr>
              <a:defRPr sz="3600"/>
            </a:pPr>
            <a:r>
              <a:t>Не нужно механически дублировать каждое правило в обратном направлении</a:t>
            </a:r>
          </a:p>
          <a:p>
            <a:pPr>
              <a:defRPr sz="3600"/>
            </a:pPr>
            <a:r>
              <a:t>Сначала определяют маршрут запроса и маршрут ответа</a:t>
            </a:r>
          </a:p>
          <a:p>
            <a:pPr>
              <a:defRPr sz="3600"/>
            </a:pPr>
            <a:r>
              <a:t>Затем определяют интерфейсы и направления ACL для каждой половины обмена</a:t>
            </a:r>
          </a:p>
          <a:p>
            <a:pPr>
              <a:defRPr sz="3600"/>
            </a:pPr>
            <a:r>
              <a:t>Для UDP нет established, поэтому ответы DNS или NTP должны быть учтены политикой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Асимметричная маршрутизация усложняет анализ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Асимметричная маршрутизация — запрос и ответ проходят через разные маршрутизаторы или интерфейсы</a:t>
            </a:r>
          </a:p>
          <a:p>
            <a:pPr>
              <a:defRPr sz="3600"/>
            </a:pPr>
            <a:r>
              <a:t>Конкретная ACL может видеть только одну половину обмена</a:t>
            </a:r>
          </a:p>
          <a:p>
            <a:pPr>
              <a:defRPr sz="3600"/>
            </a:pPr>
            <a:r>
              <a:t>Для stateless ACL это допустимо, если правила на обоих путях согласованы</a:t>
            </a:r>
          </a:p>
          <a:p>
            <a:pPr>
              <a:defRPr sz="3600"/>
            </a:pPr>
            <a:r>
              <a:t>Для stateful firewall асимметрия часто критичнее, потому что устройство может не увидеть начало соединения</a:t>
            </a:r>
          </a:p>
          <a:p>
            <a:pPr>
              <a:defRPr sz="3600"/>
            </a:pPr>
            <a:r>
              <a:t>При диагностике проверяют счетчики на обоих возможных путях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Extended ACL фильтрует по источнику, назначению, протоколу и L4-портам</a:t>
            </a:r>
          </a:p>
          <a:p>
            <a:pPr>
              <a:defRPr sz="3600"/>
            </a:pPr>
            <a:r>
              <a:t>ACL является stateless и проверяет пакет только в месте и направлении применения</a:t>
            </a:r>
          </a:p>
          <a:p>
            <a:pPr>
              <a:defRPr sz="3600"/>
            </a:pPr>
            <a:r>
              <a:t>Порядок строк, wildcard, source/destination и направление применения критичны для результата</a:t>
            </a:r>
          </a:p>
          <a:p>
            <a:pPr>
              <a:defRPr sz="3600"/>
            </a:pPr>
            <a:r>
              <a:t>established проверяет TCP ACK/RST, но не является stateful firewall</a:t>
            </a:r>
          </a:p>
          <a:p>
            <a:pPr>
              <a:defRPr sz="3600"/>
            </a:pPr>
            <a:r>
              <a:t>Расширенные ACL обычно размещают ближе к источнику трафика</a:t>
            </a:r>
          </a:p>
          <a:p>
            <a:pPr>
              <a:defRPr sz="3600"/>
            </a:pPr>
            <a:r>
              <a:t>Проверка должна включать реальные сервисы, а не только ping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Какие поля пакета может проверять extended ACL?</a:t>
            </a:r>
          </a:p>
          <a:p>
            <a:pPr>
              <a:defRPr sz="3600"/>
            </a:pPr>
            <a:r>
              <a:t>Почему source и destination нельзя менять местами?</a:t>
            </a:r>
          </a:p>
          <a:p>
            <a:pPr>
              <a:defRPr sz="3600"/>
            </a:pPr>
            <a:r>
              <a:t>Где в команде может стоять оператор порта и как это меняет смысл?</a:t>
            </a:r>
          </a:p>
          <a:p>
            <a:pPr>
              <a:defRPr sz="3600"/>
            </a:pPr>
            <a:r>
              <a:t>Почему обычная ACL является stateless и направленной?</a:t>
            </a:r>
          </a:p>
          <a:p>
            <a:pPr>
              <a:defRPr sz="3600"/>
            </a:pPr>
            <a:r>
              <a:t>Почему established не является stateful firewall?</a:t>
            </a:r>
          </a:p>
          <a:p>
            <a:pPr>
              <a:defRPr sz="3600"/>
            </a:pPr>
            <a:r>
              <a:t>Почему extended ACL обычно размещают ближе к источнику?</a:t>
            </a:r>
          </a:p>
          <a:p>
            <a:pPr>
              <a:defRPr sz="3600"/>
            </a:pPr>
            <a:r>
              <a:t>Что может сломаться, если забыть разрешить DNS TCP 53?</a:t>
            </a:r>
          </a:p>
          <a:p>
            <a:pPr>
              <a:defRPr sz="3600"/>
            </a:pPr>
            <a:r>
              <a:t>Почему ACL на SVI не фильтрует трафик внутри одной VLAN?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2283</Words>
  <Application>Microsoft Office PowerPoint</Application>
  <PresentationFormat>Широкоэкранный</PresentationFormat>
  <Paragraphs>235</Paragraphs>
  <Slides>41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2026-07-27T11:31:04Z</dcterms:modified>
  <cp:category/>
</cp:coreProperties>
</file>