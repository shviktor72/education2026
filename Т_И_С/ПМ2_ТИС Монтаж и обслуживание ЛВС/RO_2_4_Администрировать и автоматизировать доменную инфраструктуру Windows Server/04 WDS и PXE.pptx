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6. WDS и PXE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как клиент загружается по сети и получает установочный образ Windows</a:t>
            </a:r>
          </a:p>
          <a:p>
            <a:pPr>
              <a:defRPr sz="3600"/>
            </a:pPr>
            <a:r>
              <a:t>Различать роли DHCP, PXE Server, TFTP, WinPE, boot.wim и install.wim</a:t>
            </a:r>
          </a:p>
          <a:p>
            <a:pPr>
              <a:defRPr sz="3600"/>
            </a:pPr>
            <a:r>
              <a:t>Проверять готовность WDS-сервера, образов, драйверов, policy и изолированной сети</a:t>
            </a:r>
          </a:p>
          <a:p>
            <a:pPr>
              <a:defRPr sz="3600"/>
            </a:pPr>
            <a:r>
              <a:t>Определять этап отказа: DHCP, PXE offer, TFTP, WinPE, install image или domain join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WDS, prerequisites AD/DNS/DHCP/NTFS и архитектура PXE.</a:t>
            </a:r>
          </a:p>
          <a:p>
            <a:pPr>
              <a:defRPr sz="3600"/>
            </a:pPr>
            <a:r>
              <a:t>2. DHCP, TFTP и WinPE.</a:t>
            </a:r>
          </a:p>
          <a:p>
            <a:pPr>
              <a:defRPr sz="3600"/>
            </a:pPr>
            <a:r>
              <a:t>3. Boot/Install Images, `boot.wim`, `install.wim` и image groups.</a:t>
            </a:r>
          </a:p>
          <a:p>
            <a:pPr>
              <a:defRPr sz="3600"/>
            </a:pPr>
            <a:r>
              <a:t>4. Развёртывание клиента, prestaging и naming policy.</a:t>
            </a:r>
          </a:p>
          <a:p>
            <a:pPr>
              <a:defRPr sz="3600"/>
            </a:pPr>
            <a:r>
              <a:t>5. Drivers, answer files и multicast — обзорно.</a:t>
            </a:r>
          </a:p>
          <a:p>
            <a:pPr>
              <a:defRPr sz="3600"/>
            </a:pPr>
            <a:r>
              <a:t>6. Изолированная PXE-сеть и типовые ошибки.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 стенда: corp.test; PXE-сеть: 192.168.40.0/24</a:t>
            </a:r>
          </a:p>
          <a:p>
            <a:pPr>
              <a:defRPr sz="3600"/>
            </a:pPr>
            <a:r>
              <a:t>DC01 обслуживает AD DS и DNS, DHCP01 выдает адреса, WDS01 хранит D:\RemoteInstall</a:t>
            </a:r>
          </a:p>
          <a:p>
            <a:pPr>
              <a:defRPr sz="3600"/>
            </a:pPr>
            <a:r>
              <a:t>CL-NEW — пустая UEFI-виртуальная машина без установленной ОС</a:t>
            </a:r>
          </a:p>
          <a:p>
            <a:pPr>
              <a:defRPr sz="3600"/>
            </a:pPr>
            <a:r>
              <a:t>Итог: CL-NEW загружается по PXE, устанавливает Windows, получает имя и входит в домен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изолированная PXE-сеть WDS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3F0E23-0D31-1B81-5FCF-8854588FA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WDS изучается как базовая технология сетевой установки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 (Windows Deployment Services) — роль Windows Server для сетевой загрузки и развёртывания Windows</a:t>
            </a:r>
          </a:p>
          <a:p>
            <a:pPr>
              <a:defRPr sz="3600"/>
            </a:pPr>
            <a:r>
              <a:t>PXE (Preboot Execution Environment) — среда предзагрузки, позволяющая клиенту начать загрузку по сети</a:t>
            </a:r>
          </a:p>
          <a:p>
            <a:pPr>
              <a:defRPr sz="3600"/>
            </a:pPr>
            <a:r>
              <a:t>WDS полезен для изучения PXE, WinPE, WIM-образов и этапов автоматизированной установки</a:t>
            </a:r>
          </a:p>
          <a:p>
            <a:pPr>
              <a:defRPr sz="3600"/>
            </a:pPr>
            <a:r>
              <a:t>В современных production-средах дополнительно оценивают MDT, Configuration Manager, Autopilot и другие средства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Версии стенда нужно зафиксировать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Поддержка конкретных Windows images зависит от версии Windows Server, WDS и клиентского образа</a:t>
            </a:r>
          </a:p>
          <a:p>
            <a:pPr>
              <a:defRPr sz="3600"/>
            </a:pPr>
            <a:r>
              <a:t>В паспорте стенда фиксируют Windows Server version, Windows Client version, edition, build и architecture</a:t>
            </a:r>
          </a:p>
          <a:p>
            <a:pPr>
              <a:defRPr sz="3600"/>
            </a:pPr>
            <a:r>
              <a:t>Не следует использовать случайный ISO неизвестного происхождения</a:t>
            </a:r>
          </a:p>
          <a:p>
            <a:pPr>
              <a:defRPr sz="3600"/>
            </a:pPr>
            <a:r>
              <a:t>Для install image фиксируют source ISO, дату, hash, language, edition и выбранный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AD-integrated и standalone режимы WDS различаются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AD-integrated WDS использует Active Directory и удобен для prestaging известных клиентов</a:t>
            </a:r>
          </a:p>
          <a:p>
            <a:pPr>
              <a:defRPr sz="3600"/>
            </a:pPr>
            <a:r>
              <a:t>Standalone mode может работать без интеграции с AD, но даёт меньше доменных возможностей</a:t>
            </a:r>
          </a:p>
          <a:p>
            <a:pPr>
              <a:defRPr sz="3600"/>
            </a:pPr>
            <a:r>
              <a:t>Для этой лаборатории используется AD-integrated WDS в домене corp.test</a:t>
            </a:r>
          </a:p>
          <a:p>
            <a:pPr>
              <a:defRPr sz="3600"/>
            </a:pPr>
            <a:r>
              <a:t>DHCP и IP-связность обязательны для PXE независимо от режима WDS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Prerequisites объясняют, почему PXE не стартует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(Dynamic Host Configuration Protocol) выдаёт клиенту IP-параметры до загрузки ОС</a:t>
            </a:r>
          </a:p>
          <a:p>
            <a:pPr>
              <a:defRPr sz="3600"/>
            </a:pPr>
            <a:r>
              <a:t>DNS (Domain Name System) нужен доменному сценарию, установке имени и domain join</a:t>
            </a:r>
          </a:p>
          <a:p>
            <a:pPr>
              <a:defRPr sz="3600"/>
            </a:pPr>
            <a:r>
              <a:t>NTFS-том нужен для каталога RemoteInstall и хранения boot/install images</a:t>
            </a:r>
          </a:p>
          <a:p>
            <a:pPr>
              <a:defRPr sz="3600"/>
            </a:pPr>
            <a:r>
              <a:t>Сеть должна доставлять broadcast или relay-запросы клиента к DHCP и WDS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RemoteInstall должен быть на подготовленном NTFS-томе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RemoteInstall хранит boot files, boot images, install images и служебные данные WDS</a:t>
            </a:r>
          </a:p>
          <a:p>
            <a:pPr>
              <a:defRPr sz="3600"/>
            </a:pPr>
            <a:r>
              <a:t>Для стенда используется путь D:\RemoteInstall, а не системный диск C:</a:t>
            </a:r>
          </a:p>
          <a:p>
            <a:pPr>
              <a:defRPr sz="3600"/>
            </a:pPr>
            <a:r>
              <a:t>Перед добавлением images проверяют свободное место, NTFS permissions и backup-план</a:t>
            </a:r>
          </a:p>
          <a:p>
            <a:pPr>
              <a:defRPr sz="3600"/>
            </a:pPr>
            <a:r>
              <a:t>Обычным пользователям не дают прямой SMB-доступ к RemoteInstall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Установки роли WDS недостаточно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Install-WindowsFeature устанавливает роль, но сервер ещё не готов к PXE</a:t>
            </a:r>
          </a:p>
          <a:p>
            <a:pPr>
              <a:defRPr sz="3600"/>
            </a:pPr>
            <a:r>
              <a:t>Пример использования: Install-WindowsFeature WDS -IncludeManagementTools</a:t>
            </a:r>
          </a:p>
          <a:p>
            <a:pPr>
              <a:defRPr sz="3600"/>
            </a:pPr>
            <a:r>
              <a:t>После установки нужно инициализировать сервер, указать D:\RemoteInstall и настроить response policy</a:t>
            </a:r>
          </a:p>
          <a:p>
            <a:pPr>
              <a:defRPr sz="3600"/>
            </a:pPr>
            <a:r>
              <a:t>Ожидаемый результат после настройки: служба WDSServer запущена и сервер показывает конфигурацию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Инициализация WDS задаёт рабочий каталог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связывает WDS-сервер с каталогом RemoteInstall</a:t>
            </a:r>
          </a:p>
          <a:p>
            <a:pPr>
              <a:defRPr sz="3600"/>
            </a:pPr>
            <a:r>
              <a:t>Пример использования: wdsutil /Initialize-Server /RemInst:D:\RemoteInstall</a:t>
            </a:r>
          </a:p>
          <a:p>
            <a:pPr>
              <a:defRPr sz="3600"/>
            </a:pPr>
            <a:r>
              <a:t>Проверка службы: Get-Service WDSServer</a:t>
            </a:r>
          </a:p>
          <a:p>
            <a:pPr>
              <a:defRPr sz="3600"/>
            </a:pPr>
            <a:r>
              <a:t>Ожидаемый результат: WDSServer имеет Status Running после завершения базовой настройки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Конфигурация WDS проверяется после инициализации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wdsutil показывает режим сервера, каталог RemoteInstall и параметры response policy</a:t>
            </a:r>
          </a:p>
          <a:p>
            <a:pPr>
              <a:defRPr sz="3600"/>
            </a:pPr>
            <a:r>
              <a:t>Пример использования: wdsutil /Get-Server /Show:Config</a:t>
            </a:r>
          </a:p>
          <a:p>
            <a:pPr>
              <a:defRPr sz="3600"/>
            </a:pPr>
            <a:r>
              <a:t>Дополнительно проверяют images: wdsutil /Get-AllImages /Show:Config</a:t>
            </a:r>
          </a:p>
          <a:p>
            <a:pPr>
              <a:defRPr sz="3600"/>
            </a:pPr>
            <a:r>
              <a:t>В отчёте фиксируют, что boot image и install image действительно добавлены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Response Policy определяет, кому отвечает WDS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 может не отвечать клиентам, отвечать только known clients или отвечать всем</a:t>
            </a:r>
          </a:p>
          <a:p>
            <a:pPr>
              <a:defRPr sz="3600"/>
            </a:pPr>
            <a:r>
              <a:t>Для безопасной лаборатории предпочтительно отвечать только известным клиентам</a:t>
            </a:r>
          </a:p>
          <a:p>
            <a:pPr>
              <a:defRPr sz="3600"/>
            </a:pPr>
            <a:r>
              <a:t>Альтернатива: отвечать всем, но требовать administrative approval для неизвестных клиентов</a:t>
            </a:r>
          </a:p>
          <a:p>
            <a:pPr>
              <a:defRPr sz="3600"/>
            </a:pPr>
            <a:r>
              <a:t>Ответ всем клиентам в общей сети опасен, поэтому PXE-сегмент должен быть изолирован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PXE-обмен начинается с DHCP 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без ОС не знает свой IP-адрес и отправляет PXE/DHCP Discover</a:t>
            </a:r>
          </a:p>
          <a:p>
            <a:pPr>
              <a:defRPr sz="3600"/>
            </a:pPr>
            <a:r>
              <a:t>DHCP выдаёт IP, mask, gateway и DNS</a:t>
            </a:r>
          </a:p>
          <a:p>
            <a:pPr>
              <a:defRPr sz="3600"/>
            </a:pPr>
            <a:r>
              <a:t>WDS или PXE-служба сообщает boot server и boot program</a:t>
            </a:r>
          </a:p>
          <a:p>
            <a:pPr>
              <a:defRPr sz="3600"/>
            </a:pPr>
            <a:r>
              <a:t>Если клиент не получил IP, boot.wim и install.wim ещё не участвуют в проблеме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ProxyDHCP передаёт PXE-информацию без выдачи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ProxyDHCP — механизм, при котором PXE-сервер дополняет DHCP-ответ сведениями о загрузке</a:t>
            </a:r>
          </a:p>
          <a:p>
            <a:pPr>
              <a:defRPr sz="3600"/>
            </a:pPr>
            <a:r>
              <a:t>DHCP-сервер отвечает за адрес, а WDS сообщает boot server и boot program</a:t>
            </a:r>
          </a:p>
          <a:p>
            <a:pPr>
              <a:defRPr sz="3600"/>
            </a:pPr>
            <a:r>
              <a:t>Так DHCP и WDS могут находиться на разных серверах</a:t>
            </a:r>
          </a:p>
          <a:p>
            <a:pPr>
              <a:defRPr sz="3600"/>
            </a:pPr>
            <a:r>
              <a:t>Если ProxyDHCP не отвечает, клиент может получить IP, но не узнать, что загружать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последовательность PXE-загрузки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PXE/DHCP Discover; 2. DHCP Offer с IP-параметрами; 3. PXE Offer с boot information</a:t>
            </a:r>
          </a:p>
          <a:p>
            <a:pPr>
              <a:defRPr sz="3600"/>
            </a:pPr>
            <a:r>
              <a:t>4. Клиент получает boot program; 5. Через TFTP загружаются boot files</a:t>
            </a:r>
          </a:p>
          <a:p>
            <a:pPr>
              <a:defRPr sz="3600"/>
            </a:pPr>
            <a:r>
              <a:t>6. Загружается boot.wim; 7. Стартует WinPE; 8. WinPE подключается к WDS</a:t>
            </a:r>
          </a:p>
          <a:p>
            <a:pPr>
              <a:defRPr sz="3600"/>
            </a:pPr>
            <a:r>
              <a:t>9. Выбор install image; 10. Применение install.wim; 11. specialize/OOBE; 12. naming/domain join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последовательность PXE-обмена DHCP, WDS, TFTP и WinPE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C18CC9-9D7D-5B56-D865-D609826B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TFTP используется только на раннем этапе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TFTP (Trivial File Transfer Protocol) передаёт начальные boot files простым способом</a:t>
            </a:r>
          </a:p>
          <a:p>
            <a:pPr>
              <a:defRPr sz="3600"/>
            </a:pPr>
            <a:r>
              <a:t>TFTP не имеет полноценной аутентификации и не подходит для обычной передачи чувствительных файлов</a:t>
            </a:r>
          </a:p>
          <a:p>
            <a:pPr>
              <a:defRPr sz="3600"/>
            </a:pPr>
            <a:r>
              <a:t>После запуска WinPE дальнейшие этапы WDS используют более функциональные механизмы</a:t>
            </a:r>
          </a:p>
          <a:p>
            <a:pPr>
              <a:defRPr sz="3600"/>
            </a:pPr>
            <a:r>
              <a:t>TFTP timeout означает проблему ранней загрузки, firewall, ACL, MTU или доступности WDS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 и WDS на одном сервере требуют отдельной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DHCP и WDS работают на одном сервере, возможен конфликт UDP-порта 67</a:t>
            </a:r>
          </a:p>
          <a:p>
            <a:pPr>
              <a:defRPr sz="3600"/>
            </a:pPr>
            <a:r>
              <a:t>В таком сценарии WDS обычно настраивают не слушать DHCP port и используют Option 60 PXEClient</a:t>
            </a:r>
          </a:p>
          <a:p>
            <a:pPr>
              <a:defRPr sz="3600"/>
            </a:pPr>
            <a:r>
              <a:t>Если DHCP и WDS на разных серверах, Option 60 обычно не требуется</a:t>
            </a:r>
          </a:p>
          <a:p>
            <a:pPr>
              <a:defRPr sz="3600"/>
            </a:pPr>
            <a:r>
              <a:t>Точная процедура зависит от версии Windows Server и выбранного режима WDS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Options 66/67 не являются универсальным решением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Option 66 задаёт boot server, а Option 67 — boot filename</a:t>
            </a:r>
          </a:p>
          <a:p>
            <a:pPr>
              <a:defRPr sz="3600"/>
            </a:pPr>
            <a:r>
              <a:t>BIOS, UEFI, x86 и x64 могут требовать разные boot programs</a:t>
            </a:r>
          </a:p>
          <a:p>
            <a:pPr>
              <a:defRPr sz="3600"/>
            </a:pPr>
            <a:r>
              <a:t>Одна статическая Option 67 может отправить клиенту неверный загрузчик</a:t>
            </a:r>
          </a:p>
          <a:p>
            <a:pPr>
              <a:defRPr sz="3600"/>
            </a:pPr>
            <a:r>
              <a:t>В routed-сети чаще используют IP Helper к DHCP Server и WDS Server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Helper должен доставить запросы к нужным серверам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L3-устройстве нужно пересылать запросы в сторону DHCP01 и WDS01</a:t>
            </a:r>
          </a:p>
          <a:p>
            <a:pPr>
              <a:defRPr sz="3600"/>
            </a:pPr>
            <a:r>
              <a:t>Проверяют UDP 67/68, UDP 69, PXE-related ports, firewall, ACL и VLAN routing</a:t>
            </a:r>
          </a:p>
          <a:p>
            <a:pPr>
              <a:defRPr sz="3600"/>
            </a:pPr>
            <a:r>
              <a:t>Нельзя автоматически считать, что обычный DHCP relay полностью решает PXE</a:t>
            </a:r>
          </a:p>
          <a:p>
            <a:pPr>
              <a:defRPr sz="3600"/>
            </a:pPr>
            <a:r>
              <a:t>Точный набор relay/firewall требований зависит от оборудования и версии WDS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UEFI и BIOS используют разные категории 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Legacy BIOS x86, Legacy BIOS x64 и UEFI x64 могут требовать разные boot files</a:t>
            </a:r>
          </a:p>
          <a:p>
            <a:pPr>
              <a:defRPr sz="3600"/>
            </a:pPr>
            <a:r>
              <a:t>Hyper-V Generation 2 VM является UEFI-клиентом</a:t>
            </a:r>
          </a:p>
          <a:p>
            <a:pPr>
              <a:defRPr sz="3600"/>
            </a:pPr>
            <a:r>
              <a:t>CL-NEW нужно заранее определить как UEFI или BIOS-клиент</a:t>
            </a:r>
          </a:p>
          <a:p>
            <a:pPr>
              <a:defRPr sz="3600"/>
            </a:pPr>
            <a:r>
              <a:t>Wrong Architecture указывает на ошибку выбора boot program, а не на проблему install.wim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Secure Boot может остановить UEFI-загрузку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Secure Boot требует доверенного загрузчика и совместимого boot image</a:t>
            </a:r>
          </a:p>
          <a:p>
            <a:pPr>
              <a:defRPr sz="3600"/>
            </a:pPr>
            <a:r>
              <a:t>Если загрузка дошла до boot loader и падает на проверке подписи, DHCP уже отработал</a:t>
            </a:r>
          </a:p>
          <a:p>
            <a:pPr>
              <a:defRPr sz="3600"/>
            </a:pPr>
            <a:r>
              <a:t>Для Hyper-V Generation 2 нужно проверить Secure Boot template и совместимость образа</a:t>
            </a:r>
          </a:p>
          <a:p>
            <a:pPr>
              <a:defRPr sz="3600"/>
            </a:pPr>
            <a:r>
              <a:t>Отключение Secure Boot должно быть осознанным диагностическим действием, а не первым шагом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boot.wim запускает среду установки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boot.wim содержит WinPE (Windows Preinstallation Environment) — минимальную среду установки Windows</a:t>
            </a:r>
          </a:p>
          <a:p>
            <a:pPr>
              <a:defRPr sz="3600"/>
            </a:pPr>
            <a:r>
              <a:t>Boot image нужен, чтобы клиент загрузился, увидел сеть, диск и подключился к WDS</a:t>
            </a:r>
          </a:p>
          <a:p>
            <a:pPr>
              <a:defRPr sz="3600"/>
            </a:pPr>
            <a:r>
              <a:t>boot.wim может содержать несколько indexes, поэтому нужно проверять фактическое содержимое</a:t>
            </a:r>
          </a:p>
          <a:p>
            <a:pPr>
              <a:defRPr sz="3600"/>
            </a:pPr>
            <a:r>
              <a:t>Архитектура boot image должна соответствовать клиенту и сценарию загрузки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install.wim содержит устанавливаемые редакции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install.wim хранит одну или несколько редакций Windows Client</a:t>
            </a:r>
          </a:p>
          <a:p>
            <a:pPr>
              <a:defRPr sz="3600"/>
            </a:pPr>
            <a:r>
              <a:t>Index выбирают по фактическому выводу DISM, а не по памяти</a:t>
            </a:r>
          </a:p>
          <a:p>
            <a:pPr>
              <a:defRPr sz="3600"/>
            </a:pPr>
            <a:r>
              <a:t>Image name в WDS стоит делать понятным: например, Windows 11 Enterprise 23H2 x64</a:t>
            </a:r>
          </a:p>
          <a:p>
            <a:pPr>
              <a:defRPr sz="3600"/>
            </a:pPr>
            <a:r>
              <a:t>Если WinPE загрузился, но install image недоступен, проблема уже не в DHCP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WIM-индексы проверяются через DISM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DISM (Deployment Image Servicing and Management) показывает indexes внутри WIM</a:t>
            </a:r>
          </a:p>
          <a:p>
            <a:pPr>
              <a:defRPr sz="3600"/>
            </a:pPr>
            <a:r>
              <a:t>Пример использования: dism /Get-WimInfo /WimFile:D:\sources\boot.wim</a:t>
            </a:r>
          </a:p>
          <a:p>
            <a:pPr>
              <a:defRPr sz="3600"/>
            </a:pPr>
            <a:r>
              <a:t>Пример использования: dism /Get-WimInfo /WimFile:D:\sources\install.wim</a:t>
            </a:r>
          </a:p>
          <a:p>
            <a:pPr>
              <a:defRPr sz="3600"/>
            </a:pPr>
            <a:r>
              <a:t>Ожидаемый результат: видны index, name, description, architecture и edition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install.esd часто нужно экспортировать в install.wim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 обычно удобнее работает с install.wim, чем с install.esd</a:t>
            </a:r>
          </a:p>
          <a:p>
            <a:pPr>
              <a:defRPr sz="3600"/>
            </a:pPr>
            <a:r>
              <a:t>Сначала проверяют indexes: dism /Get-WimInfo /WimFile:D:\sources\install.esd</a:t>
            </a:r>
          </a:p>
          <a:p>
            <a:pPr>
              <a:defRPr sz="3600"/>
            </a:pPr>
            <a:r>
              <a:t>Экспорт: dism /Export-Image /SourceImageFile:D:\sources\install.esd /SourceIndex:6 /DestinationImageFile:E:\Images\install.wim /Compress:max /CheckIntegrity</a:t>
            </a:r>
          </a:p>
          <a:p>
            <a:pPr>
              <a:defRPr sz="3600"/>
            </a:pPr>
            <a:r>
              <a:t>SourceIndex нельзя придумывать: его берут из фактического вывода DISM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Boot Image добавляется отдельно от Install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Boot Image добавляет WinPE-загрузку в WDS</a:t>
            </a:r>
          </a:p>
          <a:p>
            <a:pPr>
              <a:defRPr sz="3600"/>
            </a:pPr>
            <a:r>
              <a:t>Пример использования: WDSUTIL /Add-Image /ImageFile:D:\sources\boot.wim /ImageType:Boot</a:t>
            </a:r>
          </a:p>
          <a:p>
            <a:pPr>
              <a:defRPr sz="3600"/>
            </a:pPr>
            <a:r>
              <a:t>Проверка: wdsutil /Get-AllImages /ImageType:Boot /Show:Config</a:t>
            </a:r>
          </a:p>
          <a:p>
            <a:pPr>
              <a:defRPr sz="3600"/>
            </a:pPr>
            <a:r>
              <a:t>Ожидаемый результат: boot image появился в списке и доступен для PXE-клиентов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Install Image помещается в Image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Image Group логически группирует install images и редакции Windows</a:t>
            </a:r>
          </a:p>
          <a:p>
            <a:pPr>
              <a:defRPr sz="3600"/>
            </a:pPr>
            <a:r>
              <a:t>Создание группы: wdsutil /Add-ImageGroup /ImageGroup:"Windows 11"</a:t>
            </a:r>
          </a:p>
          <a:p>
            <a:pPr>
              <a:defRPr sz="3600"/>
            </a:pPr>
            <a:r>
              <a:t>Добавление образа: wdsutil /Add-Image /ImageFile:E:\Images\install.wim /ImageType:Install /ImageGroup:"Windows 11"</a:t>
            </a:r>
          </a:p>
          <a:p>
            <a:pPr>
              <a:defRPr sz="3600"/>
            </a:pPr>
            <a:r>
              <a:t>Проверка: wdsutil /Get-AllImages /ImageType:Install /Show:Config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Image Group не является границей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Image Group помогает группировать редакции, управлять списком образов и назначать unattend</a:t>
            </a:r>
          </a:p>
          <a:p>
            <a:pPr>
              <a:defRPr sz="3600"/>
            </a:pPr>
            <a:r>
              <a:t>Она не заменяет NTFS permissions, client access policy и response policy</a:t>
            </a:r>
          </a:p>
          <a:p>
            <a:pPr>
              <a:defRPr sz="3600"/>
            </a:pPr>
            <a:r>
              <a:t>Она не решает naming, prestaging и контроль неизвестных клиентов</a:t>
            </a:r>
          </a:p>
          <a:p>
            <a:pPr>
              <a:defRPr sz="3600"/>
            </a:pPr>
            <a:r>
              <a:t>Студент должен отличать удобство администрирования от реального ограничения доступа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Паспорт deployment image предотвращает хаос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паспорте фиксируют Windows version, edition, build, language, architecture и source ISO</a:t>
            </a:r>
          </a:p>
          <a:p>
            <a:pPr>
              <a:defRPr sz="3600"/>
            </a:pPr>
            <a:r>
              <a:t>Также указывают image index, image group, дату обновления, driver set и answer file version</a:t>
            </a:r>
          </a:p>
          <a:p>
            <a:pPr>
              <a:defRPr sz="3600"/>
            </a:pPr>
            <a:r>
              <a:t>Для каждого image нужна отметка test status: проверен или не проверен на CL-NEW</a:t>
            </a:r>
          </a:p>
          <a:p>
            <a:pPr>
              <a:defRPr sz="3600"/>
            </a:pPr>
            <a:r>
              <a:t>Старый install.wim нельзя бесконечно использовать без обновления и повторной проверки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boot.wim, install.wim, image group и WIM 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12657C-7D22-25A6-51E8-B4E1AF84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Развёртывание клиента начинается до установки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CL-NEW сначала получает сетевые параметры, затем boot program, WinPE и install image</a:t>
            </a:r>
          </a:p>
          <a:p>
            <a:pPr>
              <a:defRPr sz="3600"/>
            </a:pPr>
            <a:r>
              <a:t>WDS response policy решает, обслуживать ли неизвестного клиента</a:t>
            </a:r>
          </a:p>
          <a:p>
            <a:pPr>
              <a:defRPr sz="3600"/>
            </a:pPr>
            <a:r>
              <a:t>Naming policy определяет, какое имя появится после установки Windows</a:t>
            </a:r>
          </a:p>
          <a:p>
            <a:pPr>
              <a:defRPr sz="3600"/>
            </a:pPr>
            <a:r>
              <a:t>Domain join является отдельным этапом после PXE и установки ОС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Prestaging связывает клиента с объектом 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Prestaging заранее создаёт computer object для известного устройства</a:t>
            </a:r>
          </a:p>
          <a:p>
            <a:pPr>
              <a:defRPr sz="3600"/>
            </a:pPr>
            <a:r>
              <a:t>WDS использует Client GUID/UUID, а не только MAC-адрес</a:t>
            </a:r>
          </a:p>
          <a:p>
            <a:pPr>
              <a:defRPr sz="3600"/>
            </a:pPr>
            <a:r>
              <a:t>MAC может применяться в определённых форматах или при отсутствии корректного UUID</a:t>
            </a:r>
          </a:p>
          <a:p>
            <a:pPr>
              <a:defRPr sz="3600"/>
            </a:pPr>
            <a:r>
              <a:t>Некорректный или одинаковый UUID приводит к ошибкам распознавания клиента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Prestaged client должен иметь 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известного клиента фиксируют device name, GUID, OU, WDS server и owner</a:t>
            </a:r>
          </a:p>
          <a:p>
            <a:pPr>
              <a:defRPr sz="3600"/>
            </a:pPr>
            <a:r>
              <a:t>Также полезно указать назначенный image, unattend policy и дату развёртывания</a:t>
            </a:r>
          </a:p>
          <a:p>
            <a:pPr>
              <a:defRPr sz="3600"/>
            </a:pPr>
            <a:r>
              <a:t>Prestaging снижает риск случайной установки не той редакции Windows</a:t>
            </a:r>
          </a:p>
          <a:p>
            <a:pPr>
              <a:defRPr sz="3600"/>
            </a:pPr>
            <a:r>
              <a:t>В виртуальной среде UUID клиента проверяют заранее в настройках ВМ или выводе PXE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Naming policy должна исключать дубли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Стандарт имени задаёт формат, допустимые символы, длину и источник номера</a:t>
            </a:r>
          </a:p>
          <a:p>
            <a:pPr>
              <a:defRPr sz="3600"/>
            </a:pPr>
            <a:r>
              <a:t>Пример стандарта: CL-ALM-001, CL-ALM-002, CL-ALM-003</a:t>
            </a:r>
          </a:p>
          <a:p>
            <a:pPr>
              <a:defRPr sz="3600"/>
            </a:pPr>
            <a:r>
              <a:t>Имя связывают с OU, inventory number и ответственным подразделением</a:t>
            </a:r>
          </a:p>
          <a:p>
            <a:pPr>
              <a:defRPr sz="3600"/>
            </a:pPr>
            <a:r>
              <a:t>Автоматическое имя не должно создавать дубли в AD и DNS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Успешный PXE не означает успешный domain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PXE succeeded означает только, что клиент дошёл до сетевой загрузки</a:t>
            </a:r>
          </a:p>
          <a:p>
            <a:pPr>
              <a:defRPr sz="3600"/>
            </a:pPr>
            <a:r>
              <a:t>Windows installation succeeded означает, что ОС установилась на диск</a:t>
            </a:r>
          </a:p>
          <a:p>
            <a:pPr>
              <a:defRPr sz="3600"/>
            </a:pPr>
            <a:r>
              <a:t>Domain join succeeded означает, что клиент нашёл домен и создал доверие</a:t>
            </a:r>
          </a:p>
          <a:p>
            <a:pPr>
              <a:defRPr sz="3600"/>
            </a:pPr>
            <a:r>
              <a:t>Каждый этап имеет отдельные зависимости и отдельные признаки ошибки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установки клиент должен использовать DNS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domain join клиент должен использовать DNS-сервер DC01, а не публичный DNS</a:t>
            </a:r>
          </a:p>
          <a:p>
            <a:pPr>
              <a:defRPr sz="3600"/>
            </a:pPr>
            <a:r>
              <a:t>Неверный DNS ломает SRV records, GPO и поиск контроллеров домена</a:t>
            </a:r>
          </a:p>
          <a:p>
            <a:pPr>
              <a:defRPr sz="3600"/>
            </a:pPr>
            <a:r>
              <a:t>Проверка на клиенте: ipconfig /all</a:t>
            </a:r>
          </a:p>
          <a:p>
            <a:pPr>
              <a:defRPr sz="3600"/>
            </a:pPr>
            <a:r>
              <a:t>Ожидаемый результат: DNS Servers указывают на внутренний DNS домена corp.test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domain join выполняется командами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hostname показывает фактическое имя компьютера после установки</a:t>
            </a:r>
          </a:p>
          <a:p>
            <a:pPr>
              <a:defRPr sz="3600"/>
            </a:pPr>
            <a:r>
              <a:t>Проверка домена: Get-CimInstance Win32_ComputerSystem | Select-Object Name,Domain,PartOfDomain</a:t>
            </a:r>
          </a:p>
          <a:p>
            <a:pPr>
              <a:defRPr sz="3600"/>
            </a:pPr>
            <a:r>
              <a:t>Проверка trust channel: Test-ComputerSecureChannel</a:t>
            </a:r>
          </a:p>
          <a:p>
            <a:pPr>
              <a:defRPr sz="3600"/>
            </a:pPr>
            <a:r>
              <a:t>Проверка GPO: gpresult /r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Drivers разделяются на Boot Image и Install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Boot Image Drivers нужны WinPE, чтобы увидеть network adapter и storage controller</a:t>
            </a:r>
          </a:p>
          <a:p>
            <a:pPr>
              <a:defRPr sz="3600"/>
            </a:pPr>
            <a:r>
              <a:t>Install Image Drivers нужны уже установленной Windows для полного оборудования</a:t>
            </a:r>
          </a:p>
          <a:p>
            <a:pPr>
              <a:defRPr sz="3600"/>
            </a:pPr>
            <a:r>
              <a:t>Если WinPE не видит сеть, добавление драйвера только в install image не поможет</a:t>
            </a:r>
          </a:p>
          <a:p>
            <a:pPr>
              <a:defRPr sz="3600"/>
            </a:pPr>
            <a:r>
              <a:t>Драйверы разделяют по vendor, model, architecture и version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Driver packages добавляются только по необходимости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Используют доверенные подписанные drivers из официального источника производителя</a:t>
            </a:r>
          </a:p>
          <a:p>
            <a:pPr>
              <a:defRPr sz="3600"/>
            </a:pPr>
            <a:r>
              <a:t>Не импортируют огромные универсальные пакеты без проверки</a:t>
            </a:r>
          </a:p>
          <a:p>
            <a:pPr>
              <a:defRPr sz="3600"/>
            </a:pPr>
            <a:r>
              <a:t>После изменения boot image выполняют тестовый PXE на CL-NEW</a:t>
            </a:r>
          </a:p>
          <a:p>
            <a:pPr>
              <a:defRPr sz="3600"/>
            </a:pPr>
            <a:r>
              <a:t>В паспорте image фиксируют driver set и driver version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Boot Image перед изменением нужно защитить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Повреждённый boot image может остановить установку всех клиентов</a:t>
            </a:r>
          </a:p>
          <a:p>
            <a:pPr>
              <a:defRPr sz="3600"/>
            </a:pPr>
            <a:r>
              <a:t>Перед добавлением drivers сохраняют рабочую копию boot image</a:t>
            </a:r>
          </a:p>
          <a:p>
            <a:pPr>
              <a:defRPr sz="3600"/>
            </a:pPr>
            <a:r>
              <a:t>Новый boot image сначала тестируют как отдельный вариант</a:t>
            </a:r>
          </a:p>
          <a:p>
            <a:pPr>
              <a:defRPr sz="3600"/>
            </a:pPr>
            <a:r>
              <a:t>Только после проверки его назначают основным для лабораторной установки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Answer files бывают двух уровней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 Client Unattend автоматизирует WinPE-этап: язык, вход в WDS, выбор image и разметку</a:t>
            </a:r>
          </a:p>
          <a:p>
            <a:pPr>
              <a:defRPr sz="3600"/>
            </a:pPr>
            <a:r>
              <a:t>Image Unattend автоматизирует установку Windows: edition, locale, computer name, domain join и OOBE</a:t>
            </a:r>
          </a:p>
          <a:p>
            <a:pPr>
              <a:defRPr sz="3600"/>
            </a:pPr>
            <a:r>
              <a:t>Answer file обычно создают через Windows System Image Manager из Windows ADK</a:t>
            </a:r>
          </a:p>
          <a:p>
            <a:pPr>
              <a:defRPr sz="3600"/>
            </a:pPr>
            <a:r>
              <a:t>Ошибочный unattend может остановить установку на интерактивном вопросе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Answer file нельзя хранить с открытыми секретами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Unattend XML может содержать domain credentials, local administrator password и product key</a:t>
            </a:r>
          </a:p>
          <a:p>
            <a:pPr>
              <a:defRPr sz="3600"/>
            </a:pPr>
            <a:r>
              <a:t>Файл не должен попадать в открытый Git или быть доступным обычным пользователям</a:t>
            </a:r>
          </a:p>
          <a:p>
            <a:pPr>
              <a:defRPr sz="3600"/>
            </a:pPr>
            <a:r>
              <a:t>Для domain join используют минимально привилегированную service account</a:t>
            </a:r>
          </a:p>
          <a:p>
            <a:pPr>
              <a:defRPr sz="3600"/>
            </a:pPr>
            <a:r>
              <a:t>NTFS permissions на answer files должны быть ограничены администраторами развёртывания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Multicast полезен только при массовой установке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Multicast снижает дублирование трафика при одновременной установке многих клиентов</a:t>
            </a:r>
          </a:p>
          <a:p>
            <a:pPr>
              <a:defRPr sz="3600"/>
            </a:pPr>
            <a:r>
              <a:t>Для одного-двух клиентов unicast проще и надёжнее</a:t>
            </a:r>
          </a:p>
          <a:p>
            <a:pPr>
              <a:defRPr sz="3600"/>
            </a:pPr>
            <a:r>
              <a:t>Сеть должна поддерживать multicast, IGMP snooping и querier могут влиять на работу</a:t>
            </a:r>
          </a:p>
          <a:p>
            <a:pPr>
              <a:defRPr sz="3600"/>
            </a:pPr>
            <a:r>
              <a:t>Медленный клиент способен замедлить группу, а troubleshooting multicast сложнее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Capture Image объясняет происхождение корпоративного образа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Reference VM готовят как эталонную Windows с обновлениями и базовыми настройками</a:t>
            </a:r>
          </a:p>
          <a:p>
            <a:pPr>
              <a:defRPr sz="3600"/>
            </a:pPr>
            <a:r>
              <a:t>Перед захватом выполняют sysprep /generalize /oobe /shutdown</a:t>
            </a:r>
          </a:p>
          <a:p>
            <a:pPr>
              <a:defRPr sz="3600"/>
            </a:pPr>
            <a:r>
              <a:t>Capture Image создаёт WIM из подготовленной эталонной системы</a:t>
            </a:r>
          </a:p>
          <a:p>
            <a:pPr>
              <a:defRPr sz="3600"/>
            </a:pPr>
            <a:r>
              <a:t>Нельзя массово разворачивать обычную копию domain-joined клиента без Sysprep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WDS не завершает жизненный цикл рабочего места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установки ОС нужны updates, applications, antivirus или EDR, GPO и certificates</a:t>
            </a:r>
          </a:p>
          <a:p>
            <a:pPr>
              <a:defRPr sz="3600"/>
            </a:pPr>
            <a:r>
              <a:t>Также нужны inventory, monitoring, licensing, support и user data migration</a:t>
            </a:r>
          </a:p>
          <a:p>
            <a:pPr>
              <a:defRPr sz="3600"/>
            </a:pPr>
            <a:r>
              <a:t>WDS решает в основном этап установки операционной системы</a:t>
            </a:r>
          </a:p>
          <a:p>
            <a:pPr>
              <a:defRPr sz="3600"/>
            </a:pPr>
            <a:r>
              <a:t>Управление после установки рассматривается отдельными средствами и политиками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PXE-сеть должна быть изолирована от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Учебный WDS не должен случайно отвечать рабочим устройствам колледжа</a:t>
            </a:r>
          </a:p>
          <a:p>
            <a:pPr>
              <a:defRPr sz="3600"/>
            </a:pPr>
            <a:r>
              <a:t>Для Hyper-V используют Private Switch или Internal Switch с отдельным DHCP</a:t>
            </a:r>
          </a:p>
          <a:p>
            <a:pPr>
              <a:defRPr sz="3600"/>
            </a:pPr>
            <a:r>
              <a:t>Для VirtualBox используют Internal Network, а не Bridge Adapter в production LAN</a:t>
            </a:r>
          </a:p>
          <a:p>
            <a:pPr>
              <a:defRPr sz="3600"/>
            </a:pPr>
            <a:r>
              <a:t>Исключают общий DHCP колледжа, случайный boot order рабочих машин и relay из чужих VLAN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Наличие WDS не заставляет клиент грузиться по сети само по себе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должен попытаться Network Boot через boot order или PXE boot key</a:t>
            </a:r>
          </a:p>
          <a:p>
            <a:pPr>
              <a:defRPr sz="3600"/>
            </a:pPr>
            <a:r>
              <a:t>Если локальная ОС загружается раньше, PXE-сценарий может вообще не начаться</a:t>
            </a:r>
          </a:p>
          <a:p>
            <a:pPr>
              <a:defRPr sz="3600"/>
            </a:pPr>
            <a:r>
              <a:t>Риск есть, когда WDS отвечает в общей сети и клиент действительно пытается PXE boot</a:t>
            </a:r>
          </a:p>
          <a:p>
            <a:pPr>
              <a:defRPr sz="3600"/>
            </a:pPr>
            <a:r>
              <a:t>Поэтому изоляция и response policy важнее, чем просто наличие роли WDS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PXE-ошибки читаются по этапу остановки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PXE-E51 No DHCP or proxyDHCP offers указывает на DHCP, relay, VLAN или WDS response</a:t>
            </a:r>
          </a:p>
          <a:p>
            <a:pPr>
              <a:defRPr sz="3600"/>
            </a:pPr>
            <a:r>
              <a:t>TFTP Timeout указывает на TFTP, ACL, MTU, firewall или недоступный WDS</a:t>
            </a:r>
          </a:p>
          <a:p>
            <a:pPr>
              <a:defRPr sz="3600"/>
            </a:pPr>
            <a:r>
              <a:t>Wrong Architecture указывает на boot program, UEFI или BIOS mismatch</a:t>
            </a:r>
          </a:p>
          <a:p>
            <a:pPr>
              <a:defRPr sz="3600"/>
            </a:pPr>
            <a:r>
              <a:t>Boot Image загружен, но нет NIC или disk — проверяют WinPE drivers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WinPE без install image — это уже другой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WinPE загрузился, DHCP, boot program и TFTP уже частично отработали</a:t>
            </a:r>
          </a:p>
          <a:p>
            <a:pPr>
              <a:defRPr sz="3600"/>
            </a:pPr>
            <a:r>
              <a:t>Отсутствие install image связано с image group, permissions, WDS configuration или архитектурой image</a:t>
            </a:r>
          </a:p>
          <a:p>
            <a:pPr>
              <a:defRPr sz="3600"/>
            </a:pPr>
            <a:r>
              <a:t>Domain Join Failed связан с DNS, time, credentials, OU, duplicate name или existing computer account</a:t>
            </a:r>
          </a:p>
          <a:p>
            <a:pPr>
              <a:defRPr sz="3600"/>
            </a:pPr>
            <a:r>
              <a:t>Duplicate Computer Name указывает на naming policy, prestaging, AD или DNS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WDS нужно смотреть на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Event Viewer содержит каналы Microsoft-Windows-Deployment-Services-*</a:t>
            </a:r>
          </a:p>
          <a:p>
            <a:pPr>
              <a:defRPr sz="3600"/>
            </a:pPr>
            <a:r>
              <a:t>Также проверяют DHCP Server Logs, WDS Server Logs, TFTP events и Windows Firewall logs</a:t>
            </a:r>
          </a:p>
          <a:p>
            <a:pPr>
              <a:defRPr sz="3600"/>
            </a:pPr>
            <a:r>
              <a:t>При проблемах domain join смотрят DNS logs, AD events и setup logs клиента</a:t>
            </a:r>
          </a:p>
          <a:p>
            <a:pPr>
              <a:defRPr sz="3600"/>
            </a:pPr>
            <a:r>
              <a:t>Названия каналов зависят от версии Windows Server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Службы и UDP-порты проверяются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Проверка WDS: Get-Service WDSServer</a:t>
            </a:r>
          </a:p>
          <a:p>
            <a:pPr>
              <a:defRPr sz="3600"/>
            </a:pPr>
            <a:r>
              <a:t>Если DHCP на том же сервере: Get-Service DHCPServer</a:t>
            </a:r>
          </a:p>
          <a:p>
            <a:pPr>
              <a:defRPr sz="3600"/>
            </a:pPr>
            <a:r>
              <a:t>Для анализа UDP-портов используют Get-NetUDPEndpoint или netstat -ano -p udp</a:t>
            </a:r>
          </a:p>
          <a:p>
            <a:pPr>
              <a:defRPr sz="3600"/>
            </a:pPr>
            <a:r>
              <a:t>Если DHCP находится на другом сервере, проверку DHCP выполняют именно там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Packet capture помогает увидеть реальный PXE-обмен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Wireshark или Packet Monitor полезны, когда клиентский экран показывает мало информации</a:t>
            </a:r>
          </a:p>
          <a:p>
            <a:pPr>
              <a:defRPr sz="3600"/>
            </a:pPr>
            <a:r>
              <a:t>Фильтр bootp показывает DHCP/PXE Discover, Offer, Request и Ack</a:t>
            </a:r>
          </a:p>
          <a:p>
            <a:pPr>
              <a:defRPr sz="3600"/>
            </a:pPr>
            <a:r>
              <a:t>Фильтр tftp показывает запросы boot files и ошибки передачи</a:t>
            </a:r>
          </a:p>
          <a:p>
            <a:pPr>
              <a:defRPr sz="3600"/>
            </a:pPr>
            <a:r>
              <a:t>В Hyper-V можно анализировать трафик на тестовом vSwitch или зеркалируемом интерфейсе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диагностика PXE по этапам остановки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E5E9F3-D400-533D-BDBD-4BB9F637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Контролируемые отказные тесты показывают границы этапов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Остановить DHCP: клиент не получает IP и не доходит до boot file</a:t>
            </a:r>
          </a:p>
          <a:p>
            <a:pPr>
              <a:defRPr sz="3600"/>
            </a:pPr>
            <a:r>
              <a:t>Остановить WDS: IP есть, но PXE-загрузка не продолжается</a:t>
            </a:r>
          </a:p>
          <a:p>
            <a:pPr>
              <a:defRPr sz="3600"/>
            </a:pPr>
            <a:r>
              <a:t>Отключить install image: WinPE работает, но образ установки недоступен</a:t>
            </a:r>
          </a:p>
          <a:p>
            <a:pPr>
              <a:defRPr sz="3600"/>
            </a:pPr>
            <a:r>
              <a:t>Назначить неверный DNS: установка ОС возможна, но domain join не проходит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RemoteInstall нужно резервировать и документировать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RemoteInstall сохраняет images, но не заменяет документацию конфигурации</a:t>
            </a:r>
          </a:p>
          <a:p>
            <a:pPr>
              <a:defRPr sz="3600"/>
            </a:pPr>
            <a:r>
              <a:t>В документации нужны WDS mode, image groups, indexes, driver groups и answer files</a:t>
            </a:r>
          </a:p>
          <a:p>
            <a:pPr>
              <a:defRPr sz="3600"/>
            </a:pPr>
            <a:r>
              <a:t>Также фиксируют response policy, DHCP/WDS layout, VLAN/relay, prestaged clients и naming policy</a:t>
            </a:r>
          </a:p>
          <a:p>
            <a:pPr>
              <a:defRPr sz="3600"/>
            </a:pPr>
            <a:r>
              <a:t>Без документации восстановленный каталог трудно правильно подключить к серверу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WDS: сервер и образы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Версии ОС зафиксированы, PXE-сеть изолирована, DHCP scope активен</a:t>
            </a:r>
          </a:p>
          <a:p>
            <a:pPr>
              <a:defRPr sz="3600"/>
            </a:pPr>
            <a:r>
              <a:t>WDS role installed, сервер инициализирован, RemoteInstall находится на NTFS-томе</a:t>
            </a:r>
          </a:p>
          <a:p>
            <a:pPr>
              <a:defRPr sz="3600"/>
            </a:pPr>
            <a:r>
              <a:t>WDSServer running, response policy соответствует заданию</a:t>
            </a:r>
          </a:p>
          <a:p>
            <a:pPr>
              <a:defRPr sz="3600"/>
            </a:pPr>
            <a:r>
              <a:t>Boot image и install image добавлены, image index соответствует выбранной редакции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WDS: клиент и установка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CL-NEW получает правильные DHCP-параметры и доходит до WinPE</a:t>
            </a:r>
          </a:p>
          <a:p>
            <a:pPr>
              <a:defRPr sz="3600"/>
            </a:pPr>
            <a:r>
              <a:t>WinPE видит network adapter, storage controller и install image</a:t>
            </a:r>
          </a:p>
          <a:p>
            <a:pPr>
              <a:defRPr sz="3600"/>
            </a:pPr>
            <a:r>
              <a:t>Windows установлена, hostname соответствует naming policy</a:t>
            </a:r>
          </a:p>
          <a:p>
            <a:pPr>
              <a:defRPr sz="3600"/>
            </a:pPr>
            <a:r>
              <a:t>Domain join успешен, computer object находится в нужной OU, GPO применяется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 показывает базовую механику сетевой установки: DHCP, PXE offer, TFTP, WinPE и WIM</a:t>
            </a:r>
          </a:p>
          <a:p>
            <a:pPr>
              <a:defRPr sz="3600"/>
            </a:pPr>
            <a:r>
              <a:t>boot.wim запускает среду установки, а install.wim содержит устанавливаемую редакцию Windows</a:t>
            </a:r>
          </a:p>
          <a:p>
            <a:pPr>
              <a:defRPr sz="3600"/>
            </a:pPr>
            <a:r>
              <a:t>UEFI/BIOS, Secure Boot, options 66/67, IP Helper и drivers помогают локализовать ошибки ранней загрузки</a:t>
            </a:r>
          </a:p>
          <a:p>
            <a:pPr>
              <a:defRPr sz="3600"/>
            </a:pPr>
            <a:r>
              <a:t>Полная приёмка включает не только WinPE, но и установленную ОС, domain join, OU, DNS и GPO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Какую задачу решает WDS в учебном стенде?</a:t>
            </a:r>
          </a:p>
          <a:p>
            <a:pPr>
              <a:defRPr sz="3600"/>
            </a:pPr>
            <a:r>
              <a:t>Какова последовательность PXE-загрузки клиента?</a:t>
            </a:r>
          </a:p>
          <a:p>
            <a:pPr>
              <a:defRPr sz="3600"/>
            </a:pPr>
            <a:r>
              <a:t>Чем DHCP отличается от WDS/PXE Server?</a:t>
            </a:r>
          </a:p>
          <a:p>
            <a:pPr>
              <a:defRPr sz="3600"/>
            </a:pPr>
            <a:r>
              <a:t>Для чего используется TFTP?</a:t>
            </a:r>
          </a:p>
          <a:p>
            <a:pPr>
              <a:defRPr sz="3600"/>
            </a:pPr>
            <a:r>
              <a:t>Чем boot.wim отличается от install.wim?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диагностика WDS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install.esd иногда преобразуют в install.wim?</a:t>
            </a:r>
          </a:p>
          <a:p>
            <a:pPr>
              <a:defRPr sz="3600"/>
            </a:pPr>
            <a:r>
              <a:t>Почему Options 66/67 могут ломать UEFI-загрузку?</a:t>
            </a:r>
          </a:p>
          <a:p>
            <a:pPr>
              <a:defRPr sz="3600"/>
            </a:pPr>
            <a:r>
              <a:t>Чем Boot Image Driver отличается от Install Image Driver?</a:t>
            </a:r>
          </a:p>
          <a:p>
            <a:pPr>
              <a:defRPr sz="3600"/>
            </a:pPr>
            <a:r>
              <a:t>Какие виды answer files используются в WDS?</a:t>
            </a:r>
          </a:p>
          <a:p>
            <a:pPr>
              <a:defRPr sz="3600"/>
            </a:pPr>
            <a:r>
              <a:t>Почему успешная загрузка WinPE не доказывает успешный domain join?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3208</Words>
  <Application>Microsoft Office PowerPoint</Application>
  <PresentationFormat>Широкоэкранный</PresentationFormat>
  <Paragraphs>299</Paragraphs>
  <Slides>63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2026-07-31T05:47:17Z</dcterms:modified>
  <cp:category/>
</cp:coreProperties>
</file>