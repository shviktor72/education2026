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11. Комплексная диагностика Windows-инфраструктуры: «Сломанный день»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Разделять symptom, impact, scope, hypothesis, root cause, fix и confirmation</a:t>
            </a:r>
          </a:p>
          <a:p>
            <a:pPr>
              <a:defRPr sz="3600"/>
            </a:pPr>
            <a:r>
              <a:t>Строить диагностику Windows-инфраструктуры по зависимостям, а не по догадкам</a:t>
            </a:r>
          </a:p>
          <a:p>
            <a:pPr>
              <a:defRPr sz="3600"/>
            </a:pPr>
            <a:r>
              <a:t>Проверять сеть, DNS, время, домен, GPO, DHCP, WSUS, Exchange, WDS и VPN по цепочкам</a:t>
            </a:r>
          </a:p>
          <a:p>
            <a:pPr>
              <a:defRPr sz="3600"/>
            </a:pPr>
            <a:r>
              <a:t>Исправлять минимально, безопасно и документировать incident report с residual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Системная диагностика, symptom/cause и сбор данных.</a:t>
            </a:r>
          </a:p>
          <a:p>
            <a:pPr>
              <a:defRPr sz="3600"/>
            </a:pPr>
            <a:r>
              <a:t>2. Server, IP, routing, DNS, time и domain authentication.</a:t>
            </a:r>
          </a:p>
          <a:p>
            <a:pPr>
              <a:defRPr sz="3600"/>
            </a:pPr>
            <a:r>
              <a:t>3. AD replication, DHCP, GPO и file permissions.</a:t>
            </a:r>
          </a:p>
          <a:p>
            <a:pPr>
              <a:defRPr sz="3600"/>
            </a:pPr>
            <a:r>
              <a:t>4. WDS/PXE, WSUS, Exchange queue, RRAS/VPN и Event Logs.</a:t>
            </a:r>
          </a:p>
          <a:p>
            <a:pPr>
              <a:defRPr sz="3600"/>
            </a:pPr>
            <a:r>
              <a:t>5. Безопасное исправление, проверка и incident documentation.</a:t>
            </a:r>
          </a:p>
          <a:p>
            <a:pPr>
              <a:defRPr sz="3600"/>
            </a:pPr>
            <a:r>
              <a:t>6. Недопустимые действия: бездумное отключение firewall, Everyone Full Control, удаление logs, массовые reboots и опасный restore DC snapshot.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Студент получает стенд с несколькими независимыми неисправностями</a:t>
            </a:r>
          </a:p>
          <a:p>
            <a:pPr>
              <a:defRPr sz="3600"/>
            </a:pPr>
            <a:r>
              <a:t>Для каждой проблемы нужно доказать symptom, hypothesis, checks, root cause, fix и result</a:t>
            </a:r>
          </a:p>
          <a:p>
            <a:pPr>
              <a:defRPr sz="3600"/>
            </a:pPr>
            <a:r>
              <a:t>Неисправности могут затрагивать DNS, DHCP, GPO, WSUS, WDS, Exchange, VPN, backup или права</a:t>
            </a:r>
          </a:p>
          <a:p>
            <a:pPr>
              <a:defRPr sz="3600"/>
            </a:pPr>
            <a:r>
              <a:t>Оценивается не только восстановление сервиса, но и качество диагностического процесса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«Сломанный день» начинается не с готового 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Symptom — наблюдаемое проявление проблемы: пользователь не открывает \\FS01\Public</a:t>
            </a:r>
          </a:p>
          <a:p>
            <a:pPr>
              <a:defRPr sz="3600"/>
            </a:pPr>
            <a:r>
              <a:t>Root cause — подтверждённая причина: неверный DNS, сломанный route, ошибка ACL или отказ службы</a:t>
            </a:r>
          </a:p>
          <a:p>
            <a:pPr>
              <a:defRPr sz="3600"/>
            </a:pPr>
            <a:r>
              <a:t>Recovery возвращает сервис в работу, а root cause analysis объясняет, почему сбой возник</a:t>
            </a:r>
          </a:p>
          <a:p>
            <a:pPr>
              <a:defRPr sz="3600"/>
            </a:pPr>
            <a:r>
              <a:t>Быстрое случайное исправление без доказанной причины не считается полноценной диагностикой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Symptom, impact и scope фиксируются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Symptom отвечает на вопрос: что именно не работает у пользователя</a:t>
            </a:r>
          </a:p>
          <a:p>
            <a:pPr>
              <a:defRPr sz="3600"/>
            </a:pPr>
            <a:r>
              <a:t>Impact отвечает на вопрос: какой бизнес-процесс или учебный сервис остановлен</a:t>
            </a:r>
          </a:p>
          <a:p>
            <a:pPr>
              <a:defRPr sz="3600"/>
            </a:pPr>
            <a:r>
              <a:t>Scope отвечает на вопрос: один пользователь, одна VLAN, один филиал или вся организация</a:t>
            </a:r>
          </a:p>
          <a:p>
            <a:pPr>
              <a:defRPr sz="3600"/>
            </a:pPr>
            <a:r>
              <a:t>Одинаковый symptom имеет разный приоритет, если затронут один студент или весь домен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Severity и priority помогают не чинить всё одинаково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Severity показывает техническую тяжесть и влияние отказа</a:t>
            </a:r>
          </a:p>
          <a:p>
            <a:pPr>
              <a:defRPr sz="3600"/>
            </a:pPr>
            <a:r>
              <a:t>Priority показывает очередность работы с учётом срочности и доступного workaround</a:t>
            </a:r>
          </a:p>
          <a:p>
            <a:pPr>
              <a:defRPr sz="3600"/>
            </a:pPr>
            <a:r>
              <a:t>Пример: Severity High, Priority P2, Service Domain Authentication, Affected users 20</a:t>
            </a:r>
          </a:p>
          <a:p>
            <a:pPr>
              <a:defRPr sz="3600"/>
            </a:pPr>
            <a:r>
              <a:t>Workaround фиксируется отдельно: cached login возможен, но сетевые ресурсы недоступны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Гипотеза должна быть проверяемой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Плохая гипотеза: «что-то с доменом»</a:t>
            </a:r>
          </a:p>
          <a:p>
            <a:pPr>
              <a:defRPr sz="3600"/>
            </a:pPr>
            <a:r>
              <a:t>Хорошая гипотеза: клиент использует внешний DNS и не находит SRV-записи домена</a:t>
            </a:r>
          </a:p>
          <a:p>
            <a:pPr>
              <a:defRPr sz="3600"/>
            </a:pPr>
            <a:r>
              <a:t>Формат: если гипотеза верна, команда X должна показать Y</a:t>
            </a:r>
          </a:p>
          <a:p>
            <a:pPr>
              <a:defRPr sz="3600"/>
            </a:pPr>
            <a:r>
              <a:t>Пример проверок: ipconfig /all, Resolve-DnsName -Type SRV _ldap._tcp.dc._msdcs.corp.test, nltest /dsgetdc:corp.test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Временная шкала связывает события и изменения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09:05 — пользователь сообщил о проблеме</a:t>
            </a:r>
          </a:p>
          <a:p>
            <a:pPr>
              <a:defRPr sz="3600"/>
            </a:pPr>
            <a:r>
              <a:t>09:08 — подтверждён symptom и scope</a:t>
            </a:r>
          </a:p>
          <a:p>
            <a:pPr>
              <a:defRPr sz="3600"/>
            </a:pPr>
            <a:r>
              <a:t>09:12 — найден неверный DNS-сервер</a:t>
            </a:r>
          </a:p>
          <a:p>
            <a:pPr>
              <a:defRPr sz="3600"/>
            </a:pPr>
            <a:r>
              <a:t>09:17 — выполнена повторная проверка пользовательского сценария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Incident card должна быть эксплуатационным документом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Обязательные поля: Incident ID, reporter, affected service, affected users, severity, priority</a:t>
            </a:r>
          </a:p>
          <a:p>
            <a:pPr>
              <a:defRPr sz="3600"/>
            </a:pPr>
            <a:r>
              <a:t>Диагностические поля: symptom, impact, scope, recent changes, hypotheses, checks и results</a:t>
            </a:r>
          </a:p>
          <a:p>
            <a:pPr>
              <a:defRPr sz="3600"/>
            </a:pPr>
            <a:r>
              <a:t>Исправление: confirmed root cause, fix, risk, rollback, validation и user confirmation</a:t>
            </a:r>
          </a:p>
          <a:p>
            <a:pPr>
              <a:defRPr sz="3600"/>
            </a:pPr>
            <a:r>
              <a:t>Закрытие: residual risk, preventive action, closed by и closure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Доказательства собираются до исправления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исправления часть исходных признаков исчезнет из системы</a:t>
            </a:r>
          </a:p>
          <a:p>
            <a:pPr>
              <a:defRPr sz="3600"/>
            </a:pPr>
            <a:r>
              <a:t>Сохраняются Event Logs, route table, DNS settings, service status, disk space и gpresult</a:t>
            </a:r>
          </a:p>
          <a:p>
            <a:pPr>
              <a:defRPr sz="3600"/>
            </a:pPr>
            <a:r>
              <a:t>Пример GPO: gpresult /h C:\Temp\before.html</a:t>
            </a:r>
          </a:p>
          <a:p>
            <a:pPr>
              <a:defRPr sz="3600"/>
            </a:pPr>
            <a:r>
              <a:t>Пример ACL: icacls D:\Shares\Finance /save C:\Temp\finance-acl.txt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цикл комплексной диагностики инцидента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F35E7A-5115-947F-F51B-8FDA13A6E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Базовая сеть проверяется раньше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Последовательность: link -&gt; IP -&gt; prefix -&gt; gateway -&gt; DNS -&gt; route -&gt; TCP port -&gt; application</a:t>
            </a:r>
          </a:p>
          <a:p>
            <a:pPr>
              <a:defRPr sz="3600"/>
            </a:pPr>
            <a:r>
              <a:t>Команда: Get-NetAdapter — проверяет состояние адаптера и линк</a:t>
            </a:r>
          </a:p>
          <a:p>
            <a:pPr>
              <a:defRPr sz="3600"/>
            </a:pPr>
            <a:r>
              <a:t>Команда: Get-NetIPConfiguration — показывает IP, gateway и DNS</a:t>
            </a:r>
          </a:p>
          <a:p>
            <a:pPr>
              <a:defRPr sz="3600"/>
            </a:pPr>
            <a:r>
              <a:t>Команда: Test-NetConnection FS01 -Port 445 — проверяет реальный TCP-сервис, а не только 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APIPA означает отсутствие DHCP-ответа, но не всю причину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APIPA — адрес 169.254.x.x, который Windows назначает при отсутствии IPv4-параметров от DHCP</a:t>
            </a:r>
          </a:p>
          <a:p>
            <a:pPr>
              <a:defRPr sz="3600"/>
            </a:pPr>
            <a:r>
              <a:t>Интерфейс при этом может быть физически активен</a:t>
            </a:r>
          </a:p>
          <a:p>
            <a:pPr>
              <a:defRPr sz="3600"/>
            </a:pPr>
            <a:r>
              <a:t>Причина может быть в VLAN, DHCP Relay, scope, service, firewall или исчерпанном пуле</a:t>
            </a:r>
          </a:p>
          <a:p>
            <a:pPr>
              <a:defRPr sz="3600"/>
            </a:pPr>
            <a:r>
              <a:t>Контролируемые команды: ipconfig /release, ipconfig /renew, Get-NetIPConfiguration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домена проверяется через SRV-записи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A-запись dc01.corp.test не доказывает, что клиент найдёт доменные службы</a:t>
            </a:r>
          </a:p>
          <a:p>
            <a:pPr>
              <a:defRPr sz="3600"/>
            </a:pPr>
            <a:r>
              <a:t>SRV-записи указывают, где находятся LDAP и Kerberos-сервисы домена</a:t>
            </a:r>
          </a:p>
          <a:p>
            <a:pPr>
              <a:defRPr sz="3600"/>
            </a:pPr>
            <a:r>
              <a:t>Пример: Resolve-DnsName -Type SRV _ldap._tcp.dc._msdcs.corp.test</a:t>
            </a:r>
          </a:p>
          <a:p>
            <a:pPr>
              <a:defRPr sz="3600"/>
            </a:pPr>
            <a:r>
              <a:t>Пример: nslookup -type=SRV _kerberos._tcp.corp.test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cache очищают только после фиксации причины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ipconfig /flushdns полезен после исправления DNS, но не заменяет диагностику</a:t>
            </a:r>
          </a:p>
          <a:p>
            <a:pPr>
              <a:defRPr sz="3600"/>
            </a:pPr>
            <a:r>
              <a:t>Сначала проверяется, какой DNS-сервер использует клиент</a:t>
            </a:r>
          </a:p>
          <a:p>
            <a:pPr>
              <a:defRPr sz="3600"/>
            </a:pPr>
            <a:r>
              <a:t>Затем проверяются SRV-записи, динамическая регистрация и старые статические записи</a:t>
            </a:r>
          </a:p>
          <a:p>
            <a:pPr>
              <a:defRPr sz="3600"/>
            </a:pPr>
            <a:r>
              <a:t>Если очистить cache слишком рано, можно потерять важный признак проблемы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Время проверяется по иерархии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w32tm /query /status — показывает состояние синхронизации времени</a:t>
            </a:r>
          </a:p>
          <a:p>
            <a:pPr>
              <a:defRPr sz="3600"/>
            </a:pPr>
            <a:r>
              <a:t>Команда: w32tm /query /source — показывает источник времени</a:t>
            </a:r>
          </a:p>
          <a:p>
            <a:pPr>
              <a:defRPr sz="3600"/>
            </a:pPr>
            <a:r>
              <a:t>Команда: w32tm /monitor — сравнивает время контроллеров домена</a:t>
            </a:r>
          </a:p>
          <a:p>
            <a:pPr>
              <a:defRPr sz="3600"/>
            </a:pPr>
            <a:r>
              <a:t>Domain members синхронизируются по доменной иерархии, а PDC Emulator корневого домена использует внешний источник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Kerberos чувствителен к времени, но порог зависит от политики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Kerberos-аутентификация может ломаться при заметном расхождении времени клиента и DC</a:t>
            </a:r>
          </a:p>
          <a:p>
            <a:pPr>
              <a:defRPr sz="3600"/>
            </a:pPr>
            <a:r>
              <a:t>Нельзя учить только одно универсальное число без проверки политики</a:t>
            </a:r>
          </a:p>
          <a:p>
            <a:pPr>
              <a:defRPr sz="3600"/>
            </a:pPr>
            <a:r>
              <a:t>Проверяются фактический offset, источник времени и применяемая политика домена</a:t>
            </a:r>
          </a:p>
          <a:p>
            <a:pPr>
              <a:defRPr sz="3600"/>
            </a:pPr>
            <a:r>
              <a:t>Для виртуальных DC учитывают влияние Hyper-V Time Synchronization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Secure Channel показывает доверие компьютера домену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Secure Channel — защищённая связь компьютера с доменом через машинную учётную запись</a:t>
            </a:r>
          </a:p>
          <a:p>
            <a:pPr>
              <a:defRPr sz="3600"/>
            </a:pPr>
            <a:r>
              <a:t>Команда: Test-ComputerSecureChannel -Verbose</a:t>
            </a:r>
          </a:p>
          <a:p>
            <a:pPr>
              <a:defRPr sz="3600"/>
            </a:pPr>
            <a:r>
              <a:t>Команда: nltest /sc_verify:corp.test</a:t>
            </a:r>
          </a:p>
          <a:p>
            <a:pPr>
              <a:defRPr sz="3600"/>
            </a:pPr>
            <a:r>
              <a:t>Пере-вводить ПК в домен без подтверждения причины нельзя: сначала фиксируют symptom и checks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Kerberos tickets показывают реальную аутентификацию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klist — показывает Kerberos tickets текущего пользователя</a:t>
            </a:r>
          </a:p>
          <a:p>
            <a:pPr>
              <a:defRPr sz="3600"/>
            </a:pPr>
            <a:r>
              <a:t>Проверяются TGT, service ticket, SPN и использованный DC/KDC</a:t>
            </a:r>
          </a:p>
          <a:p>
            <a:pPr>
              <a:defRPr sz="3600"/>
            </a:pPr>
            <a:r>
              <a:t>Команда klist purge допустима только после фиксации исходного состояния</a:t>
            </a:r>
          </a:p>
          <a:p>
            <a:pPr>
              <a:defRPr sz="3600"/>
            </a:pPr>
            <a:r>
              <a:t>Если вход выполнен cached credentials, новые tickets и группы могут не примениться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Cached credentials не равны полноценному доменному входу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может войти в ноутбук без доступного DC</a:t>
            </a:r>
          </a:p>
          <a:p>
            <a:pPr>
              <a:defRPr sz="3600"/>
            </a:pPr>
            <a:r>
              <a:t>Новые group membership, GPO и Kerberos tickets не будут получены</a:t>
            </a:r>
          </a:p>
          <a:p>
            <a:pPr>
              <a:defRPr sz="3600"/>
            </a:pPr>
            <a:r>
              <a:t>Сетевые ресурсы могут быть недоступны, хотя локальный вход успешен</a:t>
            </a:r>
          </a:p>
          <a:p>
            <a:pPr>
              <a:defRPr sz="3600"/>
            </a:pPr>
            <a:r>
              <a:t>Проверка должна включать доступ к доменному ресурсу, а не только экран входа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цепочка доменного входа и доступа к ресурсу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07CE9-55A9-0D03-3B51-489D1B31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AD replication проверяется до массовых изменений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repadmin /replsummary показывает общий статус репликации</a:t>
            </a:r>
          </a:p>
          <a:p>
            <a:pPr>
              <a:defRPr sz="3600"/>
            </a:pPr>
            <a:r>
              <a:t>repadmin /showrepl показывает source DC, destination DC, naming context и last failure</a:t>
            </a:r>
          </a:p>
          <a:p>
            <a:pPr>
              <a:defRPr sz="3600"/>
            </a:pPr>
            <a:r>
              <a:t>repadmin /queue показывает очередь репликации</a:t>
            </a:r>
          </a:p>
          <a:p>
            <a:pPr>
              <a:defRPr sz="3600"/>
            </a:pPr>
            <a:r>
              <a:t>dcdiag /test:dns проверяет DNS-зависимости контроллера домена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repadmin /syncall не является первым действием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Принудительная репликация может скрыть временные признаки и не устранить причину</a:t>
            </a:r>
          </a:p>
          <a:p>
            <a:pPr>
              <a:defRPr sz="3600"/>
            </a:pPr>
            <a:r>
              <a:t>Сначала проверяются DNS, firewall, доступность DC, база AD и топология</a:t>
            </a:r>
          </a:p>
          <a:p>
            <a:pPr>
              <a:defRPr sz="3600"/>
            </a:pPr>
            <a:r>
              <a:t>После исправления причины можно повторно проверить репликацию</a:t>
            </a:r>
          </a:p>
          <a:p>
            <a:pPr>
              <a:defRPr sz="3600"/>
            </a:pPr>
            <a:r>
              <a:t>При изменениях AD также проверяют SYSVOL, NETLOGON, время, FSMO roles, event logs и backup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DHCP-диагностика проверяет scope, leases и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Get-DhcpServerv4Scope — показывает DHCP scopes</a:t>
            </a:r>
          </a:p>
          <a:p>
            <a:pPr>
              <a:defRPr sz="3600"/>
            </a:pPr>
            <a:r>
              <a:t>Команда: Get-DhcpServerv4ScopeStatistics — показывает использование адресов</a:t>
            </a:r>
          </a:p>
          <a:p>
            <a:pPr>
              <a:defRPr sz="3600"/>
            </a:pPr>
            <a:r>
              <a:t>Команда: Get-DhcpServerv4Lease -ScopeId 192.168.10.0 — показывает leases</a:t>
            </a:r>
          </a:p>
          <a:p>
            <a:pPr>
              <a:defRPr sz="3600"/>
            </a:pPr>
            <a:r>
              <a:t>Также проверяются options, exclusions, reservations, relay/IP helper, VLAN, event logs и Get-DhcpServerInDC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Scope может быть активен, но исчерпан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Активный scope не гарантирует, что в нём остались свободные адреса</a:t>
            </a:r>
          </a:p>
          <a:p>
            <a:pPr>
              <a:defRPr sz="3600"/>
            </a:pPr>
            <a:r>
              <a:t>Если PercentageInUse близок к 100%, новые клиенты не получат lease</a:t>
            </a:r>
          </a:p>
          <a:p>
            <a:pPr>
              <a:defRPr sz="3600"/>
            </a:pPr>
            <a:r>
              <a:t>Адрес 169.254.x.x на клиенте может быть следствием исчерпания scope</a:t>
            </a:r>
          </a:p>
          <a:p>
            <a:pPr>
              <a:defRPr sz="3600"/>
            </a:pPr>
            <a:r>
              <a:t>После исправления клиент обновляет аренду через ipconfig /renew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и DNS проверяются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может получить правильный IP и gateway, но неверный DNS</a:t>
            </a:r>
          </a:p>
          <a:p>
            <a:pPr>
              <a:defRPr sz="3600"/>
            </a:pPr>
            <a:r>
              <a:t>Интернет может работать, а домен, GPO и ресурсы по имени — нет</a:t>
            </a:r>
          </a:p>
          <a:p>
            <a:pPr>
              <a:defRPr sz="3600"/>
            </a:pPr>
            <a:r>
              <a:t>ipconfig /all показывает сетевые параметры одним снимком</a:t>
            </a:r>
          </a:p>
          <a:p>
            <a:pPr>
              <a:defRPr sz="3600"/>
            </a:pPr>
            <a:r>
              <a:t>Для домена DNS должен указывать на доменный DNS, а не случайный внешний resolver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GPO проверяется по LSDOU и фильтрам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LSDOU — порядок обработки Local -&gt; Site -&gt; Domain -&gt; OU</a:t>
            </a:r>
          </a:p>
          <a:p>
            <a:pPr>
              <a:defRPr sz="3600"/>
            </a:pPr>
            <a:r>
              <a:t>Во вложенных OU политика обрабатывается от родительской к дочерней</a:t>
            </a:r>
          </a:p>
          <a:p>
            <a:pPr>
              <a:defRPr sz="3600"/>
            </a:pPr>
            <a:r>
              <a:t>Проверяются OU объекта, link, GPO status, security filtering, delegation и WMI filter</a:t>
            </a:r>
          </a:p>
          <a:p>
            <a:pPr>
              <a:defRPr sz="3600"/>
            </a:pPr>
            <a:r>
              <a:t>Block Inheritance, Enforced и Loopback могут изменить ожидаемый Resultant Set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gpupdate не исправляет неправильную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gpupdate применяет политики, но не чинит неверный link, scope или security filtering</a:t>
            </a:r>
          </a:p>
          <a:p>
            <a:pPr>
              <a:defRPr sz="3600"/>
            </a:pPr>
            <a:r>
              <a:t>Команда: gpresult /h C:\Temp\gpresult.html</a:t>
            </a:r>
          </a:p>
          <a:p>
            <a:pPr>
              <a:defRPr sz="3600"/>
            </a:pPr>
            <a:r>
              <a:t>Команда: gpresult /r</a:t>
            </a:r>
          </a:p>
          <a:p>
            <a:pPr>
              <a:defRPr sz="3600"/>
            </a:pPr>
            <a:r>
              <a:t>Журнал: Microsoft -&gt; Windows -&gt; GroupPolicy -&gt; Operational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File permissions проверяются по effective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 SMB-доступе итог определяется пересечением share permissions и NTFS permissions</a:t>
            </a:r>
          </a:p>
          <a:p>
            <a:pPr>
              <a:defRPr sz="3600"/>
            </a:pPr>
            <a:r>
              <a:t>Внутри NTFS учитываются allow, deny, группы, наследование, владелец и фактический токен пользователя</a:t>
            </a:r>
          </a:p>
          <a:p>
            <a:pPr>
              <a:defRPr sz="3600"/>
            </a:pPr>
            <a:r>
              <a:t>Команда: whoami /groups — показывает группы пользователя</a:t>
            </a:r>
          </a:p>
          <a:p>
            <a:pPr>
              <a:defRPr sz="3600"/>
            </a:pPr>
            <a:r>
              <a:t>Команда: icacls D:\Shares\Finance — показывает ACL папки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Everyone Full Control запрещён как способ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Нельзя расширять ACL без сохранения исходного состояния</a:t>
            </a:r>
          </a:p>
          <a:p>
            <a:pPr>
              <a:defRPr sz="3600"/>
            </a:pPr>
            <a:r>
              <a:t>Нельзя рекурсивно менять права на весь файловый сервер ради проверки</a:t>
            </a:r>
          </a:p>
          <a:p>
            <a:pPr>
              <a:defRPr sz="3600"/>
            </a:pPr>
            <a:r>
              <a:t>Нельзя тестировать пользовательскую проблему под Domain Admin</a:t>
            </a:r>
          </a:p>
          <a:p>
            <a:pPr>
              <a:defRPr sz="3600"/>
            </a:pPr>
            <a:r>
              <a:t>Опасные обходы создают утечку данных и скрывают реальную причину отказа доступа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WDS/PXE диагностируется по этапу остановки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Нет IP: DHCP, VLAN или relay</a:t>
            </a:r>
          </a:p>
          <a:p>
            <a:pPr>
              <a:defRPr sz="3600"/>
            </a:pPr>
            <a:r>
              <a:t>Есть IP, нет загрузчика: WDS, TFTP или boot program</a:t>
            </a:r>
          </a:p>
          <a:p>
            <a:pPr>
              <a:defRPr sz="3600"/>
            </a:pPr>
            <a:r>
              <a:t>WinPE без сети: отсутствует boot driver</a:t>
            </a:r>
          </a:p>
          <a:p>
            <a:pPr>
              <a:defRPr sz="3600"/>
            </a:pPr>
            <a:r>
              <a:t>Domain join failed: DNS, time, credentials или OU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WSUS имеет отдельную серверную и клиентскую цепочку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Server chain: synchronization -&gt; metadata -&gt; approval -&gt; content download</a:t>
            </a:r>
          </a:p>
          <a:p>
            <a:pPr>
              <a:defRPr sz="3600"/>
            </a:pPr>
            <a:r>
              <a:t>Client chain: GPO -&gt; URL/Target Group -&gt; scan -&gt; last contact -&gt; needed -&gt; download -&gt; installation -&gt; status report</a:t>
            </a:r>
          </a:p>
          <a:p>
            <a:pPr>
              <a:defRPr sz="3600"/>
            </a:pPr>
            <a:r>
              <a:t>Неудачная synchronization WSUS и отсутствие клиента в консоли — разные ветви диагностики</a:t>
            </a:r>
          </a:p>
          <a:p>
            <a:pPr>
              <a:defRPr sz="3600"/>
            </a:pPr>
            <a:r>
              <a:t>Проверяются WsusService, IIS, application pool, SUSDB, content disk и порт 8530/8531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WSUS-клиент проверяется не только в консоли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gpresult /h C:\Temp\wsus.html — подтверждает GPO</a:t>
            </a:r>
          </a:p>
          <a:p>
            <a:pPr>
              <a:defRPr sz="3600"/>
            </a:pPr>
            <a:r>
              <a:t>Команда: Get-ItemProperty HKLM:\Software\Policies\Microsoft\Windows\WindowsUpdate — показывает URL WSUS</a:t>
            </a:r>
          </a:p>
          <a:p>
            <a:pPr>
              <a:defRPr sz="3600"/>
            </a:pPr>
            <a:r>
              <a:t>Last Contact и Last Status Report читаются отдельно</a:t>
            </a:r>
          </a:p>
          <a:p>
            <a:pPr>
              <a:defRPr sz="3600"/>
            </a:pPr>
            <a:r>
              <a:t>Клиентские события ищут в Microsoft-Windows-WindowsUpdateClient/Operational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Exchange mail flow проверяется как цепочка доставки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Sender client -&gt; receive connector -&gt; transport -&gt; categorizer -&gt; queue -&gt; mailbox transport -&gt; database -&gt; recipient client</a:t>
            </a:r>
          </a:p>
          <a:p>
            <a:pPr>
              <a:defRPr sz="3600"/>
            </a:pPr>
            <a:r>
              <a:t>Команда: Get-Queue | Format-List Identity,Status,MessageCount,NextHopDomain,LastError</a:t>
            </a:r>
          </a:p>
          <a:p>
            <a:pPr>
              <a:defRPr sz="3600"/>
            </a:pPr>
            <a:r>
              <a:t>Команда: Get-MessageTrackingLog помогает понять, где письмо уже было обработано</a:t>
            </a:r>
          </a:p>
          <a:p>
            <a:pPr>
              <a:defRPr sz="3600"/>
            </a:pPr>
            <a:r>
              <a:t>Команда: Get-MailboxDatabase -Status показывает mounted state базы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Exchange queue нельзя очищать до анализа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Рост очереди может быть следствием DNS, connector, transport service, внешней зависимости или заполненного диска</a:t>
            </a:r>
          </a:p>
          <a:p>
            <a:pPr>
              <a:defRPr sz="3600"/>
            </a:pPr>
            <a:r>
              <a:t>Команда: Get-Message -Queue &lt;QueueIdentity&gt; показывает сообщения в конкретной очереди</a:t>
            </a:r>
          </a:p>
          <a:p>
            <a:pPr>
              <a:defRPr sz="3600"/>
            </a:pPr>
            <a:r>
              <a:t>Если message tracking показывает DELIVER, проблема может быть уже на стороне клиента</a:t>
            </a:r>
          </a:p>
          <a:p>
            <a:pPr>
              <a:defRPr sz="3600"/>
            </a:pPr>
            <a:r>
              <a:t>Удаление сообщений из queue без понимания причины может привести к потере данных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Заполненный диск Exchange связывает почту, backup и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Заполненный том transaction logs может привести к dismount базы или остановке mail flow</a:t>
            </a:r>
          </a:p>
          <a:p>
            <a:pPr>
              <a:defRPr sz="3600"/>
            </a:pPr>
            <a:r>
              <a:t>Backup может не выполнять log truncation, и очередь начинает расти</a:t>
            </a:r>
          </a:p>
          <a:p>
            <a:pPr>
              <a:defRPr sz="3600"/>
            </a:pPr>
            <a:r>
              <a:t>Службы Exchange могут быть running, но пользовательский сервис уже деградирует</a:t>
            </a:r>
          </a:p>
          <a:p>
            <a:pPr>
              <a:defRPr sz="3600"/>
            </a:pPr>
            <a:r>
              <a:t>Моделировать такой отказ можно только на специально подготовленном тестовом томе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RRAS/VPN диагностируется от туннеля к ресурсу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Цепочка: DNS -&gt; port/protocol -&gt; certificate -&gt; authentication -&gt; authorization/NPS -&gt; address pool -&gt; route -&gt; firewall -&gt; resource</a:t>
            </a:r>
          </a:p>
          <a:p>
            <a:pPr>
              <a:defRPr sz="3600"/>
            </a:pPr>
            <a:r>
              <a:t>Успешная аутентификация не доказывает сетевую доступность</a:t>
            </a:r>
          </a:p>
          <a:p>
            <a:pPr>
              <a:defRPr sz="3600"/>
            </a:pPr>
            <a:r>
              <a:t>VPN может быть connected, но без маршрута к LAN</a:t>
            </a:r>
          </a:p>
          <a:p>
            <a:pPr>
              <a:defRPr sz="3600"/>
            </a:pPr>
            <a:r>
              <a:t>Test-NetConnection FS01 -Port 445 проверяет прикладной доступ лучше, чем один ping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требует обратного маршрута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Пакет от VPN-клиента может дойти до внутреннего сервера</a:t>
            </a:r>
          </a:p>
          <a:p>
            <a:pPr>
              <a:defRPr sz="3600"/>
            </a:pPr>
            <a:r>
              <a:t>Сервер или его gateway должен знать путь обратно к VPN pool</a:t>
            </a:r>
          </a:p>
          <a:p>
            <a:pPr>
              <a:defRPr sz="3600"/>
            </a:pPr>
            <a:r>
              <a:t>Проверяется route print на клиенте, RRAS, внутреннем маршрутизаторе и при необходимости на сервере</a:t>
            </a:r>
          </a:p>
          <a:p>
            <a:pPr>
              <a:defRPr sz="3600"/>
            </a:pPr>
            <a:r>
              <a:t>Для Site-to-Site маршруты проверяются симметрично с обеих сторон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RRAS/NPS помогают разделить тип отказа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Network Policy and Access Services показывает события RRAS и NPS</a:t>
            </a:r>
          </a:p>
          <a:p>
            <a:pPr>
              <a:defRPr sz="3600"/>
            </a:pPr>
            <a:r>
              <a:t>RasClient/Operational полезен на клиенте</a:t>
            </a:r>
          </a:p>
          <a:p>
            <a:pPr>
              <a:defRPr sz="3600"/>
            </a:pPr>
            <a:r>
              <a:t>Schannel и CAPI2 помогают при ошибках сертификатов</a:t>
            </a:r>
          </a:p>
          <a:p>
            <a:pPr>
              <a:defRPr sz="3600"/>
            </a:pPr>
            <a:r>
              <a:t>IKEEXT и IPsec operational logs помогают при IKE/IPsec-ошибках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цепочки диагностики WDS, WSUS, Exchange и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597019-18BC-974E-EF68-D54515625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Safe fix меняет только подтверждённый объект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Исправление должно иметь понятную цель и связь с доказанной причиной</a:t>
            </a:r>
          </a:p>
          <a:p>
            <a:pPr>
              <a:defRPr sz="3600"/>
            </a:pPr>
            <a:r>
              <a:t>Формат: planned change, expected result, risk, rollback, validation</a:t>
            </a:r>
          </a:p>
          <a:p>
            <a:pPr>
              <a:defRPr sz="3600"/>
            </a:pPr>
            <a:r>
              <a:t>Перед изменением фиксируется before state</a:t>
            </a:r>
          </a:p>
          <a:p>
            <a:pPr>
              <a:defRPr sz="3600"/>
            </a:pPr>
            <a:r>
              <a:t>После изменения повторяется исходный пользовательский сценарий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Риск исправления зависит от затронутого объекта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Низкий риск: исправить DNS клиента</a:t>
            </a:r>
          </a:p>
          <a:p>
            <a:pPr>
              <a:defRPr sz="3600"/>
            </a:pPr>
            <a:r>
              <a:t>Средний риск: изменить GPO link</a:t>
            </a:r>
          </a:p>
          <a:p>
            <a:pPr>
              <a:defRPr sz="3600"/>
            </a:pPr>
            <a:r>
              <a:t>Высокий риск: изменить firewall на сервере</a:t>
            </a:r>
          </a:p>
          <a:p>
            <a:pPr>
              <a:defRPr sz="3600"/>
            </a:pPr>
            <a:r>
              <a:t>Критический риск: restore DC, изменение схемы AD или массовая правка ACL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Для высокого риска нужен rollback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действием определяют backup, окно обслуживания и способ отката</a:t>
            </a:r>
          </a:p>
          <a:p>
            <a:pPr>
              <a:defRPr sz="3600"/>
            </a:pPr>
            <a:r>
              <a:t>Фиксируют, какие сервисы будут затронуты и кто подтверждает изменение</a:t>
            </a:r>
          </a:p>
          <a:p>
            <a:pPr>
              <a:defRPr sz="3600"/>
            </a:pPr>
            <a:r>
              <a:t>Для GPO сохраняют before gpresult, для ACL сохраняют icacls /save</a:t>
            </a:r>
          </a:p>
          <a:p>
            <a:pPr>
              <a:defRPr sz="3600"/>
            </a:pPr>
            <a:r>
              <a:t>Для routes, firewall и services сохраняют текущую конфигурацию командами просмотра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Случайно исчезнувший symptom не доказывает 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сервис восстановлен, но причина не доказана, нельзя писать root cause confirmed</a:t>
            </a:r>
          </a:p>
          <a:p>
            <a:pPr>
              <a:defRPr sz="3600"/>
            </a:pPr>
            <a:r>
              <a:t>Корректный статус: Service restored, root cause not fully confirmed, residual risk remains</a:t>
            </a:r>
          </a:p>
          <a:p>
            <a:pPr>
              <a:defRPr sz="3600"/>
            </a:pPr>
            <a:r>
              <a:t>Residual risk описывает, что может повториться и что ещё нужно проверить</a:t>
            </a:r>
          </a:p>
          <a:p>
            <a:pPr>
              <a:defRPr sz="3600"/>
            </a:pPr>
            <a:r>
              <a:t>Такой статус честнее, чем красивый, но ложный отчёт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 останавливайтесь на первой найденной ошибке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Найденная ошибка может быть старой, вторичной или не связанной с symptom</a:t>
            </a:r>
          </a:p>
          <a:p>
            <a:pPr>
              <a:defRPr sz="3600"/>
            </a:pPr>
            <a:r>
              <a:t>Возможны две причины одновременно: неверный DNS и неправильная NTFS-группа</a:t>
            </a:r>
          </a:p>
          <a:p>
            <a:pPr>
              <a:defRPr sz="3600"/>
            </a:pPr>
            <a:r>
              <a:t>После каждого fix повторяется полный исходный пользовательский сценарий</a:t>
            </a:r>
          </a:p>
          <a:p>
            <a:pPr>
              <a:defRPr sz="3600"/>
            </a:pPr>
            <a:r>
              <a:t>Причина подтверждена только если fix меняет состояние и другие критичные проверки проходят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Техническая проверка не заменяет пользовательский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dcdiag без ошибок -&gt; пользователь входит в домен</a:t>
            </a:r>
          </a:p>
          <a:p>
            <a:pPr>
              <a:defRPr sz="3600"/>
            </a:pPr>
            <a:r>
              <a:t>GPO linked -&gt; gpresult показывает применение и настройка реально работает</a:t>
            </a:r>
          </a:p>
          <a:p>
            <a:pPr>
              <a:defRPr sz="3600"/>
            </a:pPr>
            <a:r>
              <a:t>Exchange queue пустая -&gt; тестовое письмо доставлено получателю</a:t>
            </a:r>
          </a:p>
          <a:p>
            <a:pPr>
              <a:defRPr sz="3600"/>
            </a:pPr>
            <a:r>
              <a:t>VPN connected -&gt; разрешённый внутренний ресурс доступен, запрещённый недоступен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Preventive action закрывает инцидент профессионально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исправления нужно предложить действие, которое снижает повторение сбоя</a:t>
            </a:r>
          </a:p>
          <a:p>
            <a:pPr>
              <a:defRPr sz="3600"/>
            </a:pPr>
            <a:r>
              <a:t>Примеры: добавить monitoring, disk alert, второй DC или документировать firewall rule</a:t>
            </a:r>
          </a:p>
          <a:p>
            <a:pPr>
              <a:defRPr sz="3600"/>
            </a:pPr>
            <a:r>
              <a:t>Также возможны изменение GPO design, расширение DHCP scope или план продления сертификата</a:t>
            </a:r>
          </a:p>
          <a:p>
            <a:pPr>
              <a:defRPr sz="3600"/>
            </a:pPr>
            <a:r>
              <a:t>Incident report без preventive action заканчивается устранением симптома, а не улучшением системы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safe fix, rollback и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E9DB86-FC97-83E1-3FF2-15B4EFFC7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Опасные действия могут быть хуже исходной поломки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Бездумное отключение firewall скрывает причину и открывает лишний доступ</a:t>
            </a:r>
          </a:p>
          <a:p>
            <a:pPr>
              <a:defRPr sz="3600"/>
            </a:pPr>
            <a:r>
              <a:t>Everyone Full Control разрушает модель прав</a:t>
            </a:r>
          </a:p>
          <a:p>
            <a:pPr>
              <a:defRPr sz="3600"/>
            </a:pPr>
            <a:r>
              <a:t>Массовый reboot стирает часть признаков и увеличивает простой</a:t>
            </a:r>
          </a:p>
          <a:p>
            <a:pPr>
              <a:defRPr sz="3600"/>
            </a:pPr>
            <a:r>
              <a:t>Удаление logs уничтожает доказательства и ухудшает разбор инцидента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Опасные действия в AD, Exchange, WSUS и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Нельзя удалять Exchange queue или transaction logs без анализа</a:t>
            </a:r>
          </a:p>
          <a:p>
            <a:pPr>
              <a:defRPr sz="3600"/>
            </a:pPr>
            <a:r>
              <a:t>Нельзя запускать repadmin /syncall без понимания причины репликационной ошибки</a:t>
            </a:r>
          </a:p>
          <a:p>
            <a:pPr>
              <a:defRPr sz="3600"/>
            </a:pPr>
            <a:r>
              <a:t>Нельзя удалять WSUS Client ID без доказанной проблемы клонирования</a:t>
            </a:r>
          </a:p>
          <a:p>
            <a:pPr>
              <a:defRPr sz="3600"/>
            </a:pPr>
            <a:r>
              <a:t>Нельзя вручную удалять AVHDX или checkpoint-файлы Hyper-V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Snapshot DC не является штатным восстановлением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Современные версии Windows Server и гипервизоров используют VM-Generation ID, что снижает часть старых рисков</a:t>
            </a:r>
          </a:p>
          <a:p>
            <a:pPr>
              <a:defRPr sz="3600"/>
            </a:pPr>
            <a:r>
              <a:t>Но snapshot контроллера домена не становится обычным способом восстановления AD</a:t>
            </a:r>
          </a:p>
          <a:p>
            <a:pPr>
              <a:defRPr sz="3600"/>
            </a:pPr>
            <a:r>
              <a:t>Для объектов AD применяются AD Recycle Bin, System State Backup и поддерживаемые процедуры</a:t>
            </a:r>
          </a:p>
          <a:p>
            <a:pPr>
              <a:defRPr sz="3600"/>
            </a:pPr>
            <a:r>
              <a:t>Откат DC snapshot без сценария преподавателя считается недопустимым действием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Контролируемый reboot отличается от массового reboot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Mass reboot без причины запрещён</a:t>
            </a:r>
          </a:p>
          <a:p>
            <a:pPr>
              <a:defRPr sz="3600"/>
            </a:pPr>
            <a:r>
              <a:t>Контролируемый reboot может быть правильным после обновления, драйвера или поддерживаемой процедуры</a:t>
            </a:r>
          </a:p>
          <a:p>
            <a:pPr>
              <a:defRPr sz="3600"/>
            </a:pPr>
            <a:r>
              <a:t>В отчёте пишут, почему reboot нужен, какие сервисы затронуты и есть ли резервный узел</a:t>
            </a:r>
          </a:p>
          <a:p>
            <a:pPr>
              <a:defRPr sz="3600"/>
            </a:pPr>
            <a:r>
              <a:t>После загрузки выполняются health check и пользовательский тест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Неисправности должны иметь уровни сложности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Базовые: неверный DNS клиента, остановлена служба, неправильная DHCP option</a:t>
            </a:r>
          </a:p>
          <a:p>
            <a:pPr>
              <a:defRPr sz="3600"/>
            </a:pPr>
            <a:r>
              <a:t>Средние: GPO security filtering, отсутствует маршрут VPN, WSUS target group mismatch</a:t>
            </a:r>
          </a:p>
          <a:p>
            <a:pPr>
              <a:defRPr sz="3600"/>
            </a:pPr>
            <a:r>
              <a:t>Комплексные: Exchange queue из-за DNS, AD replication из-за DNS/firewall</a:t>
            </a:r>
          </a:p>
          <a:p>
            <a:pPr>
              <a:defRPr sz="3600"/>
            </a:pPr>
            <a:r>
              <a:t>Сложный случай может содержать две причины, например DNS и NTFS-группа одновременно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обязательных инцидентов для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Доменный вход: внешний DNS на клиенте, проверки ipconfig, SRV lookup и nltest</a:t>
            </a:r>
          </a:p>
          <a:p>
            <a:pPr>
              <a:defRPr sz="3600"/>
            </a:pPr>
            <a:r>
              <a:t>DHCP: scope выключен или исчерпан, проверки scope и scope statistics</a:t>
            </a:r>
          </a:p>
          <a:p>
            <a:pPr>
              <a:defRPr sz="3600"/>
            </a:pPr>
            <a:r>
              <a:t>GPO: неверный link или filtering, проверка gpresult</a:t>
            </a:r>
          </a:p>
          <a:p>
            <a:pPr>
              <a:defRPr sz="3600"/>
            </a:pPr>
            <a:r>
              <a:t>VPN: отсутствует маршрут к LAN, проверки route print и Test-NetConnection FS01 -Port 445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Паспорт неисправности нужен преподавателю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Fault ID, component, injected change и expected symptom</a:t>
            </a:r>
          </a:p>
          <a:p>
            <a:pPr>
              <a:defRPr sz="3600"/>
            </a:pPr>
            <a:r>
              <a:t>Expected evidence: какие команды должны вывести нужные признаки</a:t>
            </a:r>
          </a:p>
          <a:p>
            <a:pPr>
              <a:defRPr sz="3600"/>
            </a:pPr>
            <a:r>
              <a:t>Correct fix и dangerous workarounds</a:t>
            </a:r>
          </a:p>
          <a:p>
            <a:pPr>
              <a:defRPr sz="3600"/>
            </a:pPr>
            <a:r>
              <a:t>Rollback command и контрольная проверка после восстановления стенда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Оценивание должно штрафовать угадывание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Баллы даются за symptom, impact, scope, hypothesis, checks, root cause, safe fix и confirmation</a:t>
            </a:r>
          </a:p>
          <a:p>
            <a:pPr>
              <a:defRPr sz="3600"/>
            </a:pPr>
            <a:r>
              <a:t>Отдельно оценивается качество documentation и отсутствие дополнительного ущерба</a:t>
            </a:r>
          </a:p>
          <a:p>
            <a:pPr>
              <a:defRPr sz="3600"/>
            </a:pPr>
            <a:r>
              <a:t>Быстрое случайное исправление без root cause получает меньше баллов</a:t>
            </a:r>
          </a:p>
          <a:p>
            <a:pPr>
              <a:defRPr sz="3600"/>
            </a:pPr>
            <a:r>
              <a:t>Firewall off, mass reboot, log deletion и Everyone Full Control дают штраф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Рекомендуемая топология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Полная: DC01, DC02, DHCP01, FS01, EX01, WSUS01, WDS01, RRAS01, CLIENT01 и BR-CLIENT01</a:t>
            </a:r>
          </a:p>
          <a:p>
            <a:pPr>
              <a:defRPr sz="3600"/>
            </a:pPr>
            <a:r>
              <a:t>Облегчённая: DC01, FS01, WSUS01/WDS01, RRAS01 и CLIENT01</a:t>
            </a:r>
          </a:p>
          <a:p>
            <a:pPr>
              <a:defRPr sz="3600"/>
            </a:pPr>
            <a:r>
              <a:t>Exchange лучше использовать на подготовленном стенде</a:t>
            </a:r>
          </a:p>
          <a:p>
            <a:pPr>
              <a:defRPr sz="3600"/>
            </a:pPr>
            <a:r>
              <a:t>Для каждого fault должен быть способ отката и контрольная команда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требует не только пяти исправлений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каждого инцидента есть карточка с symptom, impact, scope, timeline и hypothesis</a:t>
            </a:r>
          </a:p>
          <a:p>
            <a:pPr>
              <a:defRPr sz="3600"/>
            </a:pPr>
            <a:r>
              <a:t>Before state сохранён, root cause доказана, fix минимальный и rollback описан</a:t>
            </a:r>
          </a:p>
          <a:p>
            <a:pPr>
              <a:defRPr sz="3600"/>
            </a:pPr>
            <a:r>
              <a:t>Confirmation повторяет исходный пользовательский сценарий</a:t>
            </a:r>
          </a:p>
          <a:p>
            <a:pPr>
              <a:defRPr sz="3600"/>
            </a:pPr>
            <a:r>
              <a:t>Logs не очищались, firewall не отключался целиком, permissions не расширялись до Everyone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Финальная матрица качества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Устранено не менее пяти неисправностей разной сложности</a:t>
            </a:r>
          </a:p>
          <a:p>
            <a:pPr>
              <a:defRPr sz="3600"/>
            </a:pPr>
            <a:r>
              <a:t>Технические проверки связаны с пользовательскими сценариями</a:t>
            </a:r>
          </a:p>
          <a:p>
            <a:pPr>
              <a:defRPr sz="3600"/>
            </a:pPr>
            <a:r>
              <a:t>Residual risk и preventive action указаны для каждого закрытого инцидента</a:t>
            </a:r>
          </a:p>
          <a:p>
            <a:pPr>
              <a:defRPr sz="3600"/>
            </a:pPr>
            <a:r>
              <a:t>После работы инфраструктура остаётся исправной и документированной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Комплексная диагностика начинается с symptom, impact, scope и проверяемой гипотезы</a:t>
            </a:r>
          </a:p>
          <a:p>
            <a:pPr>
              <a:defRPr sz="3600"/>
            </a:pPr>
            <a:r>
              <a:t>DNS SRV, time, secure channel, replication, DHCP, GPO, ACL, WSUS, Exchange и VPN проверяются по цепочкам</a:t>
            </a:r>
          </a:p>
          <a:p>
            <a:pPr>
              <a:defRPr sz="3600"/>
            </a:pPr>
            <a:r>
              <a:t>Safe fix требует before state, risk, rollback и validation</a:t>
            </a:r>
          </a:p>
          <a:p>
            <a:pPr>
              <a:defRPr sz="3600"/>
            </a:pPr>
            <a:r>
              <a:t>Пользовательский сценарий является финальным доказательством восстановления сервиса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symptom отличается от root cause?</a:t>
            </a:r>
          </a:p>
          <a:p>
            <a:pPr>
              <a:defRPr sz="3600"/>
            </a:pPr>
            <a:r>
              <a:t>Что такое impact и scope инцидента?</a:t>
            </a:r>
          </a:p>
          <a:p>
            <a:pPr>
              <a:defRPr sz="3600"/>
            </a:pPr>
            <a:r>
              <a:t>Как формулируется проверяемая гипотеза?</a:t>
            </a:r>
          </a:p>
          <a:p>
            <a:pPr>
              <a:defRPr sz="3600"/>
            </a:pPr>
            <a:r>
              <a:t>Почему доказательства нужно собирать до исправления?</a:t>
            </a:r>
          </a:p>
          <a:p>
            <a:pPr>
              <a:defRPr sz="3600"/>
            </a:pPr>
            <a:r>
              <a:t>Почему ping недостаточен для проверки сервиса?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домен, DHCP и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Какие DNS SRV-записи нужны для поиска контроллера домена?</a:t>
            </a:r>
          </a:p>
          <a:p>
            <a:pPr>
              <a:defRPr sz="3600"/>
            </a:pPr>
            <a:r>
              <a:t>Как проверить secure channel компьютера?</a:t>
            </a:r>
          </a:p>
          <a:p>
            <a:pPr>
              <a:defRPr sz="3600"/>
            </a:pPr>
            <a:r>
              <a:t>Почему repadmin /syncall нельзя запускать первым действием?</a:t>
            </a:r>
          </a:p>
          <a:p>
            <a:pPr>
              <a:defRPr sz="3600"/>
            </a:pPr>
            <a:r>
              <a:t>Как определить исчерпание DHCP scope?</a:t>
            </a:r>
          </a:p>
          <a:p>
            <a:pPr>
              <a:defRPr sz="3600"/>
            </a:pPr>
            <a:r>
              <a:t>Каков порядок LSDOU при применении GPO?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сервисы и безопасные действия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серверная цепочка WSUS отличается от клиентской?</a:t>
            </a:r>
          </a:p>
          <a:p>
            <a:pPr>
              <a:defRPr sz="3600"/>
            </a:pPr>
            <a:r>
              <a:t>Почему Exchange queue нельзя очищать до анализа?</a:t>
            </a:r>
          </a:p>
          <a:p>
            <a:pPr>
              <a:defRPr sz="3600"/>
            </a:pPr>
            <a:r>
              <a:t>Почему VPN может подключиться, но не давать доступ к LAN?</a:t>
            </a:r>
          </a:p>
          <a:p>
            <a:pPr>
              <a:defRPr sz="3600"/>
            </a:pPr>
            <a:r>
              <a:t>Что входит в rollback plan?</a:t>
            </a:r>
          </a:p>
          <a:p>
            <a:pPr>
              <a:defRPr sz="3600"/>
            </a:pPr>
            <a:r>
              <a:t>Почему случайно исчезнувший symptom не доказывает root cause?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3118</Words>
  <Application>Microsoft Office PowerPoint</Application>
  <PresentationFormat>Широкоэкранный</PresentationFormat>
  <Paragraphs>305</Paragraphs>
  <Slides>64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2026-07-31T05:56:55Z</dcterms:modified>
  <cp:category/>
</cp:coreProperties>
</file>