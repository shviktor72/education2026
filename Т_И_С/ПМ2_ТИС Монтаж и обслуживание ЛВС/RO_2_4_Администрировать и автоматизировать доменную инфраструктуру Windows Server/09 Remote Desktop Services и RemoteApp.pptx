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8. Remote Desktop Services и RemoteApp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различие между административным RDP и полноценной инфраструктурой RDS</a:t>
            </a:r>
          </a:p>
          <a:p>
            <a:pPr>
              <a:defRPr sz="3600"/>
            </a:pPr>
            <a:r>
              <a:t>Различать роли RDS и объяснять назначение коллекции сеансов</a:t>
            </a:r>
          </a:p>
          <a:p>
            <a:pPr>
              <a:defRPr sz="3600"/>
            </a:pPr>
            <a:r>
              <a:t>Публиковать приложение через RemoteApp и назначать доступ пользователям</a:t>
            </a:r>
          </a:p>
          <a:p>
            <a:pPr>
              <a:defRPr sz="3600"/>
            </a:pPr>
            <a:r>
              <a:t>Проверять сеансы, перенаправление ресурсов, сертификаты и базовую безопасность подключения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 rds01 подключён к домену company.test и доступен клиентам сети 192.168.10.0/24</a:t>
            </a:r>
          </a:p>
          <a:p>
            <a:pPr>
              <a:defRPr sz="3600"/>
            </a:pPr>
            <a:r>
              <a:t>Администратор сначала проверяет обычный RDP для управления сервером</a:t>
            </a:r>
          </a:p>
          <a:p>
            <a:pPr>
              <a:defRPr sz="3600"/>
            </a:pPr>
            <a:r>
              <a:t>Затем разворачивает RD Session Host и публикует учебное приложение через RemoteApp</a:t>
            </a:r>
          </a:p>
          <a:p>
            <a:pPr>
              <a:defRPr sz="3600"/>
            </a:pPr>
            <a:r>
              <a:t>В конце проверяется вход пользователя, сертификат подключения и ограничения перенаправления ресурсов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протокола RDP и удалённого администрирования Windows Server.</a:t>
            </a:r>
          </a:p>
          <a:p>
            <a:pPr>
              <a:defRPr sz="3600"/>
            </a:pPr>
            <a:r>
              <a:t>2. Отличие административного RDP от инфраструктуры Remote Desktop Services.</a:t>
            </a:r>
          </a:p>
          <a:p>
            <a:pPr>
              <a:defRPr sz="3600"/>
            </a:pPr>
            <a:r>
              <a:t>3. Основные роли и компоненты RDS.</a:t>
            </a:r>
          </a:p>
          <a:p>
            <a:pPr>
              <a:defRPr sz="3600"/>
            </a:pPr>
            <a:r>
              <a:t>4. Развёртывание узла сеансов удалённых рабочих столов.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Создание коллекции сеансов и назначение пользователей.</a:t>
            </a:r>
          </a:p>
          <a:p>
            <a:pPr>
              <a:defRPr sz="3600"/>
            </a:pPr>
            <a:r>
              <a:t>6. Публикация приложений с помощью RemoteApp.</a:t>
            </a:r>
          </a:p>
          <a:p>
            <a:pPr>
              <a:defRPr sz="3600"/>
            </a:pPr>
            <a:r>
              <a:t>7. Управление пользовательскими сеансами и перенаправлением локальных ресурсов.</a:t>
            </a:r>
          </a:p>
          <a:p>
            <a:pPr>
              <a:defRPr sz="3600"/>
            </a:pPr>
            <a:r>
              <a:t>8. Использование сертификатов, лицензирование и безопасность удалённых подключений.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Назначение RDP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RDP (Remote Desktop Protocol) — протокол удалённого графического подключения к Windows-компьютеру</a:t>
            </a:r>
          </a:p>
          <a:p>
            <a:pPr>
              <a:defRPr sz="3600"/>
            </a:pPr>
            <a:r>
              <a:t>Администратор использует RDP, чтобы управлять сервером без физического доступа к консоли</a:t>
            </a:r>
          </a:p>
          <a:p>
            <a:pPr>
              <a:defRPr sz="3600"/>
            </a:pPr>
            <a:r>
              <a:t>RDP передаёт экран, клавиатуру, мышь и часть локальных ресурсов клиента</a:t>
            </a:r>
          </a:p>
          <a:p>
            <a:pPr>
              <a:defRPr sz="3600"/>
            </a:pPr>
            <a:r>
              <a:t>Удалённый доступ должен быть защищён, потому что открывает интерактивный вход на сервер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Включение административного удалённого рабочего стола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Параметр fDenyTSConnections разрешает RDP-вход; пример: `Set-ItemProperty "HKLM:\System\CurrentControlSet\Control\Terminal Server" -Name fDenyTSConnections -Value 0`</a:t>
            </a:r>
          </a:p>
          <a:p>
            <a:pPr>
              <a:defRPr sz="3600"/>
            </a:pPr>
            <a:r>
              <a:t>Параметр UserAuthentication включает NLA; пример: `Set-ItemProperty "HKLM:\System\CurrentControlSet\Control\Terminal Server\WinStations\RDP-Tcp" -Name UserAuthentication -Value 1`</a:t>
            </a:r>
          </a:p>
          <a:p>
            <a:pPr>
              <a:defRPr sz="3600"/>
            </a:pPr>
            <a:r>
              <a:t>NLA (Network Level Authentication) требует аутентификацию до создания полноценного RDP-сеанса</a:t>
            </a:r>
          </a:p>
          <a:p>
            <a:pPr>
              <a:defRPr sz="3600"/>
            </a:pPr>
            <a:r>
              <a:t>Правило firewall для RDP включается командой `Enable-NetFirewallRule -DisplayGroup "Remote Desktop"`</a:t>
            </a:r>
          </a:p>
          <a:p>
            <a:pPr>
              <a:defRPr sz="3600"/>
            </a:pPr>
            <a:r>
              <a:t>Клиент запускает подключение командой `mstsc /v:rds01.company.test`</a:t>
            </a:r>
          </a:p>
          <a:p>
            <a:pPr>
              <a:defRPr sz="3600"/>
            </a:pPr>
            <a:r>
              <a:t>Если подключение не открывается, проверяют DNS, время, порт 3389, firewall и право входа пользователя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административное RDP-подключение к серверу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233BF2-2B88-E1AB-9285-B03BABF6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Административный RDP и 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Административный RDP предназначен для управления сервером администраторами, а не для массовой работы пользователей</a:t>
            </a:r>
          </a:p>
          <a:p>
            <a:pPr>
              <a:defRPr sz="3600"/>
            </a:pPr>
            <a:r>
              <a:t>Remote Desktop Services (RDS) — набор ролей для предоставления пользователям сеансов и опубликованных приложений</a:t>
            </a:r>
          </a:p>
          <a:p>
            <a:pPr>
              <a:defRPr sz="3600"/>
            </a:pPr>
            <a:r>
              <a:t>RDS требует планирования доступа, ресурсов, лицензирования, сертификатов и пользовательских ограничений</a:t>
            </a:r>
          </a:p>
          <a:p>
            <a:pPr>
              <a:defRPr sz="3600"/>
            </a:pPr>
            <a:r>
              <a:t>Нельзя воспринимать RDS как просто включённую галочку удалённого рабочего стола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нужен 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Пользователям нужно запускать приложение, которое установлено только на сервере</a:t>
            </a:r>
          </a:p>
          <a:p>
            <a:pPr>
              <a:defRPr sz="3600"/>
            </a:pPr>
            <a:r>
              <a:t>Организация хочет централизовать рабочую среду и уменьшить требования к клиентским ПК</a:t>
            </a:r>
          </a:p>
          <a:p>
            <a:pPr>
              <a:defRPr sz="3600"/>
            </a:pPr>
            <a:r>
              <a:t>Нужно предоставить доступ филиалу или учебной группе без установки приложения на каждый компьютер</a:t>
            </a:r>
          </a:p>
          <a:p>
            <a:pPr>
              <a:defRPr sz="3600"/>
            </a:pPr>
            <a:r>
              <a:t>Для стабильной работы нужно ограничить ресурсы, профили, перенаправление и права пользователей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Компоненты 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RD Session Host запускает пользовательские рабочие столы и приложения в сеансах</a:t>
            </a:r>
          </a:p>
          <a:p>
            <a:pPr>
              <a:defRPr sz="3600"/>
            </a:pPr>
            <a:r>
              <a:t>RD Connection Broker распределяет подключения и помогает возвращать пользователя в существующий сеанс</a:t>
            </a:r>
          </a:p>
          <a:p>
            <a:pPr>
              <a:defRPr sz="3600"/>
            </a:pPr>
            <a:r>
              <a:t>RD Web Access публикует приложения и рабочие столы через веб-интерфейс</a:t>
            </a:r>
          </a:p>
          <a:p>
            <a:pPr>
              <a:defRPr sz="3600"/>
            </a:pPr>
            <a:r>
              <a:t>RD Licensing управляет лицензиями клиентского доступа RDS CAL</a:t>
            </a:r>
          </a:p>
          <a:p>
            <a:pPr>
              <a:defRPr sz="3600"/>
            </a:pPr>
            <a:r>
              <a:t>RD Gateway обеспечивает защищённый доступ к RDS через HTTPS из внешних сетей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основные роли Remote Desktop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A84E8C-ABB9-A811-6D0A-95A477607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Односерверный учебный вариант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учебной лаборатории несколько ролей RDS можно разместить на одном сервере rds01</a:t>
            </a:r>
          </a:p>
          <a:p>
            <a:pPr>
              <a:defRPr sz="3600"/>
            </a:pPr>
            <a:r>
              <a:t>В реальной организации роли часто разделяют по серверам ради отказоустойчивости и безопасности</a:t>
            </a:r>
          </a:p>
          <a:p>
            <a:pPr>
              <a:defRPr sz="3600"/>
            </a:pPr>
            <a:r>
              <a:t>Для первого курса важнее понять назначение каждой роли, чем строить промышленный кластер</a:t>
            </a:r>
          </a:p>
          <a:p>
            <a:pPr>
              <a:defRPr sz="3600"/>
            </a:pPr>
            <a:r>
              <a:t>Сервер RDS должен быть членом домена, чтобы удобно назначать доступ доменным группам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Развёртывание RD Session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управляемой RDS-инфраструктуры недостаточно разрозненно поставить роль `RDS-RD-Server`</a:t>
            </a:r>
          </a:p>
          <a:p>
            <a:pPr>
              <a:defRPr sz="3600"/>
            </a:pPr>
            <a:r>
              <a:t>Начиная с Windows Server 2012, коллекции сеансов и RemoteApp ожидают существующее RDS Deployment</a:t>
            </a:r>
          </a:p>
          <a:p>
            <a:pPr>
              <a:defRPr sz="3600"/>
            </a:pPr>
            <a:r>
              <a:t>Сначала импортируют модуль: `Import-Module RemoteDesktop`</a:t>
            </a:r>
          </a:p>
          <a:p>
            <a:pPr>
              <a:defRPr sz="3600"/>
            </a:pPr>
            <a:r>
              <a:t>Учебный вариант “всё на одном сервере”: `New-RDSessionDeployment -ConnectionBroker "rds01.company.test" -WebAccessServer "rds01.company.test" -SessionHost "rds01.company.test"`</a:t>
            </a:r>
          </a:p>
          <a:p>
            <a:pPr>
              <a:defRPr sz="3600"/>
            </a:pPr>
            <a:r>
              <a:t>Команда связывает Connection Broker, Web Access и Session Host в единую систему управления</a:t>
            </a:r>
          </a:p>
          <a:p>
            <a:pPr>
              <a:defRPr sz="3600"/>
            </a:pPr>
            <a:r>
              <a:t>После развёртывания проверяют серверы командлетом `Get-RDServer`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Подготовка сервера 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 должен иметь стабильное имя rds01.company.test и корректную запись DNS</a:t>
            </a:r>
          </a:p>
          <a:p>
            <a:pPr>
              <a:defRPr sz="3600"/>
            </a:pPr>
            <a:r>
              <a:t>Пользователи должны входить доменными учетными записями, а не локальными учетками сервера</a:t>
            </a:r>
          </a:p>
          <a:p>
            <a:pPr>
              <a:defRPr sz="3600"/>
            </a:pPr>
            <a:r>
              <a:t>Нужно заранее определить группы доступа, например G_RDS_Users</a:t>
            </a:r>
          </a:p>
          <a:p>
            <a:pPr>
              <a:defRPr sz="3600"/>
            </a:pPr>
            <a:r>
              <a:t>Ресурсы сервера должны соответствовать числу одновременных сеансов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Коллекция сеансов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Session Collection — логическая группа серверов RD Session Host, приложений и пользователей доступа</a:t>
            </a:r>
          </a:p>
          <a:p>
            <a:pPr>
              <a:defRPr sz="3600"/>
            </a:pPr>
            <a:r>
              <a:t>Коллекция определяет, кто может подключаться и какие приложения или рабочие столы доступны</a:t>
            </a:r>
          </a:p>
          <a:p>
            <a:pPr>
              <a:defRPr sz="3600"/>
            </a:pPr>
            <a:r>
              <a:t>В учебной среде создаётся коллекция StudentsApps для группы G_RDS_Users</a:t>
            </a:r>
          </a:p>
          <a:p>
            <a:pPr>
              <a:defRPr sz="3600"/>
            </a:pPr>
            <a:r>
              <a:t>Если пользователь не назначен коллекции, наличие учетной записи в домене не даст доступ к 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пользователь, коллекция сеансов и RD Session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764B31-33BB-1465-A590-0239C820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Назначение пользователей коллекции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Доступ назначают доменной группе, а не каждому пользователю отдельно</a:t>
            </a:r>
          </a:p>
          <a:p>
            <a:pPr>
              <a:defRPr sz="3600"/>
            </a:pPr>
            <a:r>
              <a:t>Группа G_RDS_Users добавляется в свойства коллекции через Server Manager</a:t>
            </a:r>
          </a:p>
          <a:p>
            <a:pPr>
              <a:defRPr sz="3600"/>
            </a:pPr>
            <a:r>
              <a:t>Команда `whoami /groups` на клиенте помогает проверить членство пользователя в нужной группе</a:t>
            </a:r>
          </a:p>
          <a:p>
            <a:pPr>
              <a:defRPr sz="3600"/>
            </a:pPr>
            <a:r>
              <a:t>Если пользователь добавлен в группу после входа, ему может понадобиться повторный вход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RemoteApp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RemoteApp публикует отдельное приложение, а не полный удалённый рабочий стол</a:t>
            </a:r>
          </a:p>
          <a:p>
            <a:pPr>
              <a:defRPr sz="3600"/>
            </a:pPr>
            <a:r>
              <a:t>Пользователь видит приложение как обычное окно, но процесс выполняется на сервере RDS</a:t>
            </a:r>
          </a:p>
          <a:p>
            <a:pPr>
              <a:defRPr sz="3600"/>
            </a:pPr>
            <a:r>
              <a:t>Это удобно для учебных программ, бухгалтерских приложений или внутренних инструментов</a:t>
            </a:r>
          </a:p>
          <a:p>
            <a:pPr>
              <a:defRPr sz="3600"/>
            </a:pPr>
            <a:r>
              <a:t>RemoteApp снижает риск лишних действий пользователя на серверном рабочем столе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Публикация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Приложение должно быть установлено на сервере RD Session Host и доступно всем нужным пользователям</a:t>
            </a:r>
          </a:p>
          <a:p>
            <a:pPr>
              <a:defRPr sz="3600"/>
            </a:pPr>
            <a:r>
              <a:t>Командлеты `Get-RDRemoteApp` и `New-RDRemoteApp` требуют существующее RDS Deployment</a:t>
            </a:r>
          </a:p>
          <a:p>
            <a:pPr>
              <a:defRPr sz="3600"/>
            </a:pPr>
            <a:r>
              <a:t>Пример публикации калькулятора: `New-RDRemoteApp -CollectionName "StudentsApps" -Alias "Calc" -DisplayName "Calculator" -FilePath "C:\Windows\System32\calc.exe"`</a:t>
            </a:r>
          </a:p>
          <a:p>
            <a:pPr>
              <a:defRPr sz="3600"/>
            </a:pPr>
            <a:r>
              <a:t>Командлет `Get-RDRemoteApp` показывает опубликованные приложения; пример: `Get-RDRemoteApp -CollectionName "StudentsApps"`</a:t>
            </a:r>
          </a:p>
          <a:p>
            <a:pPr>
              <a:defRPr sz="3600"/>
            </a:pPr>
            <a:r>
              <a:t>После публикации пользователь открывает приложение через RD Web Access или RDP-файл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Управление пользовательскими сеансами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Сеанс может быть активным, отключённым или завершённым</a:t>
            </a:r>
          </a:p>
          <a:p>
            <a:pPr>
              <a:defRPr sz="3600"/>
            </a:pPr>
            <a:r>
              <a:t>Команда `quser` показывает пользователей и состояние сеансов; пример: `quser`</a:t>
            </a:r>
          </a:p>
          <a:p>
            <a:pPr>
              <a:defRPr sz="3600"/>
            </a:pPr>
            <a:r>
              <a:t>Команда `qwinsta` показывает сеансы терминального сервера; пример: `qwinsta`</a:t>
            </a:r>
          </a:p>
          <a:p>
            <a:pPr>
              <a:defRPr sz="3600"/>
            </a:pPr>
            <a:r>
              <a:t>Команда `logoff &lt;ID&gt;` завершает выбранный сеанс; пример: `logoff 3`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Перенаправление локальных ресурсов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RDP может перенаправлять принтеры, буфер обмена, диски, звук и смарт-карты клиента</a:t>
            </a:r>
          </a:p>
          <a:p>
            <a:pPr>
              <a:defRPr sz="3600"/>
            </a:pPr>
            <a:r>
              <a:t>Drive Redirection даёт серверному сеансу доступ к локальным файлам клиентского компьютера</a:t>
            </a:r>
          </a:p>
          <a:p>
            <a:pPr>
              <a:defRPr sz="3600"/>
            </a:pPr>
            <a:r>
              <a:t>Если сервер скомпрометирован, вредоносный код в сеансе может читать или заражать файлы на клиенте</a:t>
            </a:r>
          </a:p>
          <a:p>
            <a:pPr>
              <a:defRPr sz="3600"/>
            </a:pPr>
            <a:r>
              <a:t>В корпоративной среде перенаправление дисков и буфера обмена для обычных пользователей часто отключают</a:t>
            </a:r>
          </a:p>
          <a:p>
            <a:pPr>
              <a:defRPr sz="3600"/>
            </a:pPr>
            <a:r>
              <a:t>Ограничения задают через свойства коллекции RDS или групповые политики</a:t>
            </a:r>
          </a:p>
          <a:p>
            <a:pPr>
              <a:defRPr sz="3600"/>
            </a:pPr>
            <a:r>
              <a:t>В учебной работе полезно отключить перенаправление дисков и проверить, исчезли ли локальные диски в сеансе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Сертификаты и безопасность подключения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Сертификат RDS подтверждает клиенту, что он подключается к нужному серверу или шлюзу</a:t>
            </a:r>
          </a:p>
          <a:p>
            <a:pPr>
              <a:defRPr sz="3600"/>
            </a:pPr>
            <a:r>
              <a:t>Имя сертификата должно соответствовать адресу подключения, например rds01.company.test</a:t>
            </a:r>
          </a:p>
          <a:p>
            <a:pPr>
              <a:defRPr sz="3600"/>
            </a:pPr>
            <a:r>
              <a:t>NLA (Network Level Authentication) требует аутентификацию до создания полноценного удалённого сеанса</a:t>
            </a:r>
          </a:p>
          <a:p>
            <a:pPr>
              <a:defRPr sz="3600"/>
            </a:pPr>
            <a:r>
              <a:t>Firewall должен разрешать только необходимые подключения, а доступ пользователей задаётся группами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Лицензирование 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RDS для пользовательской эксплуатации требует RDS CAL, то есть лицензии клиентского доступа</a:t>
            </a:r>
          </a:p>
          <a:p>
            <a:pPr>
              <a:defRPr sz="3600"/>
            </a:pPr>
            <a:r>
              <a:t>RD Licensing хранит и выдаёт сведения о лицензиях для пользователей или устройств</a:t>
            </a:r>
          </a:p>
          <a:p>
            <a:pPr>
              <a:defRPr sz="3600"/>
            </a:pPr>
            <a:r>
              <a:t>В учебной лаборатории важно понимать принцип, даже если используется временный демонстрационный период</a:t>
            </a:r>
          </a:p>
          <a:p>
            <a:pPr>
              <a:defRPr sz="3600"/>
            </a:pPr>
            <a:r>
              <a:t>Отсутствие лицензирования может проявиться не сразу, поэтому это нельзя оставлять без внимания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RDS-подключения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`Test-NetConnection rds01.company.test -Port 3389` проверяет доступность RDP-порта</a:t>
            </a:r>
          </a:p>
          <a:p>
            <a:pPr>
              <a:defRPr sz="3600"/>
            </a:pPr>
            <a:r>
              <a:t>`mstsc /v:rds01.company.test` запускает клиент удалённого рабочего стола</a:t>
            </a:r>
          </a:p>
          <a:p>
            <a:pPr>
              <a:defRPr sz="3600"/>
            </a:pPr>
            <a:r>
              <a:t>`Get-RDServer` проверяет, видит ли сервер RDS Deployment после `New-RDSessionDeployment`</a:t>
            </a:r>
          </a:p>
          <a:p>
            <a:pPr>
              <a:defRPr sz="3600"/>
            </a:pPr>
            <a:r>
              <a:t>Ошибка `A Remote Desktop Services deployment does not exist` означает, что роли не связаны в RDS Deployment</a:t>
            </a:r>
          </a:p>
          <a:p>
            <a:pPr>
              <a:defRPr sz="3600"/>
            </a:pPr>
            <a:r>
              <a:t>Event Viewer показывает ошибки в журналах RemoteDesktopServices и System</a:t>
            </a:r>
          </a:p>
          <a:p>
            <a:pPr>
              <a:defRPr sz="3600"/>
            </a:pPr>
            <a:r>
              <a:t>Диагностика идёт по порядку: DNS, сеть, firewall, право входа, RDS Deployment, сертификат и лицензирование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Network Level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NLA (Network Level Authentication) требует проверку пользователя до создания полноценного RDP-сеанса</a:t>
            </a:r>
          </a:p>
          <a:p>
            <a:pPr>
              <a:defRPr sz="3600"/>
            </a:pPr>
            <a:r>
              <a:t>Это снижает нагрузку на сервер и уменьшает поверхность атаки удалённого рабочего стола</a:t>
            </a:r>
          </a:p>
          <a:p>
            <a:pPr>
              <a:defRPr sz="3600"/>
            </a:pPr>
            <a:r>
              <a:t>NLA требует корректной доменной аутентификации, времени, DNS и доступности контроллера домена</a:t>
            </a:r>
          </a:p>
          <a:p>
            <a:pPr>
              <a:defRPr sz="3600"/>
            </a:pPr>
            <a:r>
              <a:t>При ошибке NLA проверяют учетные данные, членство в группах и связь клиента с доменом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RD Web Access и опубликованные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RD Web Access предоставляет пользователю веб-страницу со списком доступных RemoteApp-приложений</a:t>
            </a:r>
          </a:p>
          <a:p>
            <a:pPr>
              <a:defRPr sz="3600"/>
            </a:pPr>
            <a:r>
              <a:t>Пользователь видит только те приложения, которые назначены его группе в коллекции</a:t>
            </a:r>
          </a:p>
          <a:p>
            <a:pPr>
              <a:defRPr sz="3600"/>
            </a:pPr>
            <a:r>
              <a:t>Для доверенного доступа RD Web Access также должен использовать корректный HTTPS-сертификат</a:t>
            </a:r>
          </a:p>
          <a:p>
            <a:pPr>
              <a:defRPr sz="3600"/>
            </a:pPr>
            <a:r>
              <a:t>Если приложение не видно, проверяют коллекцию, группу пользователя и публикацию RemoteApp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4508" y="182880"/>
            <a:ext cx="1055250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безопасное</a:t>
            </a:r>
            <a:r>
              <a:rPr dirty="0"/>
              <a:t> RDS-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к RemoteApp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C14785-DF6B-6373-0DC9-47D15FD2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RDP подходит для удалённого администрирования, но RDS нужен для массовой работы пользователей</a:t>
            </a:r>
          </a:p>
          <a:p>
            <a:pPr>
              <a:defRPr sz="3600"/>
            </a:pPr>
            <a:r>
              <a:t>RDS состоит из ролей, каждая из которых отвечает за отдельную часть инфраструктуры удалённого доступа</a:t>
            </a:r>
          </a:p>
          <a:p>
            <a:pPr>
              <a:defRPr sz="3600"/>
            </a:pPr>
            <a:r>
              <a:t>RemoteApp позволяет публиковать отдельное приложение без выдачи полного рабочего стола</a:t>
            </a:r>
          </a:p>
          <a:p>
            <a:pPr>
              <a:defRPr sz="3600"/>
            </a:pPr>
            <a:r>
              <a:t>Безопасность RDS строится на группах доступа, NLA, сертификатах, firewall и контроле перенаправления ресурсов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административный RDP отличается от Remote Desktop Services?</a:t>
            </a:r>
          </a:p>
          <a:p>
            <a:pPr>
              <a:defRPr sz="3600"/>
            </a:pPr>
            <a:r>
              <a:t>Для чего нужна коллекция сеансов RDS?</a:t>
            </a:r>
          </a:p>
          <a:p>
            <a:pPr>
              <a:defRPr sz="3600"/>
            </a:pPr>
            <a:r>
              <a:t>Почему RemoteApp может быть безопаснее полного удалённого рабочего стола?</a:t>
            </a:r>
          </a:p>
          <a:p>
            <a:pPr>
              <a:defRPr sz="3600"/>
            </a:pPr>
            <a:r>
              <a:t>Какая команда показывает активные сеансы пользователей?</a:t>
            </a:r>
          </a:p>
          <a:p>
            <a:pPr>
              <a:defRPr sz="3600"/>
            </a:pPr>
            <a:r>
              <a:t>Что проверить, если клиент не подключается к rds01.company.test по RDP?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1557</Words>
  <Application>Microsoft Office PowerPoint</Application>
  <PresentationFormat>Широкоэкранный</PresentationFormat>
  <Paragraphs>142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2026-07-18T13:16:41Z</dcterms:modified>
  <cp:category/>
</cp:coreProperties>
</file>