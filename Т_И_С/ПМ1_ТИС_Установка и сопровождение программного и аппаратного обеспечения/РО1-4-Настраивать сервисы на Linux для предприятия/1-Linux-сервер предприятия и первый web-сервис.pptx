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10896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1. Linux-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 и </a:t>
            </a:r>
            <a:r>
              <a:rPr dirty="0" err="1"/>
              <a:t>первый</a:t>
            </a:r>
            <a:r>
              <a:rPr dirty="0"/>
              <a:t> web-</a:t>
            </a:r>
            <a:r>
              <a:rPr dirty="0" err="1"/>
              <a:t>сервис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219200" y="442450"/>
            <a:ext cx="10972800" cy="19674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Linux-</a:t>
            </a:r>
            <a:r>
              <a:rPr dirty="0" err="1"/>
              <a:t>сервера</a:t>
            </a:r>
            <a:r>
              <a:rPr dirty="0"/>
              <a:t> в </a:t>
            </a:r>
            <a:r>
              <a:rPr dirty="0" err="1"/>
              <a:t>инфраструктуре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сервисную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Linux: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конфигурация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журнал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Описывать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web-</a:t>
            </a:r>
            <a:r>
              <a:rPr dirty="0" err="1"/>
              <a:t>сервиса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firewall, web-</a:t>
            </a:r>
            <a:r>
              <a:rPr dirty="0" err="1"/>
              <a:t>доступ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800" dirty="0"/>
              <a:t>1. Linux-</a:t>
            </a:r>
            <a:r>
              <a:rPr sz="2800" dirty="0" err="1"/>
              <a:t>сервер</a:t>
            </a:r>
            <a:r>
              <a:rPr sz="2800" dirty="0"/>
              <a:t> в </a:t>
            </a:r>
            <a:r>
              <a:rPr sz="2800" dirty="0" err="1"/>
              <a:t>инфраструктуре</a:t>
            </a:r>
            <a:r>
              <a:rPr sz="2800" dirty="0"/>
              <a:t> </a:t>
            </a:r>
            <a:r>
              <a:rPr sz="2800" dirty="0" err="1"/>
              <a:t>предприятия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2. </a:t>
            </a:r>
            <a:r>
              <a:rPr sz="2800" dirty="0" err="1"/>
              <a:t>Основные</a:t>
            </a:r>
            <a:r>
              <a:rPr sz="2800" dirty="0"/>
              <a:t> </a:t>
            </a:r>
            <a:r>
              <a:rPr sz="2800" dirty="0" err="1"/>
              <a:t>роли</a:t>
            </a:r>
            <a:r>
              <a:rPr sz="2800" dirty="0"/>
              <a:t> Linux-</a:t>
            </a:r>
            <a:r>
              <a:rPr sz="2800" dirty="0" err="1"/>
              <a:t>сервера</a:t>
            </a:r>
            <a:r>
              <a:rPr sz="2800" dirty="0"/>
              <a:t>: web, DNS, DHCP, LDAP, </a:t>
            </a:r>
            <a:r>
              <a:rPr sz="2800" dirty="0" err="1"/>
              <a:t>файловый</a:t>
            </a:r>
            <a:r>
              <a:rPr sz="2800" dirty="0"/>
              <a:t> </a:t>
            </a:r>
            <a:r>
              <a:rPr sz="2800" dirty="0" err="1"/>
              <a:t>сервер</a:t>
            </a:r>
            <a:r>
              <a:rPr sz="2800" dirty="0"/>
              <a:t>, router, VPN.</a:t>
            </a:r>
          </a:p>
          <a:p>
            <a:pPr>
              <a:defRPr sz="3600"/>
            </a:pPr>
            <a:r>
              <a:rPr sz="2800" dirty="0"/>
              <a:t>3. </a:t>
            </a:r>
            <a:r>
              <a:rPr sz="2800" dirty="0" err="1"/>
              <a:t>Сервисная</a:t>
            </a:r>
            <a:r>
              <a:rPr sz="2800" dirty="0"/>
              <a:t> </a:t>
            </a:r>
            <a:r>
              <a:rPr sz="2800" dirty="0" err="1"/>
              <a:t>модель</a:t>
            </a:r>
            <a:r>
              <a:rPr sz="2800" dirty="0"/>
              <a:t> Linux: </a:t>
            </a:r>
            <a:r>
              <a:rPr sz="2800" dirty="0" err="1"/>
              <a:t>пакет</a:t>
            </a:r>
            <a:r>
              <a:rPr sz="2800" dirty="0"/>
              <a:t>, </a:t>
            </a:r>
            <a:r>
              <a:rPr sz="2800" dirty="0" err="1"/>
              <a:t>конфигурация</a:t>
            </a:r>
            <a:r>
              <a:rPr sz="2800" dirty="0"/>
              <a:t>, </a:t>
            </a:r>
            <a:r>
              <a:rPr sz="2800" dirty="0" err="1"/>
              <a:t>служба</a:t>
            </a:r>
            <a:r>
              <a:rPr sz="2800" dirty="0"/>
              <a:t>, </a:t>
            </a:r>
            <a:r>
              <a:rPr sz="2800" dirty="0" err="1"/>
              <a:t>порт</a:t>
            </a:r>
            <a:r>
              <a:rPr sz="2800" dirty="0"/>
              <a:t>, </a:t>
            </a:r>
            <a:r>
              <a:rPr sz="2800" dirty="0" err="1"/>
              <a:t>журнал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4. </a:t>
            </a:r>
            <a:r>
              <a:rPr sz="2800" dirty="0" err="1"/>
              <a:t>Подготовка</a:t>
            </a:r>
            <a:r>
              <a:rPr sz="2800" dirty="0"/>
              <a:t> </a:t>
            </a:r>
            <a:r>
              <a:rPr sz="2800" dirty="0" err="1"/>
              <a:t>серверной</a:t>
            </a:r>
            <a:r>
              <a:rPr sz="2800" dirty="0"/>
              <a:t> ВМ: hostname, </a:t>
            </a:r>
            <a:r>
              <a:rPr sz="2800" dirty="0" err="1"/>
              <a:t>статический</a:t>
            </a:r>
            <a:r>
              <a:rPr sz="2800" dirty="0"/>
              <a:t> IPv4-адрес, </a:t>
            </a:r>
            <a:r>
              <a:rPr sz="2800" dirty="0" err="1"/>
              <a:t>обновление</a:t>
            </a:r>
            <a:r>
              <a:rPr sz="2800" dirty="0"/>
              <a:t> </a:t>
            </a:r>
            <a:r>
              <a:rPr sz="2800" dirty="0" err="1"/>
              <a:t>пакетов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5. Web-</a:t>
            </a:r>
            <a:r>
              <a:rPr sz="2800" dirty="0" err="1"/>
              <a:t>сервер</a:t>
            </a:r>
            <a:r>
              <a:rPr sz="2800" dirty="0"/>
              <a:t>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/>
              <a:t>первый</a:t>
            </a:r>
            <a:r>
              <a:rPr sz="2800" dirty="0"/>
              <a:t> </a:t>
            </a:r>
            <a:r>
              <a:rPr sz="2800" dirty="0" err="1"/>
              <a:t>учебный</a:t>
            </a:r>
            <a:r>
              <a:rPr sz="2800" dirty="0"/>
              <a:t> </a:t>
            </a:r>
            <a:r>
              <a:rPr sz="2800" dirty="0" err="1"/>
              <a:t>сервис</a:t>
            </a:r>
            <a:r>
              <a:rPr sz="2800" dirty="0"/>
              <a:t>: Nginx </a:t>
            </a:r>
            <a:r>
              <a:rPr sz="2800" dirty="0" err="1"/>
              <a:t>или</a:t>
            </a:r>
            <a:r>
              <a:rPr sz="2800" dirty="0"/>
              <a:t> Apache.</a:t>
            </a:r>
          </a:p>
          <a:p>
            <a:pPr>
              <a:defRPr sz="3600"/>
            </a:pPr>
            <a:r>
              <a:rPr sz="2800" dirty="0"/>
              <a:t>6. </a:t>
            </a:r>
            <a:r>
              <a:rPr sz="2800" dirty="0" err="1"/>
              <a:t>Управление</a:t>
            </a:r>
            <a:r>
              <a:rPr sz="2800" dirty="0"/>
              <a:t> web-</a:t>
            </a:r>
            <a:r>
              <a:rPr sz="2800" dirty="0" err="1"/>
              <a:t>службой</a:t>
            </a:r>
            <a:r>
              <a:rPr sz="2800" dirty="0"/>
              <a:t> </a:t>
            </a:r>
            <a:r>
              <a:rPr sz="2800" dirty="0" err="1"/>
              <a:t>через</a:t>
            </a:r>
            <a:r>
              <a:rPr sz="2800" dirty="0"/>
              <a:t> </a:t>
            </a:r>
            <a:r>
              <a:rPr sz="2800" dirty="0" err="1"/>
              <a:t>systemctl</a:t>
            </a:r>
            <a:r>
              <a:rPr sz="2800" dirty="0"/>
              <a:t>.</a:t>
            </a:r>
          </a:p>
          <a:p>
            <a:pPr>
              <a:defRPr sz="3600"/>
            </a:pPr>
            <a:r>
              <a:rPr sz="2800" dirty="0"/>
              <a:t>7. </a:t>
            </a:r>
            <a:r>
              <a:rPr sz="2800" dirty="0" err="1"/>
              <a:t>Проверка</a:t>
            </a:r>
            <a:r>
              <a:rPr sz="2800" dirty="0"/>
              <a:t> </a:t>
            </a:r>
            <a:r>
              <a:rPr sz="2800" dirty="0" err="1"/>
              <a:t>доступности</a:t>
            </a:r>
            <a:r>
              <a:rPr sz="2800" dirty="0"/>
              <a:t> web-</a:t>
            </a:r>
            <a:r>
              <a:rPr sz="2800" dirty="0" err="1"/>
              <a:t>сервиса</a:t>
            </a:r>
            <a:r>
              <a:rPr sz="2800" dirty="0"/>
              <a:t>: ss, curl, </a:t>
            </a:r>
            <a:r>
              <a:rPr sz="2800" dirty="0" err="1"/>
              <a:t>браузер</a:t>
            </a:r>
            <a:r>
              <a:rPr sz="2800" dirty="0"/>
              <a:t>, firewall.</a:t>
            </a:r>
          </a:p>
          <a:p>
            <a:pPr>
              <a:defRPr sz="3600"/>
            </a:pPr>
            <a:r>
              <a:rPr sz="2800" dirty="0"/>
              <a:t>8. </a:t>
            </a:r>
            <a:r>
              <a:rPr sz="2800" dirty="0" err="1"/>
              <a:t>Журналы</a:t>
            </a:r>
            <a:r>
              <a:rPr sz="2800" dirty="0"/>
              <a:t> web-</a:t>
            </a:r>
            <a:r>
              <a:rPr sz="2800" dirty="0" err="1"/>
              <a:t>сервера</a:t>
            </a:r>
            <a:r>
              <a:rPr sz="2800" dirty="0"/>
              <a:t> и </a:t>
            </a:r>
            <a:r>
              <a:rPr sz="2800" dirty="0" err="1"/>
              <a:t>документирование</a:t>
            </a:r>
            <a:r>
              <a:rPr sz="2800" dirty="0"/>
              <a:t> </a:t>
            </a:r>
            <a:r>
              <a:rPr sz="2800" dirty="0" err="1"/>
              <a:t>параметров</a:t>
            </a:r>
            <a:r>
              <a:rPr sz="2800" dirty="0"/>
              <a:t> </a:t>
            </a:r>
            <a:r>
              <a:rPr sz="2800" dirty="0" err="1"/>
              <a:t>сервер</a:t>
            </a:r>
            <a:r>
              <a:rPr dirty="0" err="1"/>
              <a:t>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Linux-сервер в инфраструктуре предприятия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Linux-</a:t>
            </a:r>
            <a:r>
              <a:rPr dirty="0" err="1"/>
              <a:t>сервер</a:t>
            </a:r>
            <a:r>
              <a:rPr dirty="0"/>
              <a:t>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устройствам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предприятии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, а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инфраструктуры</a:t>
            </a:r>
            <a:r>
              <a:rPr dirty="0"/>
              <a:t>: </a:t>
            </a:r>
            <a:r>
              <a:rPr dirty="0" err="1"/>
              <a:t>клиенты</a:t>
            </a:r>
            <a:r>
              <a:rPr dirty="0"/>
              <a:t>, </a:t>
            </a:r>
            <a:r>
              <a:rPr dirty="0" err="1"/>
              <a:t>сеть</a:t>
            </a:r>
            <a:r>
              <a:rPr dirty="0"/>
              <a:t>, </a:t>
            </a:r>
            <a:r>
              <a:rPr dirty="0" err="1"/>
              <a:t>учетные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, </a:t>
            </a:r>
            <a:r>
              <a:rPr dirty="0" err="1"/>
              <a:t>данные</a:t>
            </a:r>
            <a:r>
              <a:rPr dirty="0"/>
              <a:t>, </a:t>
            </a:r>
            <a:r>
              <a:rPr dirty="0" err="1"/>
              <a:t>безопасность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управляемый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: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обновления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Первый</a:t>
            </a:r>
            <a:r>
              <a:rPr dirty="0"/>
              <a:t> web-</a:t>
            </a:r>
            <a:r>
              <a:rPr dirty="0" err="1"/>
              <a:t>сервис</a:t>
            </a:r>
            <a:r>
              <a:rPr dirty="0"/>
              <a:t> в </a:t>
            </a:r>
            <a:r>
              <a:rPr dirty="0" err="1"/>
              <a:t>этой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безопасный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 как объект сопровождения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: web, DNS, DHCP, </a:t>
            </a: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другая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стабильные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клиенты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смогут</a:t>
            </a:r>
            <a:r>
              <a:rPr dirty="0"/>
              <a:t> </a:t>
            </a:r>
            <a:r>
              <a:rPr dirty="0" err="1"/>
              <a:t>надежно</a:t>
            </a:r>
            <a:r>
              <a:rPr dirty="0"/>
              <a:t> </a:t>
            </a:r>
            <a:r>
              <a:rPr dirty="0" err="1"/>
              <a:t>находить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проверяемая</a:t>
            </a:r>
            <a:r>
              <a:rPr dirty="0"/>
              <a:t> </a:t>
            </a:r>
            <a:r>
              <a:rPr dirty="0" err="1"/>
              <a:t>конфигурация</a:t>
            </a:r>
            <a:r>
              <a:rPr dirty="0"/>
              <a:t>: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установлено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запущено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открыты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которым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восстановить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и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Linux-сервер находится в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IP-</a:t>
            </a:r>
            <a:r>
              <a:rPr dirty="0" err="1"/>
              <a:t>адресу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firewall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локальную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с </a:t>
            </a:r>
            <a:r>
              <a:rPr dirty="0" err="1"/>
              <a:t>другими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DNS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технические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 с </a:t>
            </a:r>
            <a:r>
              <a:rPr dirty="0" err="1"/>
              <a:t>назначением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место Linux-сервера в инфраструктуре предприятия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CEC871-E6CF-3F2E-D5AF-A44AE26F9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значит подготовить сервер к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IP-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доступность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обновление</a:t>
            </a:r>
            <a:r>
              <a:rPr dirty="0"/>
              <a:t> </a:t>
            </a:r>
            <a:r>
              <a:rPr dirty="0" err="1"/>
              <a:t>индекса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устанавливают</a:t>
            </a:r>
            <a:r>
              <a:rPr dirty="0"/>
              <a:t> </a:t>
            </a:r>
            <a:r>
              <a:rPr dirty="0" err="1"/>
              <a:t>нужную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и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конце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в </a:t>
            </a:r>
            <a:r>
              <a:rPr dirty="0" err="1"/>
              <a:t>паспорте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Основные роли Linux-сервера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Linux-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в </a:t>
            </a:r>
            <a:r>
              <a:rPr dirty="0" err="1"/>
              <a:t>учебной</a:t>
            </a:r>
            <a:r>
              <a:rPr dirty="0"/>
              <a:t> и </a:t>
            </a:r>
            <a:r>
              <a:rPr dirty="0" err="1"/>
              <a:t>реальной</a:t>
            </a:r>
            <a:r>
              <a:rPr dirty="0"/>
              <a:t> </a:t>
            </a:r>
            <a:r>
              <a:rPr dirty="0" err="1"/>
              <a:t>инфраструктуре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разделять</a:t>
            </a:r>
            <a:r>
              <a:rPr dirty="0"/>
              <a:t> </a:t>
            </a:r>
            <a:r>
              <a:rPr dirty="0" err="1"/>
              <a:t>логически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устанавливаются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открываются</a:t>
            </a:r>
            <a:r>
              <a:rPr dirty="0"/>
              <a:t> и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анализируются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этой</a:t>
            </a:r>
            <a:r>
              <a:rPr dirty="0"/>
              <a:t> РО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будут</a:t>
            </a:r>
            <a:r>
              <a:rPr dirty="0"/>
              <a:t> </a:t>
            </a:r>
            <a:r>
              <a:rPr dirty="0" err="1"/>
              <a:t>изучаться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: web, DHCP, DNS, LDAP, Samba, CA/TLS, </a:t>
            </a:r>
            <a:r>
              <a:rPr dirty="0" err="1"/>
              <a:t>rsyslog</a:t>
            </a:r>
            <a:r>
              <a:rPr dirty="0"/>
              <a:t>, router, VPN.</a:t>
            </a:r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студенту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отдельными</a:t>
            </a:r>
            <a:r>
              <a:rPr dirty="0"/>
              <a:t> </a:t>
            </a:r>
            <a:r>
              <a:rPr dirty="0" err="1"/>
              <a:t>лабораторными</a:t>
            </a:r>
            <a:r>
              <a:rPr dirty="0"/>
              <a:t> </a:t>
            </a:r>
            <a:r>
              <a:rPr dirty="0" err="1"/>
              <a:t>работами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Web-роль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публикует</a:t>
            </a:r>
            <a:r>
              <a:rPr dirty="0"/>
              <a:t> </a:t>
            </a:r>
            <a:r>
              <a:rPr dirty="0" err="1"/>
              <a:t>страницы</a:t>
            </a:r>
            <a:r>
              <a:rPr dirty="0"/>
              <a:t> и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HTTP </a:t>
            </a:r>
            <a:r>
              <a:rPr dirty="0" err="1"/>
              <a:t>или</a:t>
            </a:r>
            <a:r>
              <a:rPr dirty="0"/>
              <a:t> HTTPS.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HTTP - </a:t>
            </a:r>
            <a:r>
              <a:rPr dirty="0" err="1"/>
              <a:t>HyperText</a:t>
            </a:r>
            <a:r>
              <a:rPr dirty="0"/>
              <a:t> Transfer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передачи</a:t>
            </a:r>
            <a:r>
              <a:rPr dirty="0"/>
              <a:t> web-</a:t>
            </a:r>
            <a:r>
              <a:rPr dirty="0" err="1"/>
              <a:t>страниц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HTTPS - HTTP </a:t>
            </a:r>
            <a:r>
              <a:rPr dirty="0" err="1"/>
              <a:t>поверх</a:t>
            </a:r>
            <a:r>
              <a:rPr dirty="0"/>
              <a:t> TLS,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вариант</a:t>
            </a:r>
            <a:r>
              <a:rPr dirty="0"/>
              <a:t> web-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Типичные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: Nginx </a:t>
            </a:r>
            <a:r>
              <a:rPr dirty="0" err="1"/>
              <a:t>или</a:t>
            </a:r>
            <a:r>
              <a:rPr dirty="0"/>
              <a:t> Apache.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Типичные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: TCP 80 </a:t>
            </a:r>
            <a:r>
              <a:rPr dirty="0" err="1"/>
              <a:t>для</a:t>
            </a:r>
            <a:r>
              <a:rPr dirty="0"/>
              <a:t> HTTP и TCP 443 </a:t>
            </a:r>
            <a:r>
              <a:rPr dirty="0" err="1"/>
              <a:t>для</a:t>
            </a:r>
            <a:r>
              <a:rPr dirty="0"/>
              <a:t> HTTPS.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и DHCP-роли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- Domain Name System,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преобразования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в IP-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DHCP - Dynamic Host Configuration Protocol,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автоматической</a:t>
            </a:r>
            <a:r>
              <a:rPr dirty="0"/>
              <a:t> </a:t>
            </a:r>
            <a:r>
              <a:rPr dirty="0" err="1"/>
              <a:t>выдачи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параметров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обращаться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числовому</a:t>
            </a:r>
            <a:r>
              <a:rPr dirty="0"/>
              <a:t> </a:t>
            </a:r>
            <a:r>
              <a:rPr dirty="0" err="1"/>
              <a:t>адресу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DHCP </a:t>
            </a:r>
            <a:r>
              <a:rPr dirty="0" err="1"/>
              <a:t>выдает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, gateway, DNS-</a:t>
            </a:r>
            <a:r>
              <a:rPr dirty="0" err="1"/>
              <a:t>сервер</a:t>
            </a:r>
            <a:r>
              <a:rPr dirty="0"/>
              <a:t> и </a:t>
            </a:r>
            <a:r>
              <a:rPr dirty="0" err="1"/>
              <a:t>доменное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инфраструктуре</a:t>
            </a:r>
            <a:r>
              <a:rPr dirty="0"/>
              <a:t> </a:t>
            </a:r>
            <a:r>
              <a:rPr dirty="0" err="1"/>
              <a:t>эти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с </a:t>
            </a:r>
            <a:r>
              <a:rPr dirty="0" err="1"/>
              <a:t>адресным</a:t>
            </a:r>
            <a:r>
              <a:rPr dirty="0"/>
              <a:t> </a:t>
            </a:r>
            <a:r>
              <a:rPr dirty="0" err="1"/>
              <a:t>планом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LDAP и файловая 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179277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LDAP - Lightweight Directory Access Protocol,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каталогу</a:t>
            </a:r>
            <a:r>
              <a:rPr dirty="0"/>
              <a:t> </a:t>
            </a:r>
            <a:r>
              <a:rPr dirty="0" err="1"/>
              <a:t>учетных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и </a:t>
            </a:r>
            <a:r>
              <a:rPr dirty="0" err="1"/>
              <a:t>групп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LDAP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централизовать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и </a:t>
            </a:r>
            <a:r>
              <a:rPr dirty="0" err="1"/>
              <a:t>группы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каталогам</a:t>
            </a:r>
            <a:r>
              <a:rPr dirty="0"/>
              <a:t> и </a:t>
            </a:r>
            <a:r>
              <a:rPr dirty="0" err="1"/>
              <a:t>данным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Samba </a:t>
            </a:r>
            <a:r>
              <a:rPr dirty="0" err="1"/>
              <a:t>публикует</a:t>
            </a:r>
            <a:r>
              <a:rPr dirty="0"/>
              <a:t>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SMB/CIFS </a:t>
            </a:r>
            <a:r>
              <a:rPr dirty="0" err="1"/>
              <a:t>для</a:t>
            </a:r>
            <a:r>
              <a:rPr dirty="0"/>
              <a:t> Linux- и Windows-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файловой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особенно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и </a:t>
            </a:r>
            <a:r>
              <a:rPr dirty="0" err="1"/>
              <a:t>резервное</a:t>
            </a:r>
            <a:r>
              <a:rPr dirty="0"/>
              <a:t> </a:t>
            </a:r>
            <a:r>
              <a:rPr dirty="0" err="1"/>
              <a:t>копирование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Router, VPN и log-сервер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Router </a:t>
            </a:r>
            <a:r>
              <a:rPr dirty="0" err="1"/>
              <a:t>или</a:t>
            </a:r>
            <a:r>
              <a:rPr dirty="0"/>
              <a:t> gateway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VPN - Virtual Private Network,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туннель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WireGuard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пример</a:t>
            </a:r>
            <a:r>
              <a:rPr dirty="0"/>
              <a:t> VPN.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Log-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централизует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видел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с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машин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службам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правилам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основные роли Linux-сервера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5923FC-5977-9FA6-CDE2-C960A7212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не стоит смешивать все роли без плана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2352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и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свои</a:t>
            </a:r>
            <a:r>
              <a:rPr dirty="0"/>
              <a:t> </a:t>
            </a:r>
            <a:r>
              <a:rPr dirty="0" err="1"/>
              <a:t>риски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Сбой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повлиять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другие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том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становится</a:t>
            </a:r>
            <a:r>
              <a:rPr dirty="0"/>
              <a:t> </a:t>
            </a:r>
            <a:r>
              <a:rPr dirty="0" err="1"/>
              <a:t>сложнее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неизвестно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установлены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среде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совмещать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Сервисная модель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Сервисная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Linux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каких</a:t>
            </a:r>
            <a:r>
              <a:rPr dirty="0"/>
              <a:t> </a:t>
            </a:r>
            <a:r>
              <a:rPr dirty="0" err="1"/>
              <a:t>частей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устанавливает</a:t>
            </a:r>
            <a:r>
              <a:rPr dirty="0"/>
              <a:t> </a:t>
            </a:r>
            <a:r>
              <a:rPr dirty="0" err="1"/>
              <a:t>программу</a:t>
            </a:r>
            <a:r>
              <a:rPr dirty="0"/>
              <a:t> и </a:t>
            </a:r>
            <a:r>
              <a:rPr dirty="0" err="1"/>
              <a:t>служебные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запускается</a:t>
            </a:r>
            <a:r>
              <a:rPr dirty="0"/>
              <a:t> и </a:t>
            </a:r>
            <a:r>
              <a:rPr dirty="0" err="1"/>
              <a:t>управляется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systemd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, а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и </a:t>
            </a:r>
            <a:r>
              <a:rPr dirty="0" err="1"/>
              <a:t>ошибки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Пакет и конфигурация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Пакет</a:t>
            </a:r>
            <a:r>
              <a:rPr dirty="0"/>
              <a:t> - </a:t>
            </a:r>
            <a:r>
              <a:rPr dirty="0" err="1"/>
              <a:t>управляемая</a:t>
            </a:r>
            <a:r>
              <a:rPr dirty="0"/>
              <a:t> </a:t>
            </a:r>
            <a:r>
              <a:rPr dirty="0" err="1"/>
              <a:t>единица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 в Linux.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Debian/Ubuntu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APT.</a:t>
            </a:r>
          </a:p>
          <a:p>
            <a:pPr indent="354013">
              <a:defRPr sz="3600"/>
            </a:pPr>
            <a:r>
              <a:rPr dirty="0" err="1"/>
              <a:t>Конфигурационные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b="1" dirty="0">
                <a:solidFill>
                  <a:srgbClr val="002060"/>
                </a:solidFill>
              </a:rPr>
              <a:t>/etc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web-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конфигурация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каталог</a:t>
            </a:r>
            <a:r>
              <a:rPr dirty="0"/>
              <a:t> </a:t>
            </a:r>
            <a:r>
              <a:rPr dirty="0" err="1"/>
              <a:t>публиковать</a:t>
            </a:r>
            <a:r>
              <a:rPr dirty="0"/>
              <a:t> и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слушать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вслепую</a:t>
            </a:r>
            <a:r>
              <a:rPr dirty="0"/>
              <a:t>: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правки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и </a:t>
            </a:r>
            <a:r>
              <a:rPr dirty="0" err="1"/>
              <a:t>перезапуск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reload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Служба и systemd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Служба</a:t>
            </a:r>
            <a:r>
              <a:rPr dirty="0"/>
              <a:t> - </a:t>
            </a:r>
            <a:r>
              <a:rPr dirty="0" err="1"/>
              <a:t>фоновая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предоставляет</a:t>
            </a:r>
            <a:r>
              <a:rPr dirty="0"/>
              <a:t> </a:t>
            </a:r>
            <a:r>
              <a:rPr dirty="0" err="1"/>
              <a:t>функцию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клиентам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systemd</a:t>
            </a:r>
            <a:r>
              <a:rPr dirty="0"/>
              <a:t> -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инициализации</a:t>
            </a:r>
            <a:r>
              <a:rPr dirty="0"/>
              <a:t> и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службами</a:t>
            </a:r>
            <a:r>
              <a:rPr dirty="0"/>
              <a:t> в </a:t>
            </a:r>
            <a:r>
              <a:rPr dirty="0" err="1"/>
              <a:t>современных</a:t>
            </a:r>
            <a:r>
              <a:rPr dirty="0"/>
              <a:t> Linux-</a:t>
            </a:r>
            <a:r>
              <a:rPr dirty="0" err="1"/>
              <a:t>дистрибутивах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, </a:t>
            </a:r>
            <a:r>
              <a:rPr dirty="0" err="1"/>
              <a:t>запуска</a:t>
            </a:r>
            <a:r>
              <a:rPr dirty="0"/>
              <a:t>, </a:t>
            </a:r>
            <a:r>
              <a:rPr dirty="0" err="1"/>
              <a:t>остановки</a:t>
            </a:r>
            <a:r>
              <a:rPr dirty="0"/>
              <a:t> и </a:t>
            </a:r>
            <a:r>
              <a:rPr dirty="0" err="1"/>
              <a:t>включения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в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web-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состояния</a:t>
            </a:r>
            <a:r>
              <a:rPr dirty="0"/>
              <a:t> active, inactive и failed.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Порт и сетевой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Порт</a:t>
            </a:r>
            <a:r>
              <a:rPr dirty="0"/>
              <a:t> -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TCP - Transmission Control Protocol, </a:t>
            </a:r>
            <a:r>
              <a:rPr dirty="0" err="1"/>
              <a:t>надежный</a:t>
            </a:r>
            <a:r>
              <a:rPr dirty="0"/>
              <a:t> </a:t>
            </a: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протокол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web-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TCP 80 </a:t>
            </a:r>
            <a:r>
              <a:rPr dirty="0" err="1"/>
              <a:t>для</a:t>
            </a:r>
            <a:r>
              <a:rPr dirty="0"/>
              <a:t> HTTP</a:t>
            </a:r>
            <a:r>
              <a:rPr lang="ru-RU" dirty="0"/>
              <a:t> или 443 для </a:t>
            </a:r>
            <a:r>
              <a:rPr lang="en-US" dirty="0"/>
              <a:t>HTTPS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закрыт</a:t>
            </a:r>
            <a:r>
              <a:rPr dirty="0"/>
              <a:t> firewall,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равно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подключится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и </a:t>
            </a:r>
            <a:r>
              <a:rPr dirty="0" err="1"/>
              <a:t>службу</a:t>
            </a:r>
            <a:r>
              <a:rPr dirty="0"/>
              <a:t>, и </a:t>
            </a:r>
            <a:r>
              <a:rPr dirty="0" err="1"/>
              <a:t>порт</a:t>
            </a:r>
            <a:r>
              <a:rPr dirty="0"/>
              <a:t>, и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 как источник диагностики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: </a:t>
            </a:r>
            <a:r>
              <a:rPr dirty="0" err="1"/>
              <a:t>успешные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, </a:t>
            </a:r>
            <a:r>
              <a:rPr dirty="0" err="1"/>
              <a:t>ошибки</a:t>
            </a:r>
            <a:r>
              <a:rPr dirty="0"/>
              <a:t>, </a:t>
            </a:r>
            <a:r>
              <a:rPr dirty="0" err="1"/>
              <a:t>предупреждения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web-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access log и error log.</a:t>
            </a:r>
          </a:p>
          <a:p>
            <a:pPr indent="354013">
              <a:defRPr sz="3600"/>
            </a:pPr>
            <a:r>
              <a:rPr dirty="0"/>
              <a:t>Access log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Error log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прав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файлов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ограничиваться</a:t>
            </a:r>
            <a:r>
              <a:rPr dirty="0"/>
              <a:t> </a:t>
            </a:r>
            <a:r>
              <a:rPr dirty="0" err="1"/>
              <a:t>фразой</a:t>
            </a:r>
            <a:r>
              <a:rPr dirty="0"/>
              <a:t> '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':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объясняет</a:t>
            </a:r>
            <a:r>
              <a:rPr dirty="0"/>
              <a:t> </a:t>
            </a:r>
            <a:r>
              <a:rPr dirty="0" err="1"/>
              <a:t>сбой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сервисная модель Linux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ED04D2-8AD2-E79C-CFF2-F56D890C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Подготовка серверной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Серверная</a:t>
            </a:r>
            <a:r>
              <a:rPr dirty="0"/>
              <a:t> ВМ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предсказуемой</a:t>
            </a:r>
            <a:r>
              <a:rPr dirty="0"/>
              <a:t>: </a:t>
            </a:r>
            <a:r>
              <a:rPr dirty="0" err="1"/>
              <a:t>понятное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постоянный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актуальный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VM - Virtual Machine,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машина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имитирует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web-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базовую</a:t>
            </a:r>
            <a:r>
              <a:rPr dirty="0"/>
              <a:t> </a:t>
            </a:r>
            <a:r>
              <a:rPr dirty="0" err="1"/>
              <a:t>готовность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случайных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в </a:t>
            </a:r>
            <a:r>
              <a:rPr dirty="0" err="1"/>
              <a:t>работе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и проверка hostname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Hostname - </a:t>
            </a:r>
            <a:r>
              <a:rPr dirty="0" err="1"/>
              <a:t>системное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отображается</a:t>
            </a:r>
            <a:r>
              <a:rPr dirty="0"/>
              <a:t> в shell, </a:t>
            </a:r>
            <a:r>
              <a:rPr dirty="0" err="1"/>
              <a:t>журналах</a:t>
            </a:r>
            <a:r>
              <a:rPr dirty="0"/>
              <a:t> и </a:t>
            </a:r>
            <a:r>
              <a:rPr dirty="0" err="1"/>
              <a:t>документации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hostnamectl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в </a:t>
            </a:r>
            <a:r>
              <a:rPr dirty="0" err="1"/>
              <a:t>поле</a:t>
            </a:r>
            <a:r>
              <a:rPr dirty="0"/>
              <a:t> Static hostname </a:t>
            </a:r>
            <a:r>
              <a:rPr dirty="0" err="1"/>
              <a:t>видно</a:t>
            </a:r>
            <a:r>
              <a:rPr dirty="0"/>
              <a:t> </a:t>
            </a:r>
            <a:r>
              <a:rPr dirty="0" err="1"/>
              <a:t>осмысленное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web01.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b="1" dirty="0" err="1">
                <a:solidFill>
                  <a:srgbClr val="002060"/>
                </a:solidFill>
              </a:rPr>
              <a:t>sudo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hostnamectl</a:t>
            </a:r>
            <a:r>
              <a:rPr b="1" dirty="0">
                <a:solidFill>
                  <a:srgbClr val="002060"/>
                </a:solidFill>
              </a:rPr>
              <a:t> set-hostname web01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hostnamectl</a:t>
            </a:r>
            <a:r>
              <a:rPr dirty="0"/>
              <a:t> и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в </a:t>
            </a:r>
            <a:r>
              <a:rPr dirty="0" err="1"/>
              <a:t>паспорте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Статический IPv4-адрес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IPv4 - Internet Protocol version 4, </a:t>
            </a:r>
            <a:r>
              <a:rPr dirty="0" err="1"/>
              <a:t>адресация</a:t>
            </a:r>
            <a:r>
              <a:rPr dirty="0"/>
              <a:t> </a:t>
            </a:r>
            <a:r>
              <a:rPr dirty="0" err="1"/>
              <a:t>вида</a:t>
            </a:r>
            <a:r>
              <a:rPr dirty="0"/>
              <a:t> 192.168.10.20.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предпочтителен</a:t>
            </a:r>
            <a:r>
              <a:rPr dirty="0"/>
              <a:t> </a:t>
            </a:r>
            <a:r>
              <a:rPr dirty="0" err="1"/>
              <a:t>постоянный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клиенты</a:t>
            </a:r>
            <a:r>
              <a:rPr dirty="0"/>
              <a:t> и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ссылаться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стабильный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</a:t>
            </a:r>
            <a:r>
              <a:rPr dirty="0" err="1"/>
              <a:t>addr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рабочем</a:t>
            </a:r>
            <a:r>
              <a:rPr dirty="0"/>
              <a:t> </a:t>
            </a:r>
            <a:r>
              <a:rPr dirty="0" err="1"/>
              <a:t>интерфейсе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inet-адрес</a:t>
            </a:r>
            <a:r>
              <a:rPr dirty="0"/>
              <a:t> с prefix, </a:t>
            </a:r>
            <a:r>
              <a:rPr dirty="0" err="1"/>
              <a:t>например</a:t>
            </a:r>
            <a:r>
              <a:rPr dirty="0"/>
              <a:t> 192.168.10.20/24.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получен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DHCP,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закреплен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reservation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маршрута и DNS перед установкой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к </a:t>
            </a:r>
            <a:r>
              <a:rPr dirty="0" err="1"/>
              <a:t>репозиториям</a:t>
            </a:r>
            <a:r>
              <a:rPr dirty="0"/>
              <a:t> и </a:t>
            </a:r>
            <a:r>
              <a:rPr dirty="0" err="1"/>
              <a:t>рабочий</a:t>
            </a:r>
            <a:r>
              <a:rPr dirty="0"/>
              <a:t> DNS.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route.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default via </a:t>
            </a:r>
            <a:r>
              <a:rPr dirty="0" err="1"/>
              <a:t>адрес_gateway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DNS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: </a:t>
            </a:r>
            <a:r>
              <a:rPr dirty="0" err="1"/>
              <a:t>resolvectl</a:t>
            </a:r>
            <a:r>
              <a:rPr dirty="0"/>
              <a:t> query deb.debian.org.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имена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разрешаются</a:t>
            </a:r>
            <a:r>
              <a:rPr dirty="0"/>
              <a:t>, </a:t>
            </a:r>
            <a:r>
              <a:rPr dirty="0">
                <a:solidFill>
                  <a:srgbClr val="002060"/>
                </a:solidFill>
              </a:rPr>
              <a:t>apt install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завершиться</a:t>
            </a:r>
            <a:r>
              <a:rPr dirty="0"/>
              <a:t> </a:t>
            </a:r>
            <a:r>
              <a:rPr dirty="0" err="1"/>
              <a:t>ошибкой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Обновление индекса пакетов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APT - Advanced Package Tool, </a:t>
            </a:r>
            <a:r>
              <a:rPr dirty="0" err="1"/>
              <a:t>пакетный</a:t>
            </a:r>
            <a:r>
              <a:rPr dirty="0"/>
              <a:t> </a:t>
            </a:r>
            <a:r>
              <a:rPr dirty="0" err="1"/>
              <a:t>менеджер</a:t>
            </a:r>
            <a:r>
              <a:rPr dirty="0"/>
              <a:t> Debian/Ubuntu.</a:t>
            </a:r>
          </a:p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нового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обновляют</a:t>
            </a:r>
            <a:r>
              <a:rPr dirty="0"/>
              <a:t>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индекс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apt update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, а </a:t>
            </a:r>
            <a:r>
              <a:rPr dirty="0" err="1"/>
              <a:t>скачивает</a:t>
            </a:r>
            <a:r>
              <a:rPr dirty="0"/>
              <a:t> </a:t>
            </a:r>
            <a:r>
              <a:rPr dirty="0" err="1"/>
              <a:t>свежий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доступных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Err, </a:t>
            </a:r>
            <a:r>
              <a:rPr dirty="0" err="1"/>
              <a:t>связанных</a:t>
            </a:r>
            <a:r>
              <a:rPr dirty="0"/>
              <a:t> с </a:t>
            </a:r>
            <a:r>
              <a:rPr dirty="0" err="1"/>
              <a:t>сетью</a:t>
            </a:r>
            <a:r>
              <a:rPr dirty="0"/>
              <a:t>, DNS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подписью</a:t>
            </a:r>
            <a:r>
              <a:rPr dirty="0"/>
              <a:t> </a:t>
            </a:r>
            <a:r>
              <a:rPr dirty="0" err="1"/>
              <a:t>репозитория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apt update </a:t>
            </a:r>
            <a:r>
              <a:rPr dirty="0" err="1"/>
              <a:t>прошел</a:t>
            </a:r>
            <a:r>
              <a:rPr dirty="0"/>
              <a:t> с </a:t>
            </a:r>
            <a:r>
              <a:rPr dirty="0" err="1"/>
              <a:t>ошибками</a:t>
            </a:r>
            <a:r>
              <a:rPr dirty="0"/>
              <a:t>, </a:t>
            </a:r>
            <a:r>
              <a:rPr dirty="0" err="1"/>
              <a:t>установку</a:t>
            </a:r>
            <a:r>
              <a:rPr dirty="0"/>
              <a:t> web-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откладывают</a:t>
            </a:r>
            <a:r>
              <a:rPr dirty="0"/>
              <a:t> и </a:t>
            </a:r>
            <a:r>
              <a:rPr dirty="0" err="1"/>
              <a:t>исправляют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подготовка Linux-сервера перед установкой службы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42423F-FB97-40F8-27EB-4BC3A8890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подготовки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оставлен</a:t>
            </a:r>
            <a:r>
              <a:rPr dirty="0"/>
              <a:t> с </a:t>
            </a:r>
            <a:r>
              <a:rPr dirty="0" err="1"/>
              <a:t>именем</a:t>
            </a:r>
            <a:r>
              <a:rPr dirty="0"/>
              <a:t> localhost </a:t>
            </a:r>
            <a:r>
              <a:rPr dirty="0" err="1"/>
              <a:t>или</a:t>
            </a:r>
            <a:r>
              <a:rPr dirty="0"/>
              <a:t> ubuntu, и в </a:t>
            </a:r>
            <a:r>
              <a:rPr dirty="0" err="1"/>
              <a:t>отчетах</a:t>
            </a:r>
            <a:r>
              <a:rPr dirty="0"/>
              <a:t> </a:t>
            </a:r>
            <a:r>
              <a:rPr dirty="0" err="1"/>
              <a:t>непонятно</a:t>
            </a:r>
            <a:r>
              <a:rPr dirty="0"/>
              <a:t>, о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машине</a:t>
            </a:r>
            <a:r>
              <a:rPr dirty="0"/>
              <a:t> </a:t>
            </a:r>
            <a:r>
              <a:rPr dirty="0" err="1"/>
              <a:t>идет</a:t>
            </a:r>
            <a:r>
              <a:rPr dirty="0"/>
              <a:t> </a:t>
            </a:r>
            <a:r>
              <a:rPr dirty="0" err="1"/>
              <a:t>речь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IP-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изменяется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перезагрузки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закреплен</a:t>
            </a:r>
            <a:r>
              <a:rPr dirty="0"/>
              <a:t> в </a:t>
            </a:r>
            <a:r>
              <a:rPr dirty="0" err="1"/>
              <a:t>настройках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DHCP reservation.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пытается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apt update </a:t>
            </a:r>
            <a:r>
              <a:rPr dirty="0" err="1"/>
              <a:t>завершился</a:t>
            </a:r>
            <a:r>
              <a:rPr dirty="0"/>
              <a:t> </a:t>
            </a:r>
            <a:r>
              <a:rPr dirty="0" err="1"/>
              <a:t>ошибками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продолжается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 </a:t>
            </a:r>
            <a:r>
              <a:rPr dirty="0" err="1"/>
              <a:t>вывода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ведется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невозможно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Web-сервер как первый учебный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серверная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: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легко</a:t>
            </a:r>
            <a:r>
              <a:rPr dirty="0"/>
              <a:t> </a:t>
            </a:r>
            <a:r>
              <a:rPr dirty="0" err="1"/>
              <a:t>установить</a:t>
            </a:r>
            <a:r>
              <a:rPr dirty="0"/>
              <a:t>, </a:t>
            </a:r>
            <a:r>
              <a:rPr dirty="0" err="1"/>
              <a:t>проверить</a:t>
            </a:r>
            <a:r>
              <a:rPr dirty="0"/>
              <a:t> и </a:t>
            </a:r>
            <a:r>
              <a:rPr dirty="0" err="1"/>
              <a:t>показать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демонстрирует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: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конфигурация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firewall, </a:t>
            </a:r>
            <a:r>
              <a:rPr dirty="0" err="1"/>
              <a:t>журнал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Nginx </a:t>
            </a:r>
            <a:r>
              <a:rPr dirty="0" err="1"/>
              <a:t>или</a:t>
            </a:r>
            <a:r>
              <a:rPr dirty="0"/>
              <a:t> Apache.</a:t>
            </a:r>
          </a:p>
          <a:p>
            <a:pPr indent="354013">
              <a:defRPr sz="3600"/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 -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сложная</a:t>
            </a:r>
            <a:r>
              <a:rPr dirty="0"/>
              <a:t> web-</a:t>
            </a:r>
            <a:r>
              <a:rPr dirty="0" err="1"/>
              <a:t>разработка</a:t>
            </a:r>
            <a:r>
              <a:rPr dirty="0"/>
              <a:t>, а </a:t>
            </a:r>
            <a:r>
              <a:rPr dirty="0" err="1"/>
              <a:t>публикация</a:t>
            </a:r>
            <a:r>
              <a:rPr dirty="0"/>
              <a:t> и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Nginx и Apache: базовое сравнение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Nginx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web-</a:t>
            </a:r>
            <a:r>
              <a:rPr dirty="0" err="1"/>
              <a:t>сервер</a:t>
            </a:r>
            <a:r>
              <a:rPr dirty="0"/>
              <a:t> и reverse proxy.</a:t>
            </a:r>
          </a:p>
          <a:p>
            <a:pPr indent="354013">
              <a:defRPr sz="3600"/>
            </a:pPr>
            <a:r>
              <a:rPr dirty="0"/>
              <a:t>Apache HTTP Server - </a:t>
            </a:r>
            <a:r>
              <a:rPr dirty="0" err="1"/>
              <a:t>зрелый</a:t>
            </a:r>
            <a:r>
              <a:rPr dirty="0"/>
              <a:t> web-</a:t>
            </a:r>
            <a:r>
              <a:rPr dirty="0" err="1"/>
              <a:t>сервер</a:t>
            </a:r>
            <a:r>
              <a:rPr dirty="0"/>
              <a:t> с </a:t>
            </a:r>
            <a:r>
              <a:rPr dirty="0" err="1"/>
              <a:t>развитой</a:t>
            </a:r>
            <a:r>
              <a:rPr dirty="0"/>
              <a:t> </a:t>
            </a:r>
            <a:r>
              <a:rPr dirty="0" err="1"/>
              <a:t>модульной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Оба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публиковать</a:t>
            </a:r>
            <a:r>
              <a:rPr dirty="0"/>
              <a:t> </a:t>
            </a:r>
            <a:r>
              <a:rPr dirty="0" err="1"/>
              <a:t>статическую</a:t>
            </a:r>
            <a:r>
              <a:rPr dirty="0"/>
              <a:t> HTML-</a:t>
            </a:r>
            <a:r>
              <a:rPr dirty="0" err="1"/>
              <a:t>страницу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Debian/Ubuntu 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называются</a:t>
            </a:r>
            <a:r>
              <a:rPr dirty="0"/>
              <a:t> </a:t>
            </a:r>
            <a:r>
              <a:rPr dirty="0">
                <a:solidFill>
                  <a:srgbClr val="002060"/>
                </a:solidFill>
              </a:rPr>
              <a:t>nginx</a:t>
            </a:r>
            <a:r>
              <a:rPr dirty="0"/>
              <a:t> и </a:t>
            </a:r>
            <a:r>
              <a:rPr dirty="0">
                <a:solidFill>
                  <a:srgbClr val="002060"/>
                </a:solidFill>
              </a:rPr>
              <a:t>apache2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web-</a:t>
            </a:r>
            <a:r>
              <a:rPr dirty="0" err="1"/>
              <a:t>сервер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web-сервера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установкой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выполнен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apt update.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Nginx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apt install nginx.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Apache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apt install apache2.</a:t>
            </a:r>
          </a:p>
          <a:p>
            <a:pPr indent="354013">
              <a:defRPr sz="3600"/>
            </a:pPr>
            <a:r>
              <a:rPr dirty="0"/>
              <a:t>APT </a:t>
            </a:r>
            <a:r>
              <a:rPr dirty="0" err="1"/>
              <a:t>покажет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 и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;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подтверждением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переходят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к </a:t>
            </a:r>
            <a:r>
              <a:rPr dirty="0" err="1"/>
              <a:t>браузеру</a:t>
            </a:r>
            <a:r>
              <a:rPr dirty="0"/>
              <a:t>, а </a:t>
            </a:r>
            <a:r>
              <a:rPr dirty="0" err="1"/>
              <a:t>сначала</a:t>
            </a:r>
            <a:r>
              <a:rPr dirty="0"/>
              <a:t> к </a:t>
            </a:r>
            <a:r>
              <a:rPr dirty="0" err="1"/>
              <a:t>проверке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лежит первая web-страница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Document root - </a:t>
            </a:r>
            <a:r>
              <a:rPr dirty="0" err="1"/>
              <a:t>каталог</a:t>
            </a:r>
            <a:r>
              <a:rPr dirty="0"/>
              <a:t>,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отдает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в Debian/Ubuntu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/var/www/html.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в Debian/Ubuntu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/var/www/html.</a:t>
            </a:r>
          </a:p>
          <a:p>
            <a:pPr indent="354013">
              <a:defRPr sz="3600"/>
            </a:pP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index.html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публикацию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меняется</a:t>
            </a:r>
            <a:r>
              <a:rPr dirty="0"/>
              <a:t> в </a:t>
            </a:r>
            <a:r>
              <a:rPr dirty="0" err="1"/>
              <a:t>браузере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, </a:t>
            </a:r>
            <a:r>
              <a:rPr dirty="0" err="1"/>
              <a:t>кэш</a:t>
            </a:r>
            <a:r>
              <a:rPr dirty="0"/>
              <a:t> </a:t>
            </a:r>
            <a:r>
              <a:rPr dirty="0" err="1"/>
              <a:t>браузера</a:t>
            </a:r>
            <a:r>
              <a:rPr dirty="0"/>
              <a:t> и </a:t>
            </a: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простой HTML-страницы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/var/www/html/index.html.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безопасной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правки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nano /var/www/html/index.html.</a:t>
            </a:r>
          </a:p>
          <a:p>
            <a:pPr indent="354013">
              <a:defRPr sz="3600"/>
            </a:pP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указать</a:t>
            </a:r>
            <a:r>
              <a:rPr dirty="0"/>
              <a:t> </a:t>
            </a:r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номер</a:t>
            </a:r>
            <a:r>
              <a:rPr dirty="0"/>
              <a:t> </a:t>
            </a:r>
            <a:r>
              <a:rPr dirty="0" err="1"/>
              <a:t>лабораторной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сохранения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curl.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старую</a:t>
            </a:r>
            <a:r>
              <a:rPr dirty="0"/>
              <a:t> </a:t>
            </a:r>
            <a:r>
              <a:rPr dirty="0" err="1"/>
              <a:t>страницу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убедиться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изменен</a:t>
            </a:r>
            <a:r>
              <a:rPr dirty="0"/>
              <a:t> </a:t>
            </a:r>
            <a:r>
              <a:rPr dirty="0" err="1"/>
              <a:t>правильный</a:t>
            </a:r>
            <a:r>
              <a:rPr dirty="0"/>
              <a:t> document root.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HTTP-запроса к первой web-странице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719178-4D84-15C3-3D9A-A84C8D775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Управление web-службой через systemctl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systemctl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запустить</a:t>
            </a:r>
            <a:r>
              <a:rPr dirty="0"/>
              <a:t> </a:t>
            </a:r>
            <a:r>
              <a:rPr dirty="0" err="1"/>
              <a:t>ее</a:t>
            </a:r>
            <a:r>
              <a:rPr dirty="0"/>
              <a:t>, </a:t>
            </a:r>
            <a:r>
              <a:rPr dirty="0" err="1"/>
              <a:t>перезапустить</a:t>
            </a:r>
            <a:r>
              <a:rPr dirty="0"/>
              <a:t> и </a:t>
            </a:r>
            <a:r>
              <a:rPr dirty="0" err="1"/>
              <a:t>включить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service-unit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nginx.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в Debian/Ubuntu service-unit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apache2.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состояния web-службы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так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nginx.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systemctl</a:t>
            </a:r>
            <a:r>
              <a:rPr dirty="0"/>
              <a:t> status apache2.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Active: active (running).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 failed,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читать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в </a:t>
            </a:r>
            <a:r>
              <a:rPr dirty="0" err="1"/>
              <a:t>выводе</a:t>
            </a:r>
            <a:r>
              <a:rPr dirty="0"/>
              <a:t> status и </a:t>
            </a:r>
            <a:r>
              <a:rPr dirty="0" err="1"/>
              <a:t>журналах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Status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и </a:t>
            </a:r>
            <a:r>
              <a:rPr dirty="0" err="1"/>
              <a:t>клиента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и автозагрузка web-службы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остановлена</a:t>
            </a:r>
            <a:r>
              <a:rPr dirty="0"/>
              <a:t>,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запускают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start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включения</a:t>
            </a:r>
            <a:r>
              <a:rPr dirty="0"/>
              <a:t> </a:t>
            </a:r>
            <a:r>
              <a:rPr dirty="0" err="1"/>
              <a:t>автозагрузки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enable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совместить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enable --now nginx.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enable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автозагрузку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is-enabled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вместо</a:t>
            </a:r>
            <a:r>
              <a:rPr dirty="0"/>
              <a:t> nginx </a:t>
            </a:r>
            <a:r>
              <a:rPr dirty="0" err="1"/>
              <a:t>используется</a:t>
            </a:r>
            <a:r>
              <a:rPr dirty="0"/>
              <a:t> apache2.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Restart и reload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restart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перезапускает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прервать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restart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reload </a:t>
            </a:r>
            <a:r>
              <a:rPr dirty="0" err="1"/>
              <a:t>просит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 </a:t>
            </a:r>
            <a:r>
              <a:rPr dirty="0" err="1"/>
              <a:t>перечитать</a:t>
            </a:r>
            <a:r>
              <a:rPr dirty="0"/>
              <a:t> </a:t>
            </a:r>
            <a:r>
              <a:rPr dirty="0" err="1"/>
              <a:t>конфигурацию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полного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поддерживается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мягкого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: </a:t>
            </a:r>
            <a:r>
              <a:rPr dirty="0" err="1">
                <a:solidFill>
                  <a:srgbClr val="002060"/>
                </a:solidFill>
              </a:rPr>
              <a:t>sudo</a:t>
            </a:r>
            <a:r>
              <a:rPr dirty="0">
                <a:solidFill>
                  <a:srgbClr val="002060"/>
                </a:solidFill>
              </a:rPr>
              <a:t> </a:t>
            </a:r>
            <a:r>
              <a:rPr dirty="0" err="1">
                <a:solidFill>
                  <a:srgbClr val="002060"/>
                </a:solidFill>
              </a:rPr>
              <a:t>systemctl</a:t>
            </a:r>
            <a:r>
              <a:rPr dirty="0">
                <a:solidFill>
                  <a:srgbClr val="002060"/>
                </a:solidFill>
              </a:rPr>
              <a:t> reload nginx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restart </a:t>
            </a:r>
            <a:r>
              <a:rPr dirty="0" err="1"/>
              <a:t>или</a:t>
            </a:r>
            <a:r>
              <a:rPr dirty="0"/>
              <a:t> reload </a:t>
            </a:r>
            <a:r>
              <a:rPr dirty="0" err="1"/>
              <a:t>снова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status и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странице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делать при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прочитать</a:t>
            </a:r>
            <a:r>
              <a:rPr dirty="0"/>
              <a:t> </a:t>
            </a:r>
            <a:r>
              <a:rPr dirty="0" err="1"/>
              <a:t>systemctl</a:t>
            </a:r>
            <a:r>
              <a:rPr dirty="0"/>
              <a:t> status,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повторять</a:t>
            </a:r>
            <a:r>
              <a:rPr dirty="0"/>
              <a:t> restart </a:t>
            </a:r>
            <a:r>
              <a:rPr dirty="0" err="1"/>
              <a:t>вслепую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связана</a:t>
            </a:r>
            <a:r>
              <a:rPr dirty="0"/>
              <a:t> с </a:t>
            </a:r>
            <a:r>
              <a:rPr dirty="0" err="1"/>
              <a:t>конфигурацией</a:t>
            </a:r>
            <a:r>
              <a:rPr dirty="0"/>
              <a:t> Nginx, </a:t>
            </a:r>
            <a:r>
              <a:rPr dirty="0" err="1"/>
              <a:t>полезна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nginx -t.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apachectl</a:t>
            </a:r>
            <a:r>
              <a:rPr dirty="0"/>
              <a:t> </a:t>
            </a:r>
            <a:r>
              <a:rPr dirty="0" err="1"/>
              <a:t>configtest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исправления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reload </a:t>
            </a:r>
            <a:r>
              <a:rPr dirty="0" err="1"/>
              <a:t>или</a:t>
            </a:r>
            <a:r>
              <a:rPr dirty="0"/>
              <a:t> restart.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стартует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занятого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слушающие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Проверка доступности web-сервиса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Доступность</a:t>
            </a:r>
            <a:r>
              <a:rPr dirty="0"/>
              <a:t> web-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</a:t>
            </a:r>
            <a:r>
              <a:rPr dirty="0" err="1"/>
              <a:t>последовательно</a:t>
            </a:r>
            <a:r>
              <a:rPr dirty="0"/>
              <a:t>: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firewall, </a:t>
            </a:r>
            <a:r>
              <a:rPr dirty="0" err="1"/>
              <a:t>локальный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, </a:t>
            </a:r>
            <a:r>
              <a:rPr dirty="0" err="1"/>
              <a:t>запрос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считать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подтвержденной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потому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установлен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доказать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реально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страницу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профессиональную</a:t>
            </a:r>
            <a:r>
              <a:rPr dirty="0"/>
              <a:t> </a:t>
            </a:r>
            <a:r>
              <a:rPr dirty="0" err="1"/>
              <a:t>диагностику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случайных</a:t>
            </a:r>
            <a:r>
              <a:rPr dirty="0"/>
              <a:t> </a:t>
            </a:r>
            <a:r>
              <a:rPr dirty="0" err="1"/>
              <a:t>попыток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порта через 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>
                <a:solidFill>
                  <a:srgbClr val="002060"/>
                </a:solidFill>
              </a:rPr>
              <a:t>ss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сокеты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и </a:t>
            </a:r>
            <a:r>
              <a:rPr dirty="0" err="1"/>
              <a:t>слушающие</a:t>
            </a:r>
            <a:r>
              <a:rPr dirty="0"/>
              <a:t> </a:t>
            </a:r>
            <a:r>
              <a:rPr dirty="0" err="1"/>
              <a:t>порты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HTTP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>
                <a:solidFill>
                  <a:srgbClr val="002060"/>
                </a:solidFill>
              </a:rPr>
              <a:t>ss -</a:t>
            </a:r>
            <a:r>
              <a:rPr dirty="0" err="1">
                <a:solidFill>
                  <a:srgbClr val="002060"/>
                </a:solidFill>
              </a:rPr>
              <a:t>tulpen</a:t>
            </a:r>
            <a:r>
              <a:rPr dirty="0">
                <a:solidFill>
                  <a:srgbClr val="002060"/>
                </a:solidFill>
              </a:rPr>
              <a:t> | grep ':80'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-t </a:t>
            </a:r>
            <a:r>
              <a:rPr dirty="0" err="1"/>
              <a:t>показывает</a:t>
            </a:r>
            <a:r>
              <a:rPr dirty="0"/>
              <a:t> TCP, -u UDP, -l listening, -p </a:t>
            </a:r>
            <a:r>
              <a:rPr dirty="0" err="1"/>
              <a:t>процесс</a:t>
            </a:r>
            <a:r>
              <a:rPr dirty="0"/>
              <a:t>, -e </a:t>
            </a:r>
            <a:r>
              <a:rPr dirty="0" err="1"/>
              <a:t>расширенную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, -n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вывод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порт</a:t>
            </a:r>
            <a:r>
              <a:rPr dirty="0"/>
              <a:t> 80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nginx </a:t>
            </a:r>
            <a:r>
              <a:rPr dirty="0" err="1"/>
              <a:t>или</a:t>
            </a:r>
            <a:r>
              <a:rPr dirty="0"/>
              <a:t> apache2.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слушается</a:t>
            </a:r>
            <a:r>
              <a:rPr dirty="0"/>
              <a:t>, </a:t>
            </a:r>
            <a:r>
              <a:rPr dirty="0" err="1"/>
              <a:t>клиентский</a:t>
            </a:r>
            <a:r>
              <a:rPr dirty="0"/>
              <a:t> </a:t>
            </a:r>
            <a:r>
              <a:rPr dirty="0" err="1"/>
              <a:t>браузер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сможет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страницу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проверка через curl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curl - </a:t>
            </a:r>
            <a:r>
              <a:rPr dirty="0" err="1"/>
              <a:t>инструмент</a:t>
            </a:r>
            <a:r>
              <a:rPr dirty="0"/>
              <a:t> HTTP-</a:t>
            </a:r>
            <a:r>
              <a:rPr dirty="0" err="1"/>
              <a:t>запросов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командной</a:t>
            </a:r>
            <a:r>
              <a:rPr dirty="0"/>
              <a:t> </a:t>
            </a:r>
            <a:r>
              <a:rPr dirty="0" err="1"/>
              <a:t>строки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: curl http://127.0.0.1.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HTML-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опубликованной</a:t>
            </a:r>
            <a:r>
              <a:rPr dirty="0"/>
              <a:t> </a:t>
            </a:r>
            <a:r>
              <a:rPr dirty="0" err="1"/>
              <a:t>страницы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, web-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, firewall и </a:t>
            </a:r>
            <a:r>
              <a:rPr dirty="0" err="1"/>
              <a:t>сеть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 клиентской машины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Клиентская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самому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браузере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http://IPv4-адрес_сервера.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: http://192.168.10.20.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открылась</a:t>
            </a:r>
            <a:r>
              <a:rPr dirty="0"/>
              <a:t>,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-</a:t>
            </a:r>
            <a:r>
              <a:rPr dirty="0" err="1"/>
              <a:t>сеть</a:t>
            </a:r>
            <a:r>
              <a:rPr dirty="0"/>
              <a:t>-</a:t>
            </a:r>
            <a:r>
              <a:rPr dirty="0" err="1"/>
              <a:t>сервер</a:t>
            </a:r>
            <a:r>
              <a:rPr dirty="0"/>
              <a:t>-web-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диагностику</a:t>
            </a:r>
            <a:r>
              <a:rPr dirty="0"/>
              <a:t> </a:t>
            </a:r>
            <a:r>
              <a:rPr dirty="0" err="1"/>
              <a:t>начинают</a:t>
            </a:r>
            <a:r>
              <a:rPr dirty="0"/>
              <a:t> с ping, firewall 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и публикация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Firewall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к </a:t>
            </a:r>
            <a:r>
              <a:rPr dirty="0" err="1"/>
              <a:t>портам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UFW - Uncomplicated Firewall, </a:t>
            </a:r>
            <a:r>
              <a:rPr dirty="0" err="1"/>
              <a:t>простой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firewall в Ubuntu/Debian-</a:t>
            </a:r>
            <a:r>
              <a:rPr dirty="0" err="1"/>
              <a:t>подобных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разрешения</a:t>
            </a:r>
            <a:r>
              <a:rPr dirty="0"/>
              <a:t> HTTP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allow 80/</a:t>
            </a:r>
            <a:r>
              <a:rPr dirty="0" err="1"/>
              <a:t>tcp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verbose.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UFW </a:t>
            </a:r>
            <a:r>
              <a:rPr dirty="0" err="1"/>
              <a:t>активен</a:t>
            </a:r>
            <a:r>
              <a:rPr dirty="0"/>
              <a:t> и </a:t>
            </a:r>
            <a:r>
              <a:rPr dirty="0" err="1"/>
              <a:t>порт</a:t>
            </a:r>
            <a:r>
              <a:rPr dirty="0"/>
              <a:t> 80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разрешен</a:t>
            </a:r>
            <a:r>
              <a:rPr dirty="0"/>
              <a:t>, web-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недоступной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последовательность проверки web-доступа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80A4D0-D482-E030-5D81-60B89DD4E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недоступной страницы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browser </a:t>
            </a:r>
            <a:r>
              <a:rPr dirty="0" err="1"/>
              <a:t>показывает</a:t>
            </a:r>
            <a:r>
              <a:rPr dirty="0"/>
              <a:t> timeout,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IP-</a:t>
            </a:r>
            <a:r>
              <a:rPr dirty="0" err="1"/>
              <a:t>связность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connection refused,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слушаться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остановлена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403 Forbidden,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в </a:t>
            </a:r>
            <a:r>
              <a:rPr dirty="0" err="1"/>
              <a:t>правах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настройке</a:t>
            </a:r>
            <a:r>
              <a:rPr dirty="0"/>
              <a:t> document root.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404 Not Found,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запрошенный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найден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а с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виноваты</a:t>
            </a:r>
            <a:r>
              <a:rPr dirty="0"/>
              <a:t> firewall,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Журналы web-сервера и документирование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позволяют</a:t>
            </a:r>
            <a:r>
              <a:rPr dirty="0"/>
              <a:t> </a:t>
            </a:r>
            <a:r>
              <a:rPr dirty="0" err="1"/>
              <a:t>доказать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обращался</a:t>
            </a:r>
            <a:r>
              <a:rPr dirty="0"/>
              <a:t> к </a:t>
            </a:r>
            <a:r>
              <a:rPr dirty="0" err="1"/>
              <a:t>серверу</a:t>
            </a:r>
            <a:r>
              <a:rPr dirty="0"/>
              <a:t>, и </a:t>
            </a:r>
            <a:r>
              <a:rPr dirty="0" err="1"/>
              <a:t>увидеть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Документирование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мог</a:t>
            </a:r>
            <a:r>
              <a:rPr dirty="0"/>
              <a:t> </a:t>
            </a:r>
            <a:r>
              <a:rPr dirty="0" err="1"/>
              <a:t>повторить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web-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достаточно</a:t>
            </a:r>
            <a:r>
              <a:rPr dirty="0"/>
              <a:t> </a:t>
            </a:r>
            <a:r>
              <a:rPr dirty="0" err="1"/>
              <a:t>зафиксировать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IP,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firewall и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Хороший</a:t>
            </a:r>
            <a:r>
              <a:rPr dirty="0"/>
              <a:t> </a:t>
            </a:r>
            <a:r>
              <a:rPr dirty="0" err="1"/>
              <a:t>отчет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выводы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результатам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Access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Access log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к web-</a:t>
            </a:r>
            <a:r>
              <a:rPr dirty="0" err="1"/>
              <a:t>серверу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: /var/log/nginx/access.log.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: /var/log/apache2/access.log.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 </a:t>
            </a:r>
            <a:r>
              <a:rPr dirty="0" err="1"/>
              <a:t>последних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tail -n 20 /var/log/nginx/access.log.</a:t>
            </a:r>
          </a:p>
          <a:p>
            <a:pPr indent="354013">
              <a:defRPr sz="3600"/>
            </a:pPr>
            <a:r>
              <a:rPr dirty="0" err="1"/>
              <a:t>Ожидаемый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с IP-</a:t>
            </a:r>
            <a:r>
              <a:rPr dirty="0" err="1"/>
              <a:t>адресом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и HTTP-</a:t>
            </a:r>
            <a:r>
              <a:rPr dirty="0" err="1"/>
              <a:t>статусом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Error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Error log </a:t>
            </a:r>
            <a:r>
              <a:rPr dirty="0" err="1"/>
              <a:t>фиксирует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web-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: /var/log/nginx/error.log.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типичный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: /var/log/apache2/error.log.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наблюдения</a:t>
            </a:r>
            <a:r>
              <a:rPr dirty="0"/>
              <a:t> в </a:t>
            </a:r>
            <a:r>
              <a:rPr dirty="0" err="1"/>
              <a:t>реальном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tail -f /var/log/nginx/error.log.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прав</a:t>
            </a:r>
            <a:r>
              <a:rPr dirty="0"/>
              <a:t>,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, </a:t>
            </a:r>
            <a:r>
              <a:rPr dirty="0" err="1"/>
              <a:t>подсказка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здесь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 службы через journalctl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3827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journalctl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systemd-служб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Nginx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nginx -b --no-pager.</a:t>
            </a:r>
          </a:p>
          <a:p>
            <a:pPr indent="354013">
              <a:defRPr sz="3600"/>
            </a:pPr>
            <a:r>
              <a:rPr dirty="0" err="1"/>
              <a:t>Ключ</a:t>
            </a:r>
            <a:r>
              <a:rPr dirty="0"/>
              <a:t> -u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службу</a:t>
            </a:r>
            <a:r>
              <a:rPr dirty="0"/>
              <a:t>, -b </a:t>
            </a:r>
            <a:r>
              <a:rPr dirty="0" err="1"/>
              <a:t>ограничивает</a:t>
            </a:r>
            <a:r>
              <a:rPr dirty="0"/>
              <a:t> </a:t>
            </a:r>
            <a:r>
              <a:rPr dirty="0" err="1"/>
              <a:t>текущей</a:t>
            </a:r>
            <a:r>
              <a:rPr dirty="0"/>
              <a:t> </a:t>
            </a:r>
            <a:r>
              <a:rPr dirty="0" err="1"/>
              <a:t>загрузкой</a:t>
            </a:r>
            <a:r>
              <a:rPr dirty="0"/>
              <a:t>, --no-pager </a:t>
            </a:r>
            <a:r>
              <a:rPr dirty="0" err="1"/>
              <a:t>выводит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Apache </a:t>
            </a:r>
            <a:r>
              <a:rPr dirty="0" err="1"/>
              <a:t>используют</a:t>
            </a:r>
            <a:r>
              <a:rPr dirty="0"/>
              <a:t>: </a:t>
            </a:r>
            <a:r>
              <a:rPr dirty="0" err="1"/>
              <a:t>journalctl</a:t>
            </a:r>
            <a:r>
              <a:rPr dirty="0"/>
              <a:t> -u apache2 -b --no-pager.</a:t>
            </a:r>
          </a:p>
          <a:p>
            <a:pPr indent="354013">
              <a:defRPr sz="3600"/>
            </a:pP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журнал</a:t>
            </a:r>
            <a:r>
              <a:rPr dirty="0"/>
              <a:t>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ошибках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, reload </a:t>
            </a:r>
            <a:r>
              <a:rPr dirty="0" err="1"/>
              <a:t>или</a:t>
            </a:r>
            <a:r>
              <a:rPr dirty="0"/>
              <a:t> restart.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Паспорт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- </a:t>
            </a:r>
            <a:r>
              <a:rPr dirty="0" err="1"/>
              <a:t>краткая</a:t>
            </a:r>
            <a:r>
              <a:rPr dirty="0"/>
              <a:t> </a:t>
            </a:r>
            <a:r>
              <a:rPr dirty="0" err="1"/>
              <a:t>техническая</a:t>
            </a:r>
            <a:r>
              <a:rPr dirty="0"/>
              <a:t> </a:t>
            </a:r>
            <a:r>
              <a:rPr dirty="0" err="1"/>
              <a:t>карточка</a:t>
            </a:r>
            <a:r>
              <a:rPr dirty="0"/>
              <a:t>, </a:t>
            </a:r>
            <a:r>
              <a:rPr dirty="0" err="1"/>
              <a:t>которая</a:t>
            </a:r>
            <a:r>
              <a:rPr dirty="0"/>
              <a:t>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установленный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включают</a:t>
            </a:r>
            <a:r>
              <a:rPr dirty="0"/>
              <a:t> hostname, IPv4-адрес, </a:t>
            </a:r>
            <a:r>
              <a:rPr dirty="0" err="1"/>
              <a:t>роль</a:t>
            </a:r>
            <a:r>
              <a:rPr dirty="0"/>
              <a:t>, </a:t>
            </a:r>
            <a:r>
              <a:rPr dirty="0" err="1"/>
              <a:t>установленный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firewall-</a:t>
            </a:r>
            <a:r>
              <a:rPr dirty="0" err="1"/>
              <a:t>правило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к web-</a:t>
            </a:r>
            <a:r>
              <a:rPr dirty="0" err="1"/>
              <a:t>каталогу</a:t>
            </a:r>
            <a:r>
              <a:rPr dirty="0"/>
              <a:t> и </a:t>
            </a:r>
            <a:r>
              <a:rPr dirty="0" err="1"/>
              <a:t>журналам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записывают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и </a:t>
            </a:r>
            <a:r>
              <a:rPr dirty="0" err="1"/>
              <a:t>итог</a:t>
            </a:r>
            <a:r>
              <a:rPr dirty="0"/>
              <a:t>: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Паспорт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терять</a:t>
            </a:r>
            <a:r>
              <a:rPr dirty="0"/>
              <a:t> </a:t>
            </a:r>
            <a:r>
              <a:rPr dirty="0" err="1"/>
              <a:t>контекст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лабораторными</a:t>
            </a:r>
            <a:r>
              <a:rPr dirty="0"/>
              <a:t> </a:t>
            </a:r>
            <a:r>
              <a:rPr dirty="0" err="1"/>
              <a:t>работами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чек-лист результата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19402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hostname </a:t>
            </a:r>
            <a:r>
              <a:rPr dirty="0" err="1"/>
              <a:t>задан</a:t>
            </a:r>
            <a:r>
              <a:rPr dirty="0"/>
              <a:t> и </a:t>
            </a:r>
            <a:r>
              <a:rPr dirty="0" err="1"/>
              <a:t>зафиксирован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IPv4-адрес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известен</a:t>
            </a:r>
            <a:r>
              <a:rPr dirty="0"/>
              <a:t> и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Web-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установлен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 active (running).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TCP-</a:t>
            </a:r>
            <a:r>
              <a:rPr dirty="0" err="1"/>
              <a:t>порт</a:t>
            </a:r>
            <a:r>
              <a:rPr dirty="0"/>
              <a:t> 80 </a:t>
            </a:r>
            <a:r>
              <a:rPr dirty="0" err="1"/>
              <a:t>слушается</a:t>
            </a:r>
            <a:r>
              <a:rPr dirty="0"/>
              <a:t> </a:t>
            </a:r>
            <a:r>
              <a:rPr dirty="0" err="1"/>
              <a:t>нужным</a:t>
            </a:r>
            <a:r>
              <a:rPr dirty="0"/>
              <a:t> </a:t>
            </a:r>
            <a:r>
              <a:rPr dirty="0" err="1"/>
              <a:t>процессом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разрешает</a:t>
            </a:r>
            <a:r>
              <a:rPr dirty="0"/>
              <a:t> HTTP, </a:t>
            </a:r>
            <a:r>
              <a:rPr dirty="0" err="1"/>
              <a:t>страница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с </a:t>
            </a:r>
            <a:r>
              <a:rPr dirty="0" err="1"/>
              <a:t>клиента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Access/error logs </a:t>
            </a:r>
            <a:r>
              <a:rPr dirty="0" err="1"/>
              <a:t>проверены</a:t>
            </a:r>
            <a:r>
              <a:rPr dirty="0"/>
              <a:t>,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внесен</a:t>
            </a:r>
            <a:r>
              <a:rPr dirty="0"/>
              <a:t> в </a:t>
            </a:r>
            <a:r>
              <a:rPr dirty="0" err="1"/>
              <a:t>отчет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Linux-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 </a:t>
            </a:r>
            <a:r>
              <a:rPr dirty="0" err="1"/>
              <a:t>рассматривается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управляемая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в </a:t>
            </a:r>
            <a:r>
              <a:rPr dirty="0" err="1"/>
              <a:t>инфраструктуре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Сервисная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конфигурацию</a:t>
            </a:r>
            <a:r>
              <a:rPr dirty="0"/>
              <a:t>, </a:t>
            </a:r>
            <a:r>
              <a:rPr dirty="0" err="1"/>
              <a:t>службу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журнал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Публикация</a:t>
            </a:r>
            <a:r>
              <a:rPr dirty="0"/>
              <a:t> web-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подготовки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, </a:t>
            </a:r>
            <a:r>
              <a:rPr dirty="0" err="1"/>
              <a:t>установки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, </a:t>
            </a:r>
            <a:r>
              <a:rPr dirty="0" err="1"/>
              <a:t>запуска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и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идти</a:t>
            </a:r>
            <a:r>
              <a:rPr dirty="0"/>
              <a:t> </a:t>
            </a:r>
            <a:r>
              <a:rPr dirty="0" err="1"/>
              <a:t>последовательно</a:t>
            </a:r>
            <a:r>
              <a:rPr dirty="0"/>
              <a:t>: status, </a:t>
            </a:r>
            <a:r>
              <a:rPr dirty="0" err="1"/>
              <a:t>порт</a:t>
            </a:r>
            <a:r>
              <a:rPr dirty="0"/>
              <a:t>, firewall, curl, </a:t>
            </a:r>
            <a:r>
              <a:rPr dirty="0" err="1"/>
              <a:t>браузер</a:t>
            </a:r>
            <a:r>
              <a:rPr dirty="0"/>
              <a:t>, </a:t>
            </a:r>
            <a:r>
              <a:rPr dirty="0" err="1"/>
              <a:t>журналы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Документирование</a:t>
            </a:r>
            <a:r>
              <a:rPr dirty="0"/>
              <a:t> </a:t>
            </a:r>
            <a:r>
              <a:rPr dirty="0" err="1"/>
              <a:t>превращает</a:t>
            </a:r>
            <a:r>
              <a:rPr dirty="0"/>
              <a:t> </a:t>
            </a:r>
            <a:r>
              <a:rPr dirty="0" err="1"/>
              <a:t>выполненную</a:t>
            </a:r>
            <a:r>
              <a:rPr dirty="0"/>
              <a:t> </a:t>
            </a:r>
            <a:r>
              <a:rPr dirty="0" err="1"/>
              <a:t>настройку</a:t>
            </a:r>
            <a:r>
              <a:rPr dirty="0"/>
              <a:t> в </a:t>
            </a:r>
            <a:r>
              <a:rPr dirty="0" err="1"/>
              <a:t>воспроизводимый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Linux-</a:t>
            </a:r>
            <a:r>
              <a:rPr dirty="0" err="1"/>
              <a:t>сервер</a:t>
            </a:r>
            <a:r>
              <a:rPr dirty="0"/>
              <a:t> в </a:t>
            </a:r>
            <a:r>
              <a:rPr dirty="0" err="1"/>
              <a:t>инфраструктуре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Linux 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корпоративной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связаны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, </a:t>
            </a:r>
            <a:r>
              <a:rPr dirty="0" err="1"/>
              <a:t>конфигурационный</a:t>
            </a:r>
            <a:r>
              <a:rPr dirty="0"/>
              <a:t> </a:t>
            </a:r>
            <a:r>
              <a:rPr dirty="0" err="1"/>
              <a:t>файл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журнал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задавать</a:t>
            </a:r>
            <a:r>
              <a:rPr dirty="0"/>
              <a:t> </a:t>
            </a:r>
            <a:r>
              <a:rPr dirty="0" err="1"/>
              <a:t>понятный</a:t>
            </a:r>
            <a:r>
              <a:rPr dirty="0"/>
              <a:t> hostname и </a:t>
            </a:r>
            <a:r>
              <a:rPr dirty="0" err="1"/>
              <a:t>статический</a:t>
            </a:r>
            <a:r>
              <a:rPr dirty="0"/>
              <a:t> IPv4-адрес?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web-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запущена</a:t>
            </a:r>
            <a:r>
              <a:rPr dirty="0"/>
              <a:t> и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firewall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публикации</a:t>
            </a:r>
            <a:r>
              <a:rPr dirty="0"/>
              <a:t> web-</a:t>
            </a:r>
            <a:r>
              <a:rPr dirty="0" err="1"/>
              <a:t>сервиса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</a:t>
            </a:r>
            <a:r>
              <a:rPr dirty="0" err="1"/>
              <a:t>следует</a:t>
            </a:r>
            <a:r>
              <a:rPr dirty="0"/>
              <a:t> </a:t>
            </a:r>
            <a:r>
              <a:rPr dirty="0" err="1"/>
              <a:t>включить</a:t>
            </a:r>
            <a:r>
              <a:rPr dirty="0"/>
              <a:t> в </a:t>
            </a:r>
            <a:r>
              <a:rPr dirty="0" err="1"/>
              <a:t>паспорт</a:t>
            </a:r>
            <a:r>
              <a:rPr dirty="0"/>
              <a:t> Linux-</a:t>
            </a:r>
            <a:r>
              <a:rPr dirty="0" err="1"/>
              <a:t>сервера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3014</Words>
  <Application>Microsoft Office PowerPoint</Application>
  <PresentationFormat>Широкоэкранный</PresentationFormat>
  <Paragraphs>285</Paragraphs>
  <Slides>54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2026-07-14T12:02:19Z</dcterms:modified>
  <cp:category/>
</cp:coreProperties>
</file>