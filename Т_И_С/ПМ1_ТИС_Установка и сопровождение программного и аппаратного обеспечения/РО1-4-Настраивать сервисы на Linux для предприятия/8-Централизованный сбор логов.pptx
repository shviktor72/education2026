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312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313" r:id="rId20"/>
    <p:sldId id="273" r:id="rId21"/>
    <p:sldId id="274" r:id="rId22"/>
    <p:sldId id="275" r:id="rId23"/>
    <p:sldId id="276" r:id="rId24"/>
    <p:sldId id="277" r:id="rId25"/>
    <p:sldId id="278" r:id="rId26"/>
    <p:sldId id="314" r:id="rId27"/>
    <p:sldId id="279" r:id="rId28"/>
    <p:sldId id="280" r:id="rId29"/>
    <p:sldId id="281" r:id="rId30"/>
    <p:sldId id="282" r:id="rId31"/>
    <p:sldId id="283" r:id="rId32"/>
    <p:sldId id="315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8. Централизованный сбор логов: Syslog и rsyslog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Понять, зачем предприятию нужен централизованный сбор системных журналов</a:t>
            </a:r>
          </a:p>
          <a:p>
            <a:pPr>
              <a:defRPr sz="3600"/>
            </a:pPr>
            <a:r>
              <a:t>Объяснять Syslog через facility, severity, формат сообщения и сетевой транспорт</a:t>
            </a:r>
          </a:p>
          <a:p>
            <a:pPr>
              <a:defRPr sz="3600"/>
            </a:pPr>
            <a:r>
              <a:t>Различать роли log-клиента, relay-узла и сервера-коллектора</a:t>
            </a:r>
          </a:p>
          <a:p>
            <a:pPr>
              <a:defRPr sz="3600"/>
            </a:pPr>
            <a:r>
              <a:t>Настраивать базовый прием и пересылку логов через rsyslog</a:t>
            </a:r>
          </a:p>
          <a:p>
            <a:pPr>
              <a:defRPr sz="3600"/>
            </a:pPr>
            <a:r>
              <a:t>Проверять доставку сообщений, ротацию журналов и типовые ошибки настройки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вопросы: 1-4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Проблема анализа и безопасности локальных журналов на предприятии</a:t>
            </a:r>
          </a:p>
          <a:p>
            <a:pPr>
              <a:defRPr sz="3600"/>
            </a:pPr>
            <a:r>
              <a:t>2. Архитектура и стандарт Syslog RFC 5424</a:t>
            </a:r>
          </a:p>
          <a:p>
            <a:pPr>
              <a:defRPr sz="3600"/>
            </a:pPr>
            <a:r>
              <a:t>3. Участники процесса: клиенты, релеи и сервер-коллектор</a:t>
            </a:r>
          </a:p>
          <a:p>
            <a:pPr>
              <a:defRPr sz="3600"/>
            </a:pPr>
            <a:r>
              <a:t>4. Архитектура и конфигурация rsyslog в Linux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вопросы: 5-8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5. Практика: настройка rsyslog-сервера-коллектора</a:t>
            </a:r>
          </a:p>
          <a:p>
            <a:pPr>
              <a:defRPr sz="3600"/>
            </a:pPr>
            <a:r>
              <a:t>6. Практика: настройка rsyslog-клиента-отправителя</a:t>
            </a:r>
          </a:p>
          <a:p>
            <a:pPr>
              <a:defRPr sz="3600"/>
            </a:pPr>
            <a:r>
              <a:t>7. logger и ротация логов logrotate</a:t>
            </a:r>
          </a:p>
          <a:p>
            <a:pPr>
              <a:defRPr sz="3600"/>
            </a:pPr>
            <a:r>
              <a:t>8. Диагностика, тестирование и типичные ошибки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сценарий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Внутренняя учебная зона: company.test</a:t>
            </a:r>
          </a:p>
          <a:p>
            <a:pPr>
              <a:defRPr sz="3600"/>
            </a:pPr>
            <a:r>
              <a:t>Сервер log01.company.test с адресом 192.168.10.100 принимает журналы от Linux-серверов</a:t>
            </a:r>
          </a:p>
          <a:p>
            <a:pPr>
              <a:defRPr sz="3600"/>
            </a:pPr>
            <a:r>
              <a:t>Клиент web01.company.test отправляет свои системные и служебные события на log01</a:t>
            </a:r>
          </a:p>
          <a:p>
            <a:pPr>
              <a:defRPr sz="3600"/>
            </a:pPr>
            <a:r>
              <a:t>Журналы удаленных узлов раскладываются в /var/log/remote/%HOSTNAME%/%PROGRAMNAME%.log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Проблема анализа и безопасности локальных журналов на предприятии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Log, журнал событий, фиксирует действия системы, служб, пользователей и ошибок</a:t>
            </a:r>
          </a:p>
          <a:p>
            <a:pPr>
              <a:defRPr sz="3600"/>
            </a:pPr>
            <a:r>
              <a:t>На одном сервере администратор может смотреть /var/log вручную</a:t>
            </a:r>
          </a:p>
          <a:p>
            <a:pPr>
              <a:defRPr sz="3600"/>
            </a:pPr>
            <a:r>
              <a:t>Когда серверов становится 10-20 и больше, ручной просмотр журналов превращается в медленную и неполную проверку</a:t>
            </a:r>
          </a:p>
          <a:p>
            <a:pPr>
              <a:defRPr sz="3600"/>
            </a:pPr>
            <a:r>
              <a:t>Централизованный сбор логов нужен, чтобы видеть события инфраструктуры в одном месте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Для чего нужны системные журналы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аудите безопасности журналы помогают понять, кто входил в систему и какие действия выполнял</a:t>
            </a:r>
          </a:p>
          <a:p>
            <a:pPr>
              <a:defRPr sz="3600"/>
            </a:pPr>
            <a:r>
              <a:t>При сбоях журналы показывают причину остановки службы, ошибку конфигурации или нехватку ресурса</a:t>
            </a:r>
          </a:p>
          <a:p>
            <a:pPr>
              <a:defRPr sz="3600"/>
            </a:pPr>
            <a:r>
              <a:t>В мониторинге журналы дополняют метрики и показывают текстовые признаки проблемы</a:t>
            </a:r>
          </a:p>
          <a:p>
            <a:pPr>
              <a:defRPr sz="3600"/>
            </a:pPr>
            <a:r>
              <a:t>Для расследования инцидента важна не одна строка, а последовательность событий во времени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локальных журналов недостаточно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Локальный журнал хранится на том же сервере, который может выйти из строя</a:t>
            </a:r>
          </a:p>
          <a:p>
            <a:pPr>
              <a:defRPr sz="3600"/>
            </a:pPr>
            <a:r>
              <a:t>Если диск сервера поврежден или переполнен, важные записи могут быть потеряны</a:t>
            </a:r>
          </a:p>
          <a:p>
            <a:pPr>
              <a:defRPr sz="3600"/>
            </a:pPr>
            <a:r>
              <a:t>Администратор тратит время на подключение к каждому узлу отдельно</a:t>
            </a:r>
          </a:p>
          <a:p>
            <a:pPr>
              <a:defRPr sz="3600"/>
            </a:pPr>
            <a:r>
              <a:t>Сравнивать события с разных серверов трудно, если время и формат записей не согласованы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Локальные логи и риск после взлома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После компрометации сервера злоумышленник часто пытается удалить следы из /var/log</a:t>
            </a:r>
          </a:p>
          <a:p>
            <a:pPr>
              <a:defRPr sz="3600"/>
            </a:pPr>
            <a:r>
              <a:t>Если журналы уже отправлены на отдельный сервер, удалить следы становится сложнее</a:t>
            </a:r>
          </a:p>
          <a:p>
            <a:pPr>
              <a:defRPr sz="3600"/>
            </a:pPr>
            <a:r>
              <a:t>Сервер-коллектор должен быть защищен строже, чем обычные прикладные серверы</a:t>
            </a:r>
          </a:p>
          <a:p>
            <a:pPr>
              <a:defRPr sz="3600"/>
            </a:pPr>
            <a:r>
              <a:t>Централизация не отменяет защиту локального сервера, но повышает шанс сохранить доказательства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локальные</a:t>
            </a:r>
            <a:r>
              <a:rPr dirty="0"/>
              <a:t> </a:t>
            </a:r>
            <a:r>
              <a:rPr dirty="0" err="1"/>
              <a:t>журналы</a:t>
            </a:r>
            <a:r>
              <a:rPr dirty="0"/>
              <a:t> и </a:t>
            </a:r>
            <a:r>
              <a:rPr dirty="0" err="1"/>
              <a:t>централизованный</a:t>
            </a:r>
            <a:r>
              <a:rPr dirty="0"/>
              <a:t> </a:t>
            </a:r>
            <a:r>
              <a:rPr dirty="0" err="1"/>
              <a:t>сбор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5DEA19-B291-22D0-922F-5871D9D591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8863B-3278-0FA6-9DCB-C76AA19FE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54CF58-B043-6481-1F4E-9FD7D5D44631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локальные</a:t>
            </a:r>
            <a:r>
              <a:rPr dirty="0"/>
              <a:t> </a:t>
            </a:r>
            <a:r>
              <a:rPr dirty="0" err="1"/>
              <a:t>журналы</a:t>
            </a:r>
            <a:r>
              <a:rPr dirty="0"/>
              <a:t> и </a:t>
            </a:r>
            <a:r>
              <a:rPr dirty="0" err="1"/>
              <a:t>централизованный</a:t>
            </a:r>
            <a:r>
              <a:rPr dirty="0"/>
              <a:t> </a:t>
            </a:r>
            <a:r>
              <a:rPr dirty="0" err="1"/>
              <a:t>сбор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EE2A78-8515-F0C1-8F75-19A7A573387E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4CCCB04-C33C-5EAD-4EBE-DCF8944B7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826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должен обеспечить log-сервер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Принимать события от разных узлов по сети</a:t>
            </a:r>
          </a:p>
          <a:p>
            <a:pPr>
              <a:defRPr sz="3600"/>
            </a:pPr>
            <a:r>
              <a:t>Сохранять журналы в понятной структуре каталогов и файлов</a:t>
            </a:r>
          </a:p>
          <a:p>
            <a:pPr>
              <a:defRPr sz="3600"/>
            </a:pPr>
            <a:r>
              <a:t>Отделять удаленные логи от собственных локальных журналов</a:t>
            </a:r>
          </a:p>
          <a:p>
            <a:pPr>
              <a:defRPr sz="3600"/>
            </a:pPr>
            <a:r>
              <a:t>Иметь достаточно дискового пространства и настроенную ротацию</a:t>
            </a:r>
          </a:p>
          <a:p>
            <a:pPr>
              <a:defRPr sz="3600"/>
            </a:pPr>
            <a:r>
              <a:t>Ограничивать доступ к журналам, потому что они могут содержать чувствительные данные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Архитектура и стандарт Syslog RFC 5424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Syslog — стандартный подход к передаче и описанию системных сообщений журналирования</a:t>
            </a:r>
          </a:p>
          <a:p>
            <a:pPr>
              <a:defRPr sz="3600"/>
            </a:pPr>
            <a:r>
              <a:t>Syslog можно понимать как формат сообщения, протокол передачи и сетевой сервис</a:t>
            </a:r>
          </a:p>
          <a:p>
            <a:pPr>
              <a:defRPr sz="3600"/>
            </a:pPr>
            <a:r>
              <a:t>RFC (Request for Comments) 5424 описывает современный формат Syslog-сообщений</a:t>
            </a:r>
          </a:p>
          <a:p>
            <a:pPr>
              <a:defRPr sz="3600"/>
            </a:pPr>
            <a:r>
              <a:t>Syslog помогает разным устройствам и службам передавать события в едином виде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Из чего состоит Syslog-сообщение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Facility показывает источник или категорию события</a:t>
            </a:r>
          </a:p>
          <a:p>
            <a:pPr>
              <a:defRPr sz="3600"/>
            </a:pPr>
            <a:r>
              <a:t>Severity показывает важность или критичность события</a:t>
            </a:r>
          </a:p>
          <a:p>
            <a:pPr>
              <a:defRPr sz="3600"/>
            </a:pPr>
            <a:r>
              <a:t>Timestamp фиксирует время создания сообщения</a:t>
            </a:r>
          </a:p>
          <a:p>
            <a:pPr>
              <a:defRPr sz="3600"/>
            </a:pPr>
            <a:r>
              <a:t>Hostname показывает узел, который отправил сообщение</a:t>
            </a:r>
          </a:p>
          <a:p>
            <a:pPr>
              <a:defRPr sz="3600"/>
            </a:pPr>
            <a:r>
              <a:t>Message содержит текст события, понятный администратору или системе анализа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Facility: источник сообщения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Facility, источник сообщения, помогает отделять события безопасности, ядра, почты и приложений</a:t>
            </a:r>
          </a:p>
          <a:p>
            <a:pPr>
              <a:defRPr sz="3600"/>
            </a:pPr>
            <a:r>
              <a:t>auth и authpriv применяются для событий авторизации и безопасности</a:t>
            </a:r>
          </a:p>
          <a:p>
            <a:pPr>
              <a:defRPr sz="3600"/>
            </a:pPr>
            <a:r>
              <a:t>cron используется для событий планировщика заданий</a:t>
            </a:r>
          </a:p>
          <a:p>
            <a:pPr>
              <a:defRPr sz="3600"/>
            </a:pPr>
            <a:r>
              <a:t>daemon применяется для системных служб и демонов</a:t>
            </a:r>
          </a:p>
          <a:p>
            <a:pPr>
              <a:defRPr sz="3600"/>
            </a:pPr>
            <a:r>
              <a:t>local0-local7 оставлены для пользовательских приложений и учебных сценариев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Severity: уровень важности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Severity, уровень важности, определяет срочность реакции администратора</a:t>
            </a:r>
          </a:p>
          <a:p>
            <a:pPr>
              <a:defRPr sz="3600"/>
            </a:pPr>
            <a:r>
              <a:t>Emergency, Alert и Critical означают аварийные или близкие к аварийным состояния</a:t>
            </a:r>
          </a:p>
          <a:p>
            <a:pPr>
              <a:defRPr sz="3600"/>
            </a:pPr>
            <a:r>
              <a:t>Error и Warning показывают ошибки и предупреждения, требующие анализа</a:t>
            </a:r>
          </a:p>
          <a:p>
            <a:pPr>
              <a:defRPr sz="3600"/>
            </a:pPr>
            <a:r>
              <a:t>Notice и Informational описывают нормальные, но полезные события</a:t>
            </a:r>
          </a:p>
          <a:p>
            <a:pPr>
              <a:defRPr sz="3600"/>
            </a:pPr>
            <a:r>
              <a:t>Debug содержит отладочную информацию и может быстро создавать большой объем логов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Шкала severity 0-7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0 Emergency: система неработоспособна</a:t>
            </a:r>
          </a:p>
          <a:p>
            <a:pPr>
              <a:defRPr sz="3600"/>
            </a:pPr>
            <a:r>
              <a:t>1 Alert: требуется немедленное вмешательство</a:t>
            </a:r>
          </a:p>
          <a:p>
            <a:pPr>
              <a:defRPr sz="3600"/>
            </a:pPr>
            <a:r>
              <a:t>2 Critical и 3 Error: критическое состояние или ошибка службы</a:t>
            </a:r>
          </a:p>
          <a:p>
            <a:pPr>
              <a:defRPr sz="3600"/>
            </a:pPr>
            <a:r>
              <a:t>4 Warning и 5 Notice: предупреждение или значимое нормальное событие</a:t>
            </a:r>
          </a:p>
          <a:p>
            <a:pPr>
              <a:defRPr sz="3600"/>
            </a:pPr>
            <a:r>
              <a:t>6 Informational и 7 Debug: информационные и отладочные сообщения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facility, severity и </a:t>
            </a:r>
            <a:r>
              <a:rPr dirty="0" err="1"/>
              <a:t>тело</a:t>
            </a:r>
            <a:r>
              <a:rPr dirty="0"/>
              <a:t> Syslog-</a:t>
            </a:r>
            <a:r>
              <a:rPr dirty="0" err="1"/>
              <a:t>сообщения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600EF00-3952-1C2D-F5C9-F93BCB5138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7ADA0-93A7-7E87-9A03-028DA1ED6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7C4168-80A6-5168-ECF3-B2113C175DE5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facility, severity и </a:t>
            </a:r>
            <a:r>
              <a:rPr dirty="0" err="1"/>
              <a:t>тело</a:t>
            </a:r>
            <a:r>
              <a:rPr dirty="0"/>
              <a:t> Syslog-</a:t>
            </a:r>
            <a:r>
              <a:rPr dirty="0" err="1"/>
              <a:t>сообщения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598CA8-3D2C-6004-3F57-8C300B9C95EA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561C6AB-B3DE-BD7C-A1F8-3D6F93EC4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696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UDP 514 и TCP 514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UDP (User Datagram Protocol) 514 — быстрый транспорт Syslog без подтверждения доставки</a:t>
            </a:r>
          </a:p>
          <a:p>
            <a:pPr>
              <a:defRPr sz="3600"/>
            </a:pPr>
            <a:r>
              <a:t>TCP (Transmission Control Protocol) 514 использует соединение и надежнее при передаче важных событий</a:t>
            </a:r>
          </a:p>
          <a:p>
            <a:pPr>
              <a:defRPr sz="3600"/>
            </a:pPr>
            <a:r>
              <a:t>UDP подходит для простых сценариев и большого потока некритичных сообщений</a:t>
            </a:r>
          </a:p>
          <a:p>
            <a:pPr>
              <a:defRPr sz="3600"/>
            </a:pPr>
            <a:r>
              <a:t>TCP предпочтительнее, когда потеря журналов недопустима или требуется буферизация на клиенте</a:t>
            </a:r>
          </a:p>
          <a:p>
            <a:pPr>
              <a:defRPr sz="3600"/>
            </a:pPr>
            <a:r>
              <a:t>Firewall на log-сервере должен разрешать выбранный протокол и порт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Участники процесса: клиенты, релеи и сервер-коллектор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Log Generator, клиент или генератор логов, создает события и отправляет их наружу</a:t>
            </a:r>
          </a:p>
          <a:p>
            <a:pPr>
              <a:defRPr sz="3600"/>
            </a:pPr>
            <a:r>
              <a:t>Log Relay, релей, принимает события из сегмента сети и пересылает их дальше</a:t>
            </a:r>
          </a:p>
          <a:p>
            <a:pPr>
              <a:defRPr sz="3600"/>
            </a:pPr>
            <a:r>
              <a:t>Log Collector, сервер-коллектор, принимает и хранит журналы от многих узлов</a:t>
            </a:r>
          </a:p>
          <a:p>
            <a:pPr>
              <a:defRPr sz="3600"/>
            </a:pPr>
            <a:r>
              <a:t>Разделение ролей помогает строить логирование для филиалов, DMZ и разных подсетей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Log Generator: источник событий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Клиентом может быть Linux-сервер, маршрутизатор, firewall, веб-сервер или приложение</a:t>
            </a:r>
          </a:p>
          <a:p>
            <a:pPr>
              <a:defRPr sz="3600"/>
            </a:pPr>
            <a:r>
              <a:t>На Linux роль отправителя часто выполняет rsyslog</a:t>
            </a:r>
          </a:p>
          <a:p>
            <a:pPr>
              <a:defRPr sz="3600"/>
            </a:pPr>
            <a:r>
              <a:t>Клиент должен знать адрес log-сервера, транспорт и правило пересылки</a:t>
            </a:r>
          </a:p>
          <a:p>
            <a:pPr>
              <a:defRPr sz="3600"/>
            </a:pPr>
            <a:r>
              <a:t>На web01.company.test клиент будет отправлять все события на 192.168.10.100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Log Relay: промежуточный узел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Релей полезен, когда филиал имеет много устройств и узкий канал до центрального офиса</a:t>
            </a:r>
          </a:p>
          <a:p>
            <a:pPr>
              <a:defRPr sz="3600"/>
            </a:pPr>
            <a:r>
              <a:t>Он может агрегировать события локального сегмента и пересылать их на главный коллектор</a:t>
            </a:r>
          </a:p>
          <a:p>
            <a:pPr>
              <a:defRPr sz="3600"/>
            </a:pPr>
            <a:r>
              <a:t>Релей снижает число прямых соединений между филиалом и центральным log-сервером</a:t>
            </a:r>
          </a:p>
          <a:p>
            <a:pPr>
              <a:defRPr sz="3600"/>
            </a:pPr>
            <a:r>
              <a:t>Если релей настроен ошибочно, можно получить задержки или потерю части событий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Log Collector: сервер хранения журналов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Коллектор принимает сообщения, раскладывает их по файлам и хранит историю событий</a:t>
            </a:r>
          </a:p>
          <a:p>
            <a:pPr>
              <a:defRPr sz="3600"/>
            </a:pPr>
            <a:r>
              <a:t>Ему нужны диск, ротация, резервное копирование и ограничение доступа</a:t>
            </a:r>
          </a:p>
          <a:p>
            <a:pPr>
              <a:defRPr sz="3600"/>
            </a:pPr>
            <a:r>
              <a:t>На log01 удаленные события будут храниться отдельно от локальных журналов самого сервера</a:t>
            </a:r>
          </a:p>
          <a:p>
            <a:pPr>
              <a:defRPr sz="3600"/>
            </a:pPr>
            <a:r>
              <a:t>Сервер-коллектор не должен бесконтрольно пересылать принятые события обратно клиентам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Топология</a:t>
            </a:r>
            <a:r>
              <a:rPr dirty="0"/>
              <a:t>: </a:t>
            </a:r>
            <a:r>
              <a:rPr dirty="0" err="1"/>
              <a:t>клиент</a:t>
            </a:r>
            <a:r>
              <a:rPr dirty="0"/>
              <a:t>, </a:t>
            </a:r>
            <a:r>
              <a:rPr dirty="0" err="1"/>
              <a:t>релей</a:t>
            </a:r>
            <a:r>
              <a:rPr dirty="0"/>
              <a:t> и </a:t>
            </a:r>
            <a:r>
              <a:rPr dirty="0" err="1"/>
              <a:t>сервер-коллектор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9BBF014-F06A-341F-B8CC-323ED93224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7C19F-7173-EECD-1EA5-AABBA2D56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54778E-9B3C-A5BF-7F2F-E5678924F933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Топология</a:t>
            </a:r>
            <a:r>
              <a:rPr dirty="0"/>
              <a:t>: </a:t>
            </a:r>
            <a:r>
              <a:rPr dirty="0" err="1"/>
              <a:t>клиент</a:t>
            </a:r>
            <a:r>
              <a:rPr dirty="0"/>
              <a:t>, </a:t>
            </a:r>
            <a:r>
              <a:rPr dirty="0" err="1"/>
              <a:t>релей</a:t>
            </a:r>
            <a:r>
              <a:rPr dirty="0"/>
              <a:t> и </a:t>
            </a:r>
            <a:r>
              <a:rPr dirty="0" err="1"/>
              <a:t>сервер-коллектор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BB096B-EB39-9F79-73E1-E8423CC3429C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2EF7FF7-9662-F5EE-23DC-075790E62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5836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Архитектура и конфигурация rsyslog в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rsyslog (Rocket-fast system for log processing) — быстрая и модульная служба обработки логов</a:t>
            </a:r>
          </a:p>
          <a:p>
            <a:pPr>
              <a:defRPr sz="3600"/>
            </a:pPr>
            <a:r>
              <a:t>В Debian, Ubuntu и RHEL (Red Hat Enterprise Linux) rsyslog часто доступен из стандартных репозиториев</a:t>
            </a:r>
          </a:p>
          <a:p>
            <a:pPr>
              <a:defRPr sz="3600"/>
            </a:pPr>
            <a:r>
              <a:t>rsyslog принимает локальные сообщения, читает входы, применяет правила и записывает или пересылает результат</a:t>
            </a:r>
          </a:p>
          <a:p>
            <a:pPr>
              <a:defRPr sz="3600"/>
            </a:pPr>
            <a:r>
              <a:t>По сравнению со старым syslogd rsyslog поддерживает модули, фильтры, TCP, TLS (Transport Layer Security) и очереди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Конфигурационные файлы rsyslog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/etc/rsyslog.conf — главный файл конфигурации службы</a:t>
            </a:r>
          </a:p>
          <a:p>
            <a:pPr>
              <a:defRPr sz="3600"/>
            </a:pPr>
            <a:r>
              <a:t>/etc/rsyslog.d/ — каталог для отдельных пользовательских правил</a:t>
            </a:r>
          </a:p>
          <a:p>
            <a:pPr>
              <a:defRPr sz="3600"/>
            </a:pPr>
            <a:r>
              <a:t>Отдельный файл в rsyslog.d удобнее сопровождать, чем править весь главный конфиг</a:t>
            </a:r>
          </a:p>
          <a:p>
            <a:pPr>
              <a:defRPr sz="3600"/>
            </a:pPr>
            <a:r>
              <a:t>После изменения конфигурации нужно проверить синтаксис и перезапустить или перечитать службу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Inputs, rules и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Input, вход, получает сообщение из файла, сокета, сети или модуля</a:t>
            </a:r>
          </a:p>
          <a:p>
            <a:pPr>
              <a:defRPr sz="3600"/>
            </a:pPr>
            <a:r>
              <a:t>Rule, правило, фильтрует сообщение по facility, severity, хосту, программе или тексту</a:t>
            </a:r>
          </a:p>
          <a:p>
            <a:pPr>
              <a:defRPr sz="3600"/>
            </a:pPr>
            <a:r>
              <a:t>Output, выход, записывает сообщение в файл, отправляет по сети или передает в другое хранилище</a:t>
            </a:r>
          </a:p>
          <a:p>
            <a:pPr>
              <a:defRPr sz="3600"/>
            </a:pPr>
            <a:r>
              <a:t>Такая цепочка позволяет одинаково обрабатывать локальные и удаленные события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Модули imudp, imtcp и omfwd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imudp — input module UDP, модуль приема Syslog-сообщений по UDP</a:t>
            </a:r>
          </a:p>
          <a:p>
            <a:pPr>
              <a:defRPr sz="3600"/>
            </a:pPr>
            <a:r>
              <a:t>imtcp — input module TCP, модуль приема Syslog-сообщений по TCP</a:t>
            </a:r>
          </a:p>
          <a:p>
            <a:pPr>
              <a:defRPr sz="3600"/>
            </a:pPr>
            <a:r>
              <a:t>omfwd — output module forward, модуль пересылки сообщений на удаленный сервер</a:t>
            </a:r>
          </a:p>
          <a:p>
            <a:pPr>
              <a:defRPr sz="3600"/>
            </a:pPr>
            <a:r>
              <a:t>Модули включаются явно, чтобы rsyslog понимал, какие входы и выходы использовать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pipeline </a:t>
            </a:r>
            <a:r>
              <a:rPr dirty="0" err="1"/>
              <a:t>обработки</a:t>
            </a:r>
            <a:r>
              <a:rPr dirty="0"/>
              <a:t> </a:t>
            </a:r>
            <a:r>
              <a:rPr dirty="0" err="1"/>
              <a:t>сообщений</a:t>
            </a:r>
            <a:r>
              <a:rPr dirty="0"/>
              <a:t> </a:t>
            </a:r>
            <a:r>
              <a:rPr dirty="0" err="1"/>
              <a:t>rsyslog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118B850-1951-81A5-33B9-260780716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64"/>
            <a:ext cx="12191999" cy="686452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15D81-ADFB-698F-58C3-E774EF75F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CFEE8D-ADB9-16F0-6F52-F664034BAE5C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pipeline </a:t>
            </a:r>
            <a:r>
              <a:rPr dirty="0" err="1"/>
              <a:t>обработки</a:t>
            </a:r>
            <a:r>
              <a:rPr dirty="0"/>
              <a:t> </a:t>
            </a:r>
            <a:r>
              <a:rPr dirty="0" err="1"/>
              <a:t>сообщений</a:t>
            </a:r>
            <a:r>
              <a:rPr dirty="0"/>
              <a:t> </a:t>
            </a:r>
            <a:r>
              <a:rPr dirty="0" err="1"/>
              <a:t>rsyslog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750947-E119-62C9-9E61-D4B9BE717CA7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6C22A22-8063-3B85-558B-E393ADF06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6141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Практика: настройка rsyslog-сервера-коллектора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Коллектор log01.company.test должен принимать сообщения по сети и сохранять их отдельно</a:t>
            </a:r>
          </a:p>
          <a:p>
            <a:pPr>
              <a:defRPr sz="3600"/>
            </a:pPr>
            <a:r>
              <a:t>В учебном сценарии log01 слушает UDP 514 и TCP 514</a:t>
            </a:r>
          </a:p>
          <a:p>
            <a:pPr>
              <a:defRPr sz="3600"/>
            </a:pPr>
            <a:r>
              <a:t>Удаленные сообщения сохраняются в /var/log/remote по имени хоста и программы</a:t>
            </a:r>
          </a:p>
          <a:p>
            <a:pPr>
              <a:defRPr sz="3600"/>
            </a:pPr>
            <a:r>
              <a:t>Перед включением приема нужно проверить firewall и права на каталог хранения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Подготовка каталога для удаленных логов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sudo mkdir -p /var/log/remote создает корневой каталог для удаленных журналов</a:t>
            </a:r>
          </a:p>
          <a:p>
            <a:pPr>
              <a:defRPr sz="3600"/>
            </a:pPr>
            <a:r>
              <a:t>sudo chown syslog:adm /var/log/remote назначает владельца, подходящего для записи rsyslog в Debian/Ubuntu</a:t>
            </a:r>
          </a:p>
          <a:p>
            <a:pPr>
              <a:defRPr sz="3600"/>
            </a:pPr>
            <a:r>
              <a:t>sudo chmod 750 /var/log/remote ограничивает доступ к журналам</a:t>
            </a:r>
          </a:p>
          <a:p>
            <a:pPr>
              <a:defRPr sz="3600"/>
            </a:pPr>
            <a:r>
              <a:t>Если rsyslog не может записать в каталог, сообщения будут теряться или попадать в локальные журналы ошибок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Прием логов по UDP и TCP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module(load="imudp") загружает модуль приема UDP-сообщений</a:t>
            </a:r>
          </a:p>
          <a:p>
            <a:pPr>
              <a:defRPr sz="3600"/>
            </a:pPr>
            <a:r>
              <a:t>input(type="imudp" port="514") включает прием Syslog по UDP 514</a:t>
            </a:r>
          </a:p>
          <a:p>
            <a:pPr>
              <a:defRPr sz="3600"/>
            </a:pPr>
            <a:r>
              <a:t>module(load="imtcp") загружает модуль приема TCP-сообщений</a:t>
            </a:r>
          </a:p>
          <a:p>
            <a:pPr>
              <a:defRPr sz="3600"/>
            </a:pPr>
            <a:r>
              <a:t>input(type="imtcp" port="514") включает прием Syslog по TCP 514</a:t>
            </a:r>
          </a:p>
          <a:p>
            <a:pPr>
              <a:defRPr sz="3600"/>
            </a:pPr>
            <a:r>
              <a:t>Эти строки обычно помещают в отдельный файл, например /etc/rsyslog.d/10-remote-input.conf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Динамический шаблон RemoteLogs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$template RemoteLogs,"/var/log/remote/%HOSTNAME%/%PROGRAMNAME%.log" задает путь хранения</a:t>
            </a:r>
          </a:p>
          <a:p>
            <a:pPr>
              <a:defRPr sz="3600"/>
            </a:pPr>
            <a:r>
              <a:t>%HOSTNAME% подставляет имя удаленного узла из сообщения</a:t>
            </a:r>
          </a:p>
          <a:p>
            <a:pPr>
              <a:defRPr sz="3600"/>
            </a:pPr>
            <a:r>
              <a:t>%PROGRAMNAME% подставляет имя программы, которая создала сообщение</a:t>
            </a:r>
          </a:p>
          <a:p>
            <a:pPr>
              <a:defRPr sz="3600"/>
            </a:pPr>
            <a:r>
              <a:t>*.* ?RemoteLogs записывает все facility и severity по этому шаблону</a:t>
            </a:r>
          </a:p>
          <a:p>
            <a:pPr>
              <a:defRPr sz="3600"/>
            </a:pPr>
            <a:r>
              <a:t>&amp; stop прекращает дальнейшую обработку сообщения другими правилами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Зачем нужен &amp; stop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&amp; stop останавливает прохождение сообщения по следующим правилам rsyslog</a:t>
            </a:r>
          </a:p>
          <a:p>
            <a:pPr>
              <a:defRPr sz="3600"/>
            </a:pPr>
            <a:r>
              <a:t>Без stop удаленный лог может одновременно попасть в remote-каталог и локальные файлы log01</a:t>
            </a:r>
          </a:p>
          <a:p>
            <a:pPr>
              <a:defRPr sz="3600"/>
            </a:pPr>
            <a:r>
              <a:t>Это увеличивает объем журналов и усложняет анализ</a:t>
            </a:r>
          </a:p>
          <a:p>
            <a:pPr>
              <a:defRPr sz="3600"/>
            </a:pPr>
            <a:r>
              <a:t>stop особенно важен на коллекторах, где нужно четко отделять чужие события от собственных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конфигурации 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sudo rsyslogd -N1 проверяет синтаксис конфигурации rsyslog без запуска службы</a:t>
            </a:r>
          </a:p>
          <a:p>
            <a:pPr>
              <a:defRPr sz="3600"/>
            </a:pPr>
            <a:r>
              <a:t>sudo systemctl restart rsyslog применяет изменения после успешной проверки</a:t>
            </a:r>
          </a:p>
          <a:p>
            <a:pPr>
              <a:defRPr sz="3600"/>
            </a:pPr>
            <a:r>
              <a:t>sudo ss -tulnp | grep ':514' показывает, слушает ли сервер UDP или TCP порт 514</a:t>
            </a:r>
          </a:p>
          <a:p>
            <a:pPr>
              <a:defRPr sz="3600"/>
            </a:pPr>
            <a:r>
              <a:t>Если порт 514 не слушается, клиентские сообщения не попадут на коллектор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настройка</a:t>
            </a:r>
            <a:r>
              <a:rPr dirty="0"/>
              <a:t> log01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rsyslog-коллектора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877BA5-219E-0DCD-2B81-4B46FFC57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Практика: настройка rsyslog-клиента-отправителя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Клиент web01.company.test должен пересылать события на log01</a:t>
            </a:r>
          </a:p>
          <a:p>
            <a:pPr>
              <a:defRPr sz="3600"/>
            </a:pPr>
            <a:r>
              <a:t>Для простого стенда можно отправлять все события правилом *.*</a:t>
            </a:r>
          </a:p>
          <a:p>
            <a:pPr>
              <a:defRPr sz="3600"/>
            </a:pPr>
            <a:r>
              <a:t>В производственной сети часто фильтруют только нужные facility и severity</a:t>
            </a:r>
          </a:p>
          <a:p>
            <a:pPr>
              <a:defRPr sz="3600"/>
            </a:pPr>
            <a:r>
              <a:t>Для надежной передачи предпочтительно использовать TCP и очередь на клиенте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Традиционный синтаксис пересылки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*.* @192.168.10.100:514 отправляет все сообщения по UDP</a:t>
            </a:r>
          </a:p>
          <a:p>
            <a:pPr>
              <a:defRPr sz="3600"/>
            </a:pPr>
            <a:r>
              <a:t>*.* @@192.168.10.100:514 отправляет все сообщения по TCP</a:t>
            </a:r>
          </a:p>
          <a:p>
            <a:pPr>
              <a:defRPr sz="3600"/>
            </a:pPr>
            <a:r>
              <a:t>Один символ @ означает UDP, два символа @@ означают TCP</a:t>
            </a:r>
          </a:p>
          <a:p>
            <a:pPr>
              <a:defRPr sz="3600"/>
            </a:pPr>
            <a:r>
              <a:t>Такое правило можно поместить в /etc/rsyslog.d/60-forward.conf</a:t>
            </a:r>
          </a:p>
          <a:p>
            <a:pPr>
              <a:defRPr sz="3600"/>
            </a:pPr>
            <a:r>
              <a:t>После изменения файла требуется перезапуск rsyslog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Современный action omfwd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action(type="omfwd" target="192.168.10.100" port="514" protocol="tcp") задает пересылку через RainerScript</a:t>
            </a:r>
          </a:p>
          <a:p>
            <a:pPr>
              <a:defRPr sz="3600"/>
            </a:pPr>
            <a:r>
              <a:t>target указывает адрес коллектора log01</a:t>
            </a:r>
          </a:p>
          <a:p>
            <a:pPr>
              <a:defRPr sz="3600"/>
            </a:pPr>
            <a:r>
              <a:t>protocol="tcp" выбирает надежный транспорт</a:t>
            </a:r>
          </a:p>
          <a:p>
            <a:pPr>
              <a:defRPr sz="3600"/>
            </a:pPr>
            <a:r>
              <a:t>Такой синтаксис удобнее расширять очередями, повторными попытками и TLS-параметрами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Буферизация на клиенте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queue.type="LinkedList" включает очередь сообщений в памяти</a:t>
            </a:r>
          </a:p>
          <a:p>
            <a:pPr>
              <a:defRPr sz="3600"/>
            </a:pPr>
            <a:r>
              <a:t>queue.filename="forward_buffer" задает имя файлового буфера на диске</a:t>
            </a:r>
          </a:p>
          <a:p>
            <a:pPr>
              <a:defRPr sz="3600"/>
            </a:pPr>
            <a:r>
              <a:t>action.resumeRetryCount="-1" заставляет rsyslog повторять отправку без ограничения числа попыток</a:t>
            </a:r>
          </a:p>
          <a:p>
            <a:pPr>
              <a:defRPr sz="3600"/>
            </a:pPr>
            <a:r>
              <a:t>queue.saveonshutdown="on" сохраняет очередь при остановке службы</a:t>
            </a:r>
          </a:p>
          <a:p>
            <a:pPr>
              <a:defRPr sz="3600"/>
            </a:pPr>
            <a:r>
              <a:t>Буферизация уменьшает потерю логов, если log01 временно недоступен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клиента после настройки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sudo rsyslogd -N1 проверяет синтаксис клиентской конфигурации</a:t>
            </a:r>
          </a:p>
          <a:p>
            <a:pPr>
              <a:defRPr sz="3600"/>
            </a:pPr>
            <a:r>
              <a:t>sudo systemctl restart rsyslog применяет правило пересылки</a:t>
            </a:r>
          </a:p>
          <a:p>
            <a:pPr>
              <a:defRPr sz="3600"/>
            </a:pPr>
            <a:r>
              <a:t>logger -p local0.warn "test from web01" создает тестовое Syslog-сообщение</a:t>
            </a:r>
          </a:p>
          <a:p>
            <a:pPr>
              <a:defRPr sz="3600"/>
            </a:pPr>
            <a:r>
              <a:t>На log01 команда tail -f /var/log/remote/web01/* показывает, пришло ли сообщение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пересылка</a:t>
            </a:r>
            <a:r>
              <a:rPr dirty="0"/>
              <a:t> </a:t>
            </a:r>
            <a:r>
              <a:rPr dirty="0" err="1"/>
              <a:t>логов</a:t>
            </a:r>
            <a:r>
              <a:rPr dirty="0"/>
              <a:t> web01 </a:t>
            </a:r>
            <a:r>
              <a:rPr dirty="0" err="1"/>
              <a:t>на</a:t>
            </a:r>
            <a:r>
              <a:rPr dirty="0"/>
              <a:t> log01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A8EDA14-239A-365C-D2D8-70C652404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logger и ротация логов logrotate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logger — консольная утилита для ручной отправки сообщения в систему логирования</a:t>
            </a:r>
          </a:p>
          <a:p>
            <a:pPr>
              <a:defRPr sz="3600"/>
            </a:pPr>
            <a:r>
              <a:t>logger полезен для тестов, Bash-скриптов и фиксации пользовательских событий</a:t>
            </a:r>
          </a:p>
          <a:p>
            <a:pPr>
              <a:defRPr sz="3600"/>
            </a:pPr>
            <a:r>
              <a:t>logrotate — утилита ротации журналов, которая переименовывает, сжимает и удаляет старые файлы</a:t>
            </a:r>
          </a:p>
          <a:p>
            <a:pPr>
              <a:defRPr sz="3600"/>
            </a:pPr>
            <a:r>
              <a:t>Без logrotate сервер-коллектор может потерять работоспособность из-за переполнения диска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использования logger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logger -p local0.warn "Тестовое предупреждение: сбой резервного копирования" отправляет сообщение с facility local0 и severity warning</a:t>
            </a:r>
          </a:p>
          <a:p>
            <a:pPr>
              <a:defRPr sz="3600"/>
            </a:pPr>
            <a:r>
              <a:t>Параметр -p задает пару facility.severity</a:t>
            </a:r>
          </a:p>
          <a:p>
            <a:pPr>
              <a:defRPr sz="3600"/>
            </a:pPr>
            <a:r>
              <a:t>Текст в кавычках становится телом Syslog-сообщения</a:t>
            </a:r>
          </a:p>
          <a:p>
            <a:pPr>
              <a:defRPr sz="3600"/>
            </a:pPr>
            <a:r>
              <a:t>На коллекторе это сообщение должно попасть в файл, соответствующий хосту и программе logger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Зачем нужна ротация логов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Журналы постоянно растут, особенно на центральном коллекторе</a:t>
            </a:r>
          </a:p>
          <a:p>
            <a:pPr>
              <a:defRPr sz="3600"/>
            </a:pPr>
            <a:r>
              <a:t>Ротация разделяет текущий файл и архивные файлы за прошлые периоды</a:t>
            </a:r>
          </a:p>
          <a:p>
            <a:pPr>
              <a:defRPr sz="3600"/>
            </a:pPr>
            <a:r>
              <a:t>Сжатие gzip уменьшает объем старых журналов на диске</a:t>
            </a:r>
          </a:p>
          <a:p>
            <a:pPr>
              <a:defRPr sz="3600"/>
            </a:pPr>
            <a:r>
              <a:t>Удаление старых архивов ограничивает срок хранения и защищает сервер от переполнения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Параметры logrotate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daily, weekly или monthly задают период ротации</a:t>
            </a:r>
          </a:p>
          <a:p>
            <a:pPr>
              <a:defRPr sz="3600"/>
            </a:pPr>
            <a:r>
              <a:t>rotate 14 означает хранить 14 архивных копий</a:t>
            </a:r>
          </a:p>
          <a:p>
            <a:pPr>
              <a:defRPr sz="3600"/>
            </a:pPr>
            <a:r>
              <a:t>compress включает сжатие старых журналов</a:t>
            </a:r>
          </a:p>
          <a:p>
            <a:pPr>
              <a:defRPr sz="3600"/>
            </a:pPr>
            <a:r>
              <a:t>missingok разрешает не считать ошибкой отсутствие файла</a:t>
            </a:r>
          </a:p>
          <a:p>
            <a:pPr>
              <a:defRPr sz="3600"/>
            </a:pPr>
            <a:r>
              <a:t>postrotate выполняет команды после ротации, например перезагрузку rsyslog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logrotate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sudo logrotate -d /etc/logrotate.d/rsyslog запускает dry-run без реального изменения файлов</a:t>
            </a:r>
          </a:p>
          <a:p>
            <a:pPr>
              <a:defRPr sz="3600"/>
            </a:pPr>
            <a:r>
              <a:t>Параметр -d показывает, что logrotate собирается сделать</a:t>
            </a:r>
          </a:p>
          <a:p>
            <a:pPr>
              <a:defRPr sz="3600"/>
            </a:pPr>
            <a:r>
              <a:t>sudo logrotate -f /etc/logrotate.d/rsyslog принудительно выполняет ротацию для проверки</a:t>
            </a:r>
          </a:p>
          <a:p>
            <a:pPr>
              <a:defRPr sz="3600"/>
            </a:pPr>
            <a:r>
              <a:t>После теста нужно убедиться, что rsyslog продолжает писать в новый файл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жизненный</a:t>
            </a:r>
            <a:r>
              <a:rPr dirty="0"/>
              <a:t> </a:t>
            </a:r>
            <a:r>
              <a:rPr dirty="0" err="1"/>
              <a:t>цикл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</a:t>
            </a:r>
            <a:r>
              <a:rPr dirty="0" err="1"/>
              <a:t>журнала</a:t>
            </a:r>
            <a:r>
              <a:rPr dirty="0"/>
              <a:t> и </a:t>
            </a:r>
            <a:r>
              <a:rPr dirty="0" err="1"/>
              <a:t>logrotate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499A65D-AF1B-F31E-B5D1-5C124F4D3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8. Диагностика, тестирование и типичные ошибки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Диагностика начинается с разделения проблемы: клиент не отправляет, сеть не пропускает или сервер не принимает</a:t>
            </a:r>
          </a:p>
          <a:p>
            <a:pPr>
              <a:defRPr sz="3600"/>
            </a:pPr>
            <a:r>
              <a:t>Затем проверяется, в какой файл rsyslog должен записать сообщение</a:t>
            </a:r>
          </a:p>
          <a:p>
            <a:pPr>
              <a:defRPr sz="3600"/>
            </a:pPr>
            <a:r>
              <a:t>После этого анализируют права на каталог, stop-правила и ротацию</a:t>
            </a:r>
          </a:p>
          <a:p>
            <a:pPr>
              <a:defRPr sz="3600"/>
            </a:pPr>
            <a:r>
              <a:t>Проверку лучше выполнять тестовым logger-сообщением с понятным текстом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синтаксиса и службы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sudo rsyslogd -N1 проверяет конфигурацию до перезапуска службы</a:t>
            </a:r>
          </a:p>
          <a:p>
            <a:pPr>
              <a:defRPr sz="3600"/>
            </a:pPr>
            <a:r>
              <a:t>systemctl status rsyslog показывает, работает ли служба</a:t>
            </a:r>
          </a:p>
          <a:p>
            <a:pPr>
              <a:defRPr sz="3600"/>
            </a:pPr>
            <a:r>
              <a:t>journalctl -u rsyslog -n 50 --no-pager показывает последние ошибки rsyslog</a:t>
            </a:r>
          </a:p>
          <a:p>
            <a:pPr>
              <a:defRPr sz="3600"/>
            </a:pPr>
            <a:r>
              <a:t>Ошибка синтаксиса в одном файле может помешать применению всей конфигурации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сетевой доступности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sudo ss -tulnp | grep ':514' проверяет, слушает ли log01 порт 514</a:t>
            </a:r>
          </a:p>
          <a:p>
            <a:pPr>
              <a:defRPr sz="3600"/>
            </a:pPr>
            <a:r>
              <a:t>nc -vz 192.168.10.100 514 проверяет TCP-доступность порта с клиента</a:t>
            </a:r>
          </a:p>
          <a:p>
            <a:pPr>
              <a:defRPr sz="3600"/>
            </a:pPr>
            <a:r>
              <a:t>Для UDP полезно проверять firewall и факт появления тестового сообщения на коллекторе</a:t>
            </a:r>
          </a:p>
          <a:p>
            <a:pPr>
              <a:defRPr sz="3600"/>
            </a:pPr>
            <a:r>
              <a:t>Если включен ufw или nftables, нужно разрешить выбранный протокол и порт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доставки на коллекторе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tail -f /var/log/remote/web01/logger.log показывает новые сообщения logger от web01</a:t>
            </a:r>
          </a:p>
          <a:p>
            <a:pPr>
              <a:defRPr sz="3600"/>
            </a:pPr>
            <a:r>
              <a:t>Если каталог с именем хоста не появился, нужно проверить HOSTNAME в сообщении и шаблон RemoteLogs</a:t>
            </a:r>
          </a:p>
          <a:p>
            <a:pPr>
              <a:defRPr sz="3600"/>
            </a:pPr>
            <a:r>
              <a:t>Если файл есть, но пустой, нужно проверить фильтр, stop-правило и права на запись</a:t>
            </a:r>
          </a:p>
          <a:p>
            <a:pPr>
              <a:defRPr sz="3600"/>
            </a:pPr>
            <a:r>
              <a:t>Если сообщение попало в локальный /var/log/syslog, значит правило удаленной раскладки не сработало как ожидалось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администратора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Забыли выполнить systemctl restart rsyslog после редактирования конфигурации</a:t>
            </a:r>
          </a:p>
          <a:p>
            <a:pPr>
              <a:defRPr sz="3600"/>
            </a:pPr>
            <a:r>
              <a:t>Firewall блокирует UDP или TCP 514 на сервере-коллекторе</a:t>
            </a:r>
          </a:p>
          <a:p>
            <a:pPr>
              <a:defRPr sz="3600"/>
            </a:pPr>
            <a:r>
              <a:t>Не настроен &amp; stop, поэтому удаленные сообщения дублируются в локальные файлы</a:t>
            </a:r>
          </a:p>
          <a:p>
            <a:pPr>
              <a:defRPr sz="3600"/>
            </a:pPr>
            <a:r>
              <a:t>Нет logrotate, и диск коллектора постепенно заполняется журналами</a:t>
            </a:r>
          </a:p>
          <a:p>
            <a:pPr>
              <a:defRPr sz="3600"/>
            </a:pPr>
            <a:r>
              <a:t>Клиент отправляет UDP, а сервер слушает только TCP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диагностика</a:t>
            </a:r>
            <a:r>
              <a:rPr dirty="0"/>
              <a:t> </a:t>
            </a:r>
            <a:r>
              <a:rPr dirty="0" err="1"/>
              <a:t>доставки</a:t>
            </a:r>
            <a:r>
              <a:rPr dirty="0"/>
              <a:t> Syslog-</a:t>
            </a:r>
            <a:r>
              <a:rPr dirty="0" err="1"/>
              <a:t>сообщения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FD7C1D-CA99-AE8F-A2B9-BA91894CF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Централизованный сбор логов повышает наблюдаемость и сохраняет события при проблемах на отдельных серверах</a:t>
            </a:r>
          </a:p>
          <a:p>
            <a:pPr>
              <a:defRPr sz="3600"/>
            </a:pPr>
            <a:r>
              <a:t>Syslog классифицирует сообщения через facility и severity, а rsyslog реализует гибкую обработку в Linux</a:t>
            </a:r>
          </a:p>
          <a:p>
            <a:pPr>
              <a:defRPr sz="3600"/>
            </a:pPr>
            <a:r>
              <a:t>Коллектор должен принимать сообщения, раскладывать их по понятной структуре и защищать доступ к журналам</a:t>
            </a:r>
          </a:p>
          <a:p>
            <a:pPr>
              <a:defRPr sz="3600"/>
            </a:pPr>
            <a:r>
              <a:t>Клиентская пересылка может быть простой через @ или @@ либо надежной через omfwd и очередь</a:t>
            </a:r>
          </a:p>
          <a:p>
            <a:pPr>
              <a:defRPr sz="3600"/>
            </a:pPr>
            <a:r>
              <a:t>Стабильная работа логирования требует проверки портов, синтаксиса, доставки сообщений и ротации файлов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Почему централизованный сбор логов важен для информационной безопасности?</a:t>
            </a:r>
          </a:p>
          <a:p>
            <a:pPr>
              <a:defRPr sz="3600"/>
            </a:pPr>
            <a:r>
              <a:t>Что означают facility и severity в Syslog-сообщении?</a:t>
            </a:r>
          </a:p>
          <a:p>
            <a:pPr>
              <a:defRPr sz="3600"/>
            </a:pPr>
            <a:r>
              <a:t>Чем отличается отправка логов по UDP 514 и TCP 514?</a:t>
            </a:r>
          </a:p>
          <a:p>
            <a:pPr>
              <a:defRPr sz="3600"/>
            </a:pPr>
            <a:r>
              <a:t>Какие роли выполняют log-клиент, relay и сервер-коллектор?</a:t>
            </a:r>
          </a:p>
          <a:p>
            <a:pPr>
              <a:defRPr sz="3600"/>
            </a:pPr>
            <a:r>
              <a:t>Зачем в шаблоне RemoteLogs используются %HOSTNAME% и %PROGRAMNAME%?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вопросы: настройка и диагностика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Чем отличаются правила *.* @192.168.10.100:514 и *.* @@192.168.10.100:514?</a:t>
            </a:r>
          </a:p>
          <a:p>
            <a:pPr>
              <a:defRPr sz="3600"/>
            </a:pPr>
            <a:r>
              <a:t>Для чего используется символ &amp; stop в конфигурации rsyslog?</a:t>
            </a:r>
          </a:p>
          <a:p>
            <a:pPr>
              <a:defRPr sz="3600"/>
            </a:pPr>
            <a:r>
              <a:t>Как с помощью logger отправить тестовое сообщение?</a:t>
            </a:r>
          </a:p>
          <a:p>
            <a:pPr>
              <a:defRPr sz="3600"/>
            </a:pPr>
            <a:r>
              <a:t>Почему logrotate критически важен для сервера-коллектора?</a:t>
            </a:r>
          </a:p>
          <a:p>
            <a:pPr>
              <a:defRPr sz="3600"/>
            </a:pPr>
            <a:r>
              <a:t>Что проверить, если сообщение не появляется в /var/log/remote на log01?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2623</Words>
  <Application>Microsoft Office PowerPoint</Application>
  <PresentationFormat>Широкоэкранный</PresentationFormat>
  <Paragraphs>264</Paragraphs>
  <Slides>60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2026-07-17T12:58:42Z</dcterms:modified>
  <cp:category/>
</cp:coreProperties>
</file>