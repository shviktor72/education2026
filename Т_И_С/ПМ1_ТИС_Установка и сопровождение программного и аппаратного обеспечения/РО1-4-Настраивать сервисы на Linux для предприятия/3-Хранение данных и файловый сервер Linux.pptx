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01769" y="2372430"/>
            <a:ext cx="10033516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Лекция</a:t>
            </a:r>
            <a:r>
              <a:rPr dirty="0"/>
              <a:t> 3. </a:t>
            </a:r>
            <a:r>
              <a:rPr dirty="0" err="1"/>
              <a:t>Хранение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и </a:t>
            </a:r>
            <a:r>
              <a:rPr dirty="0" err="1"/>
              <a:t>файловый</a:t>
            </a:r>
            <a:r>
              <a:rPr dirty="0"/>
              <a:t> </a:t>
            </a:r>
            <a:r>
              <a:rPr dirty="0" err="1"/>
              <a:t>сервер</a:t>
            </a:r>
            <a:r>
              <a:rPr dirty="0"/>
              <a:t> Linux: </a:t>
            </a:r>
            <a:endParaRPr lang="ru-RU" dirty="0"/>
          </a:p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RAID1, mount, Samba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368709"/>
            <a:ext cx="10972800" cy="22918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3600"/>
            </a:pPr>
            <a:r>
              <a:rPr sz="3200" b="1" dirty="0">
                <a:solidFill>
                  <a:srgbClr val="143764"/>
                </a:solidFill>
              </a:rPr>
              <a:t>РО 1.4. </a:t>
            </a:r>
            <a:r>
              <a:rPr sz="3200" b="1" dirty="0" err="1">
                <a:solidFill>
                  <a:srgbClr val="143764"/>
                </a:solidFill>
              </a:rPr>
              <a:t>Основные</a:t>
            </a:r>
            <a:r>
              <a:rPr sz="3200" b="1" dirty="0">
                <a:solidFill>
                  <a:srgbClr val="143764"/>
                </a:solidFill>
              </a:rPr>
              <a:t> </a:t>
            </a:r>
            <a:r>
              <a:rPr sz="3200" b="1" dirty="0" err="1">
                <a:solidFill>
                  <a:srgbClr val="143764"/>
                </a:solidFill>
              </a:rPr>
              <a:t>сервисы</a:t>
            </a:r>
            <a:r>
              <a:rPr sz="3200" b="1" dirty="0">
                <a:solidFill>
                  <a:srgbClr val="143764"/>
                </a:solidFill>
              </a:rPr>
              <a:t> Linux </a:t>
            </a:r>
            <a:r>
              <a:rPr sz="3200" b="1" dirty="0" err="1">
                <a:solidFill>
                  <a:srgbClr val="143764"/>
                </a:solidFill>
              </a:rPr>
              <a:t>для</a:t>
            </a:r>
            <a:r>
              <a:rPr sz="3200" b="1" dirty="0">
                <a:solidFill>
                  <a:srgbClr val="143764"/>
                </a:solidFill>
              </a:rPr>
              <a:t> </a:t>
            </a:r>
            <a:r>
              <a:rPr sz="3200" b="1" dirty="0" err="1">
                <a:solidFill>
                  <a:srgbClr val="143764"/>
                </a:solidFill>
              </a:rPr>
              <a:t>предприятия</a:t>
            </a:r>
            <a:endParaRPr sz="3200" b="1" dirty="0">
              <a:solidFill>
                <a:srgbClr val="143764"/>
              </a:solidFill>
            </a:endParaRPr>
          </a:p>
          <a:p>
            <a:pPr>
              <a:defRPr sz="3600"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Понять</a:t>
            </a:r>
            <a:r>
              <a:rPr dirty="0"/>
              <a:t> </a:t>
            </a:r>
            <a:r>
              <a:rPr dirty="0" err="1"/>
              <a:t>назначение</a:t>
            </a:r>
            <a:r>
              <a:rPr dirty="0"/>
              <a:t> </a:t>
            </a:r>
            <a:r>
              <a:rPr dirty="0" err="1"/>
              <a:t>надежного</a:t>
            </a:r>
            <a:r>
              <a:rPr dirty="0"/>
              <a:t> </a:t>
            </a:r>
            <a:r>
              <a:rPr dirty="0" err="1"/>
              <a:t>хранения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Linux-</a:t>
            </a:r>
            <a:r>
              <a:rPr dirty="0" err="1"/>
              <a:t>сервере</a:t>
            </a:r>
            <a:r>
              <a:rPr dirty="0"/>
              <a:t> </a:t>
            </a:r>
            <a:r>
              <a:rPr dirty="0" err="1"/>
              <a:t>предприятия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Объяснять</a:t>
            </a:r>
            <a:r>
              <a:rPr dirty="0"/>
              <a:t> RAID1, UUID, </a:t>
            </a:r>
            <a:r>
              <a:rPr dirty="0" err="1"/>
              <a:t>автомонтирование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/</a:t>
            </a:r>
            <a:r>
              <a:rPr dirty="0" err="1"/>
              <a:t>etc</a:t>
            </a:r>
            <a:r>
              <a:rPr dirty="0"/>
              <a:t>/</a:t>
            </a:r>
            <a:r>
              <a:rPr dirty="0" err="1"/>
              <a:t>fstab</a:t>
            </a:r>
            <a:r>
              <a:rPr dirty="0"/>
              <a:t> и </a:t>
            </a:r>
            <a:r>
              <a:rPr dirty="0" err="1"/>
              <a:t>права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 Linux.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Описывать</a:t>
            </a:r>
            <a:r>
              <a:rPr dirty="0"/>
              <a:t> </a:t>
            </a:r>
            <a:r>
              <a:rPr dirty="0" err="1"/>
              <a:t>публикацию</a:t>
            </a:r>
            <a:r>
              <a:rPr dirty="0"/>
              <a:t> </a:t>
            </a:r>
            <a:r>
              <a:rPr dirty="0" err="1"/>
              <a:t>файлового</a:t>
            </a:r>
            <a:r>
              <a:rPr dirty="0"/>
              <a:t> </a:t>
            </a:r>
            <a:r>
              <a:rPr dirty="0" err="1"/>
              <a:t>ресурса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Samba и </a:t>
            </a:r>
            <a:r>
              <a:rPr dirty="0" err="1"/>
              <a:t>различать</a:t>
            </a:r>
            <a:r>
              <a:rPr dirty="0"/>
              <a:t> </a:t>
            </a:r>
            <a:r>
              <a:rPr dirty="0" err="1"/>
              <a:t>гостевой</a:t>
            </a:r>
            <a:r>
              <a:rPr dirty="0"/>
              <a:t> и </a:t>
            </a:r>
            <a:r>
              <a:rPr dirty="0" err="1"/>
              <a:t>авторизованный</a:t>
            </a:r>
            <a:r>
              <a:rPr dirty="0"/>
              <a:t> </a:t>
            </a:r>
            <a:r>
              <a:rPr dirty="0" err="1"/>
              <a:t>доступ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Понимать</a:t>
            </a:r>
            <a:r>
              <a:rPr dirty="0"/>
              <a:t> </a:t>
            </a:r>
            <a:r>
              <a:rPr dirty="0" err="1"/>
              <a:t>базовую</a:t>
            </a:r>
            <a:r>
              <a:rPr dirty="0"/>
              <a:t> </a:t>
            </a:r>
            <a:r>
              <a:rPr dirty="0" err="1"/>
              <a:t>логику</a:t>
            </a:r>
            <a:r>
              <a:rPr dirty="0"/>
              <a:t> backup-</a:t>
            </a:r>
            <a:r>
              <a:rPr dirty="0" err="1"/>
              <a:t>скрипта</a:t>
            </a:r>
            <a:r>
              <a:rPr dirty="0"/>
              <a:t>, </a:t>
            </a:r>
            <a:r>
              <a:rPr dirty="0" err="1"/>
              <a:t>cron-запуска</a:t>
            </a:r>
            <a:r>
              <a:rPr dirty="0"/>
              <a:t> и </a:t>
            </a:r>
            <a:r>
              <a:rPr dirty="0" err="1"/>
              <a:t>проверки</a:t>
            </a:r>
            <a:r>
              <a:rPr dirty="0"/>
              <a:t> </a:t>
            </a:r>
            <a:r>
              <a:rPr dirty="0" err="1"/>
              <a:t>резервной</a:t>
            </a:r>
            <a:r>
              <a:rPr dirty="0"/>
              <a:t> </a:t>
            </a:r>
            <a:r>
              <a:rPr dirty="0" err="1"/>
              <a:t>копии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Список учебных вопросов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sz="2800" dirty="0"/>
              <a:t>1. </a:t>
            </a:r>
            <a:r>
              <a:rPr sz="2800" dirty="0" err="1"/>
              <a:t>Задачи</a:t>
            </a:r>
            <a:r>
              <a:rPr sz="2800" dirty="0"/>
              <a:t> </a:t>
            </a:r>
            <a:r>
              <a:rPr sz="2800" dirty="0" err="1"/>
              <a:t>хранения</a:t>
            </a:r>
            <a:r>
              <a:rPr sz="2800" dirty="0"/>
              <a:t> </a:t>
            </a:r>
            <a:r>
              <a:rPr sz="2800" dirty="0" err="1"/>
              <a:t>данных</a:t>
            </a:r>
            <a:r>
              <a:rPr sz="2800" dirty="0"/>
              <a:t> </a:t>
            </a:r>
            <a:r>
              <a:rPr sz="2800" dirty="0" err="1"/>
              <a:t>на</a:t>
            </a:r>
            <a:r>
              <a:rPr sz="2800" dirty="0"/>
              <a:t> Linux-</a:t>
            </a:r>
            <a:r>
              <a:rPr sz="2800" dirty="0" err="1"/>
              <a:t>сервере</a:t>
            </a:r>
            <a:r>
              <a:rPr sz="2800" dirty="0"/>
              <a:t> </a:t>
            </a:r>
            <a:r>
              <a:rPr sz="2800" dirty="0" err="1"/>
              <a:t>предприятия</a:t>
            </a:r>
            <a:r>
              <a:rPr sz="2800" dirty="0"/>
              <a:t>.</a:t>
            </a:r>
          </a:p>
          <a:p>
            <a:pPr>
              <a:defRPr sz="3600"/>
            </a:pPr>
            <a:r>
              <a:rPr sz="2800" dirty="0"/>
              <a:t>2. RAID1: </a:t>
            </a:r>
            <a:r>
              <a:rPr sz="2800" dirty="0" err="1"/>
              <a:t>назначение</a:t>
            </a:r>
            <a:r>
              <a:rPr sz="2800" dirty="0"/>
              <a:t>, </a:t>
            </a:r>
            <a:r>
              <a:rPr sz="2800" dirty="0" err="1"/>
              <a:t>зеркалирование</a:t>
            </a:r>
            <a:r>
              <a:rPr sz="2800" dirty="0"/>
              <a:t>, </a:t>
            </a:r>
            <a:r>
              <a:rPr sz="2800" dirty="0" err="1"/>
              <a:t>отказоустойчивость</a:t>
            </a:r>
            <a:r>
              <a:rPr sz="2800" dirty="0"/>
              <a:t> и </a:t>
            </a:r>
            <a:r>
              <a:rPr sz="2800" dirty="0" err="1"/>
              <a:t>ограничения</a:t>
            </a:r>
            <a:r>
              <a:rPr sz="2800" dirty="0"/>
              <a:t>.</a:t>
            </a:r>
          </a:p>
          <a:p>
            <a:pPr>
              <a:defRPr sz="3600"/>
            </a:pPr>
            <a:r>
              <a:rPr sz="2800" dirty="0"/>
              <a:t>3. </a:t>
            </a:r>
            <a:r>
              <a:rPr sz="2800" dirty="0" err="1"/>
              <a:t>Отличие</a:t>
            </a:r>
            <a:r>
              <a:rPr sz="2800" dirty="0"/>
              <a:t> RAID </a:t>
            </a:r>
            <a:r>
              <a:rPr sz="2800" dirty="0" err="1"/>
              <a:t>от</a:t>
            </a:r>
            <a:r>
              <a:rPr sz="2800" dirty="0"/>
              <a:t> </a:t>
            </a:r>
            <a:r>
              <a:rPr sz="2800" dirty="0" err="1"/>
              <a:t>резервного</a:t>
            </a:r>
            <a:r>
              <a:rPr sz="2800" dirty="0"/>
              <a:t> </a:t>
            </a:r>
            <a:r>
              <a:rPr sz="2800" dirty="0" err="1"/>
              <a:t>копирования</a:t>
            </a:r>
            <a:r>
              <a:rPr sz="2800" dirty="0"/>
              <a:t>.</a:t>
            </a:r>
          </a:p>
          <a:p>
            <a:pPr>
              <a:defRPr sz="3600"/>
            </a:pPr>
            <a:r>
              <a:rPr sz="2800" dirty="0"/>
              <a:t>4. UUID </a:t>
            </a:r>
            <a:r>
              <a:rPr sz="2800" dirty="0" err="1"/>
              <a:t>файловой</a:t>
            </a:r>
            <a:r>
              <a:rPr sz="2800" dirty="0"/>
              <a:t> </a:t>
            </a:r>
            <a:r>
              <a:rPr sz="2800" dirty="0" err="1"/>
              <a:t>системы</a:t>
            </a:r>
            <a:r>
              <a:rPr sz="2800" dirty="0"/>
              <a:t> и </a:t>
            </a:r>
            <a:r>
              <a:rPr sz="2800" dirty="0" err="1"/>
              <a:t>автомонтирование</a:t>
            </a:r>
            <a:r>
              <a:rPr sz="2800" dirty="0"/>
              <a:t> </a:t>
            </a:r>
            <a:r>
              <a:rPr sz="2800" dirty="0" err="1"/>
              <a:t>через</a:t>
            </a:r>
            <a:r>
              <a:rPr sz="2800" dirty="0"/>
              <a:t> /</a:t>
            </a:r>
            <a:r>
              <a:rPr sz="2800" dirty="0" err="1"/>
              <a:t>etc</a:t>
            </a:r>
            <a:r>
              <a:rPr sz="2800" dirty="0"/>
              <a:t>/</a:t>
            </a:r>
            <a:r>
              <a:rPr sz="2800" dirty="0" err="1"/>
              <a:t>fstab</a:t>
            </a:r>
            <a:r>
              <a:rPr sz="2800" dirty="0"/>
              <a:t>.</a:t>
            </a:r>
          </a:p>
          <a:p>
            <a:pPr>
              <a:defRPr sz="3600"/>
            </a:pPr>
            <a:r>
              <a:rPr sz="2800" dirty="0"/>
              <a:t>5. </a:t>
            </a:r>
            <a:r>
              <a:rPr sz="2800" dirty="0" err="1"/>
              <a:t>Каталоги</a:t>
            </a:r>
            <a:r>
              <a:rPr sz="2800" dirty="0"/>
              <a:t> </a:t>
            </a:r>
            <a:r>
              <a:rPr sz="2800" dirty="0" err="1"/>
              <a:t>для</a:t>
            </a:r>
            <a:r>
              <a:rPr sz="2800" dirty="0"/>
              <a:t> </a:t>
            </a:r>
            <a:r>
              <a:rPr sz="2800" dirty="0" err="1"/>
              <a:t>серверных</a:t>
            </a:r>
            <a:r>
              <a:rPr sz="2800" dirty="0"/>
              <a:t> </a:t>
            </a:r>
            <a:r>
              <a:rPr sz="2800" dirty="0" err="1"/>
              <a:t>данных</a:t>
            </a:r>
            <a:r>
              <a:rPr sz="2800" dirty="0"/>
              <a:t>, </a:t>
            </a:r>
            <a:r>
              <a:rPr sz="2800" dirty="0" err="1"/>
              <a:t>владельцы</a:t>
            </a:r>
            <a:r>
              <a:rPr sz="2800" dirty="0"/>
              <a:t>, </a:t>
            </a:r>
            <a:r>
              <a:rPr sz="2800" dirty="0" err="1"/>
              <a:t>группы</a:t>
            </a:r>
            <a:r>
              <a:rPr sz="2800" dirty="0"/>
              <a:t> и Linux-</a:t>
            </a:r>
            <a:r>
              <a:rPr sz="2800" dirty="0" err="1"/>
              <a:t>права</a:t>
            </a:r>
            <a:r>
              <a:rPr sz="2800" dirty="0"/>
              <a:t> </a:t>
            </a:r>
            <a:r>
              <a:rPr sz="2800" dirty="0" err="1"/>
              <a:t>доступа</a:t>
            </a:r>
            <a:r>
              <a:rPr sz="2800" dirty="0"/>
              <a:t>.</a:t>
            </a:r>
          </a:p>
          <a:p>
            <a:pPr>
              <a:defRPr sz="3600"/>
            </a:pPr>
            <a:r>
              <a:rPr sz="2800" dirty="0"/>
              <a:t>6. Samba и SMB/CIFS </a:t>
            </a:r>
            <a:r>
              <a:rPr sz="2800" dirty="0" err="1"/>
              <a:t>как</a:t>
            </a:r>
            <a:r>
              <a:rPr sz="2800" dirty="0"/>
              <a:t> </a:t>
            </a:r>
            <a:r>
              <a:rPr sz="2800" dirty="0" err="1"/>
              <a:t>способ</a:t>
            </a:r>
            <a:r>
              <a:rPr sz="2800" dirty="0"/>
              <a:t> </a:t>
            </a:r>
            <a:r>
              <a:rPr sz="2800" dirty="0" err="1"/>
              <a:t>публикации</a:t>
            </a:r>
            <a:r>
              <a:rPr sz="2800" dirty="0"/>
              <a:t> </a:t>
            </a:r>
            <a:r>
              <a:rPr sz="2800" dirty="0" err="1"/>
              <a:t>файлового</a:t>
            </a:r>
            <a:r>
              <a:rPr sz="2800" dirty="0"/>
              <a:t> </a:t>
            </a:r>
            <a:r>
              <a:rPr sz="2800" dirty="0" err="1"/>
              <a:t>ресурса</a:t>
            </a:r>
            <a:r>
              <a:rPr sz="2800" dirty="0"/>
              <a:t>.</a:t>
            </a:r>
          </a:p>
          <a:p>
            <a:pPr>
              <a:defRPr sz="3600"/>
            </a:pPr>
            <a:r>
              <a:rPr sz="2800" dirty="0"/>
              <a:t>7. </a:t>
            </a:r>
            <a:r>
              <a:rPr sz="2800" dirty="0" err="1"/>
              <a:t>Гостевой</a:t>
            </a:r>
            <a:r>
              <a:rPr sz="2800" dirty="0"/>
              <a:t> и </a:t>
            </a:r>
            <a:r>
              <a:rPr sz="2800" dirty="0" err="1"/>
              <a:t>авторизованный</a:t>
            </a:r>
            <a:r>
              <a:rPr sz="2800" dirty="0"/>
              <a:t> </a:t>
            </a:r>
            <a:r>
              <a:rPr sz="2800" dirty="0" err="1"/>
              <a:t>доступ</a:t>
            </a:r>
            <a:r>
              <a:rPr sz="2800" dirty="0"/>
              <a:t> в Samba.</a:t>
            </a:r>
          </a:p>
          <a:p>
            <a:pPr>
              <a:defRPr sz="3600"/>
            </a:pPr>
            <a:r>
              <a:rPr sz="2800" dirty="0"/>
              <a:t>8. Backup-</a:t>
            </a:r>
            <a:r>
              <a:rPr sz="2800" dirty="0" err="1"/>
              <a:t>скрипт</a:t>
            </a:r>
            <a:r>
              <a:rPr sz="2800" dirty="0"/>
              <a:t> </a:t>
            </a:r>
            <a:r>
              <a:rPr sz="2800" dirty="0" err="1"/>
              <a:t>на</a:t>
            </a:r>
            <a:r>
              <a:rPr sz="2800" dirty="0"/>
              <a:t> Bash, </a:t>
            </a:r>
            <a:r>
              <a:rPr sz="2800" dirty="0" err="1"/>
              <a:t>запуск</a:t>
            </a:r>
            <a:r>
              <a:rPr sz="2800" dirty="0"/>
              <a:t> </a:t>
            </a:r>
            <a:r>
              <a:rPr sz="2800" dirty="0" err="1"/>
              <a:t>через</a:t>
            </a:r>
            <a:r>
              <a:rPr sz="2800" dirty="0"/>
              <a:t> </a:t>
            </a:r>
            <a:r>
              <a:rPr sz="2800" dirty="0" err="1"/>
              <a:t>cron</a:t>
            </a:r>
            <a:r>
              <a:rPr sz="2800" dirty="0"/>
              <a:t> и </a:t>
            </a:r>
            <a:r>
              <a:rPr sz="2800" dirty="0" err="1"/>
              <a:t>проверка</a:t>
            </a:r>
            <a:r>
              <a:rPr sz="2800" dirty="0"/>
              <a:t> </a:t>
            </a:r>
            <a:r>
              <a:rPr sz="2800" dirty="0" err="1"/>
              <a:t>резервной</a:t>
            </a:r>
            <a:r>
              <a:rPr sz="2800" dirty="0"/>
              <a:t> </a:t>
            </a:r>
            <a:r>
              <a:rPr sz="2800" dirty="0" err="1"/>
              <a:t>копии</a:t>
            </a:r>
            <a:r>
              <a:rPr sz="28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Учебный</a:t>
            </a:r>
            <a:r>
              <a:rPr dirty="0"/>
              <a:t> </a:t>
            </a:r>
            <a:r>
              <a:rPr dirty="0" err="1"/>
              <a:t>сценарий</a:t>
            </a:r>
            <a:r>
              <a:rPr dirty="0"/>
              <a:t> </a:t>
            </a:r>
            <a:r>
              <a:rPr dirty="0" err="1"/>
              <a:t>лекции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Есть</a:t>
            </a:r>
            <a:r>
              <a:rPr dirty="0"/>
              <a:t> Linux-</a:t>
            </a:r>
            <a:r>
              <a:rPr dirty="0" err="1"/>
              <a:t>сервер</a:t>
            </a:r>
            <a:r>
              <a:rPr dirty="0"/>
              <a:t> file01 и </a:t>
            </a:r>
            <a:r>
              <a:rPr dirty="0" err="1"/>
              <a:t>две</a:t>
            </a:r>
            <a:r>
              <a:rPr dirty="0"/>
              <a:t> </a:t>
            </a:r>
            <a:r>
              <a:rPr dirty="0" err="1"/>
              <a:t>виртуальные</a:t>
            </a:r>
            <a:r>
              <a:rPr dirty="0"/>
              <a:t> </a:t>
            </a:r>
            <a:r>
              <a:rPr dirty="0" err="1"/>
              <a:t>машины-клиенты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К </a:t>
            </a:r>
            <a:r>
              <a:rPr dirty="0" err="1"/>
              <a:t>серверу</a:t>
            </a:r>
            <a:r>
              <a:rPr dirty="0"/>
              <a:t> </a:t>
            </a:r>
            <a:r>
              <a:rPr dirty="0" err="1"/>
              <a:t>добавлены</a:t>
            </a:r>
            <a:r>
              <a:rPr dirty="0"/>
              <a:t> </a:t>
            </a:r>
            <a:r>
              <a:rPr dirty="0" err="1"/>
              <a:t>два</a:t>
            </a:r>
            <a:r>
              <a:rPr dirty="0"/>
              <a:t> </a:t>
            </a:r>
            <a:r>
              <a:rPr dirty="0" err="1"/>
              <a:t>учебных</a:t>
            </a:r>
            <a:r>
              <a:rPr dirty="0"/>
              <a:t> </a:t>
            </a:r>
            <a:r>
              <a:rPr dirty="0" err="1"/>
              <a:t>диска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RAID1.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создать</a:t>
            </a:r>
            <a:r>
              <a:rPr dirty="0"/>
              <a:t> </a:t>
            </a:r>
            <a:r>
              <a:rPr dirty="0" err="1"/>
              <a:t>файловый</a:t>
            </a:r>
            <a:r>
              <a:rPr dirty="0"/>
              <a:t> </a:t>
            </a:r>
            <a:r>
              <a:rPr dirty="0" err="1"/>
              <a:t>ресурс</a:t>
            </a:r>
            <a:r>
              <a:rPr dirty="0"/>
              <a:t> /</a:t>
            </a:r>
            <a:r>
              <a:rPr dirty="0" err="1"/>
              <a:t>srv</a:t>
            </a:r>
            <a:r>
              <a:rPr dirty="0"/>
              <a:t>/share и </a:t>
            </a:r>
            <a:r>
              <a:rPr dirty="0" err="1"/>
              <a:t>открыть</a:t>
            </a:r>
            <a:r>
              <a:rPr dirty="0"/>
              <a:t> </a:t>
            </a:r>
            <a:r>
              <a:rPr dirty="0" err="1"/>
              <a:t>его</a:t>
            </a:r>
            <a:r>
              <a:rPr dirty="0"/>
              <a:t> </a:t>
            </a:r>
            <a:r>
              <a:rPr dirty="0" err="1"/>
              <a:t>пользователям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публикации</a:t>
            </a:r>
            <a:r>
              <a:rPr dirty="0"/>
              <a:t> </a:t>
            </a:r>
            <a:r>
              <a:rPr dirty="0" err="1"/>
              <a:t>ресурса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настроить</a:t>
            </a:r>
            <a:r>
              <a:rPr dirty="0"/>
              <a:t> </a:t>
            </a:r>
            <a:r>
              <a:rPr dirty="0" err="1"/>
              <a:t>резервную</a:t>
            </a:r>
            <a:r>
              <a:rPr dirty="0"/>
              <a:t> </a:t>
            </a:r>
            <a:r>
              <a:rPr dirty="0" err="1"/>
              <a:t>копию</a:t>
            </a:r>
            <a:r>
              <a:rPr dirty="0"/>
              <a:t> и </a:t>
            </a: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восстановление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Задачи хранения данных на Linux-сервере предприятия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indent="354013">
              <a:defRPr sz="3600"/>
            </a:pPr>
            <a:r>
              <a:rPr dirty="0" err="1"/>
              <a:t>Файловый</a:t>
            </a:r>
            <a:r>
              <a:rPr dirty="0"/>
              <a:t> </a:t>
            </a:r>
            <a:r>
              <a:rPr dirty="0" err="1"/>
              <a:t>сервер</a:t>
            </a:r>
            <a:r>
              <a:rPr dirty="0"/>
              <a:t> -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сервер</a:t>
            </a:r>
            <a:r>
              <a:rPr dirty="0"/>
              <a:t>, </a:t>
            </a:r>
            <a:r>
              <a:rPr dirty="0" err="1"/>
              <a:t>который</a:t>
            </a:r>
            <a:r>
              <a:rPr dirty="0"/>
              <a:t> </a:t>
            </a:r>
            <a:r>
              <a:rPr dirty="0" err="1"/>
              <a:t>централизованно</a:t>
            </a:r>
            <a:r>
              <a:rPr dirty="0"/>
              <a:t> </a:t>
            </a:r>
            <a:r>
              <a:rPr dirty="0" err="1"/>
              <a:t>хранит</a:t>
            </a:r>
            <a:r>
              <a:rPr dirty="0"/>
              <a:t> и </a:t>
            </a:r>
            <a:r>
              <a:rPr dirty="0" err="1"/>
              <a:t>предоставляет</a:t>
            </a:r>
            <a:r>
              <a:rPr dirty="0"/>
              <a:t> </a:t>
            </a:r>
            <a:r>
              <a:rPr dirty="0" err="1"/>
              <a:t>файлы</a:t>
            </a:r>
            <a:r>
              <a:rPr dirty="0"/>
              <a:t> </a:t>
            </a:r>
            <a:r>
              <a:rPr dirty="0" err="1"/>
              <a:t>пользователям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службам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предприятия</a:t>
            </a:r>
            <a:r>
              <a:rPr dirty="0"/>
              <a:t> </a:t>
            </a:r>
            <a:r>
              <a:rPr dirty="0" err="1"/>
              <a:t>важно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просто</a:t>
            </a:r>
            <a:r>
              <a:rPr dirty="0"/>
              <a:t> </a:t>
            </a:r>
            <a:r>
              <a:rPr dirty="0" err="1"/>
              <a:t>создать</a:t>
            </a:r>
            <a:r>
              <a:rPr dirty="0"/>
              <a:t> </a:t>
            </a:r>
            <a:r>
              <a:rPr dirty="0" err="1"/>
              <a:t>папку</a:t>
            </a:r>
            <a:r>
              <a:rPr dirty="0"/>
              <a:t>, а </a:t>
            </a:r>
            <a:r>
              <a:rPr dirty="0" err="1"/>
              <a:t>обеспечить</a:t>
            </a:r>
            <a:r>
              <a:rPr dirty="0"/>
              <a:t> </a:t>
            </a:r>
            <a:r>
              <a:rPr dirty="0" err="1"/>
              <a:t>доступность</a:t>
            </a:r>
            <a:r>
              <a:rPr dirty="0"/>
              <a:t>, </a:t>
            </a:r>
            <a:r>
              <a:rPr dirty="0" err="1"/>
              <a:t>права</a:t>
            </a:r>
            <a:r>
              <a:rPr dirty="0"/>
              <a:t>, </a:t>
            </a:r>
            <a:r>
              <a:rPr dirty="0" err="1"/>
              <a:t>учет</a:t>
            </a:r>
            <a:r>
              <a:rPr dirty="0"/>
              <a:t> </a:t>
            </a:r>
            <a:r>
              <a:rPr dirty="0" err="1"/>
              <a:t>изменений</a:t>
            </a:r>
            <a:r>
              <a:rPr dirty="0"/>
              <a:t> и </a:t>
            </a:r>
            <a:r>
              <a:rPr dirty="0" err="1"/>
              <a:t>восстановление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Linux-</a:t>
            </a: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хранить</a:t>
            </a:r>
            <a:r>
              <a:rPr dirty="0"/>
              <a:t> </a:t>
            </a:r>
            <a:r>
              <a:rPr dirty="0" err="1"/>
              <a:t>общие</a:t>
            </a:r>
            <a:r>
              <a:rPr dirty="0"/>
              <a:t> </a:t>
            </a:r>
            <a:r>
              <a:rPr dirty="0" err="1"/>
              <a:t>документы</a:t>
            </a:r>
            <a:r>
              <a:rPr dirty="0"/>
              <a:t>, </a:t>
            </a:r>
            <a:r>
              <a:rPr dirty="0" err="1"/>
              <a:t>профили</a:t>
            </a:r>
            <a:r>
              <a:rPr dirty="0"/>
              <a:t>, </a:t>
            </a:r>
            <a:r>
              <a:rPr dirty="0" err="1"/>
              <a:t>архивы</a:t>
            </a:r>
            <a:r>
              <a:rPr dirty="0"/>
              <a:t>, </a:t>
            </a:r>
            <a:r>
              <a:rPr dirty="0" err="1"/>
              <a:t>конфигурации</a:t>
            </a:r>
            <a:r>
              <a:rPr dirty="0"/>
              <a:t>, </a:t>
            </a:r>
            <a:r>
              <a:rPr dirty="0" err="1"/>
              <a:t>обменные</a:t>
            </a:r>
            <a:r>
              <a:rPr dirty="0"/>
              <a:t> </a:t>
            </a:r>
            <a:r>
              <a:rPr dirty="0" err="1"/>
              <a:t>каталоги</a:t>
            </a:r>
            <a:r>
              <a:rPr dirty="0"/>
              <a:t> и </a:t>
            </a:r>
            <a:r>
              <a:rPr dirty="0" err="1"/>
              <a:t>резервные</a:t>
            </a:r>
            <a:r>
              <a:rPr dirty="0"/>
              <a:t> </a:t>
            </a:r>
            <a:r>
              <a:rPr dirty="0" err="1"/>
              <a:t>копии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отвечает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то</a:t>
            </a:r>
            <a:r>
              <a:rPr dirty="0"/>
              <a:t>, </a:t>
            </a:r>
            <a:r>
              <a:rPr dirty="0" err="1"/>
              <a:t>чтобы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были</a:t>
            </a:r>
            <a:r>
              <a:rPr dirty="0"/>
              <a:t> </a:t>
            </a:r>
            <a:r>
              <a:rPr dirty="0" err="1"/>
              <a:t>доступны</a:t>
            </a:r>
            <a:r>
              <a:rPr dirty="0"/>
              <a:t> </a:t>
            </a:r>
            <a:r>
              <a:rPr dirty="0" err="1"/>
              <a:t>нужным</a:t>
            </a:r>
            <a:r>
              <a:rPr dirty="0"/>
              <a:t> </a:t>
            </a:r>
            <a:r>
              <a:rPr dirty="0" err="1"/>
              <a:t>людям</a:t>
            </a:r>
            <a:r>
              <a:rPr dirty="0"/>
              <a:t> и </a:t>
            </a:r>
            <a:r>
              <a:rPr dirty="0" err="1"/>
              <a:t>защищены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случайной</a:t>
            </a:r>
            <a:r>
              <a:rPr dirty="0"/>
              <a:t> </a:t>
            </a:r>
            <a:r>
              <a:rPr dirty="0" err="1"/>
              <a:t>потери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Какие требования предъявляют к файловому серверу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Доступность</a:t>
            </a:r>
            <a:r>
              <a:rPr dirty="0"/>
              <a:t>: </a:t>
            </a:r>
            <a:r>
              <a:rPr dirty="0" err="1"/>
              <a:t>пользователи</a:t>
            </a:r>
            <a:r>
              <a:rPr dirty="0"/>
              <a:t> </a:t>
            </a:r>
            <a:r>
              <a:rPr dirty="0" err="1"/>
              <a:t>должны</a:t>
            </a:r>
            <a:r>
              <a:rPr dirty="0"/>
              <a:t> </a:t>
            </a:r>
            <a:r>
              <a:rPr dirty="0" err="1"/>
              <a:t>открыть</a:t>
            </a:r>
            <a:r>
              <a:rPr dirty="0"/>
              <a:t> </a:t>
            </a:r>
            <a:r>
              <a:rPr dirty="0" err="1"/>
              <a:t>ресурс</a:t>
            </a:r>
            <a:r>
              <a:rPr dirty="0"/>
              <a:t> в </a:t>
            </a:r>
            <a:r>
              <a:rPr dirty="0" err="1"/>
              <a:t>рабочее</a:t>
            </a:r>
            <a:r>
              <a:rPr dirty="0"/>
              <a:t> </a:t>
            </a:r>
            <a:r>
              <a:rPr dirty="0" err="1"/>
              <a:t>время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Целостность</a:t>
            </a:r>
            <a:r>
              <a:rPr dirty="0"/>
              <a:t>: </a:t>
            </a:r>
            <a:r>
              <a:rPr dirty="0" err="1"/>
              <a:t>файлы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должны</a:t>
            </a:r>
            <a:r>
              <a:rPr dirty="0"/>
              <a:t> </a:t>
            </a:r>
            <a:r>
              <a:rPr dirty="0" err="1"/>
              <a:t>повреждаться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сбое</a:t>
            </a:r>
            <a:r>
              <a:rPr dirty="0"/>
              <a:t> </a:t>
            </a:r>
            <a:r>
              <a:rPr dirty="0" err="1"/>
              <a:t>питания</a:t>
            </a:r>
            <a:r>
              <a:rPr dirty="0"/>
              <a:t>, </a:t>
            </a:r>
            <a:r>
              <a:rPr dirty="0" err="1"/>
              <a:t>диска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Разграничение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: </a:t>
            </a:r>
            <a:r>
              <a:rPr dirty="0" err="1"/>
              <a:t>один</a:t>
            </a:r>
            <a:r>
              <a:rPr dirty="0"/>
              <a:t> </a:t>
            </a:r>
            <a:r>
              <a:rPr dirty="0" err="1"/>
              <a:t>отдел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видеть</a:t>
            </a:r>
            <a:r>
              <a:rPr dirty="0"/>
              <a:t> </a:t>
            </a:r>
            <a:r>
              <a:rPr dirty="0" err="1"/>
              <a:t>чужие</a:t>
            </a:r>
            <a:r>
              <a:rPr dirty="0"/>
              <a:t> </a:t>
            </a:r>
            <a:r>
              <a:rPr dirty="0" err="1"/>
              <a:t>документы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разрешения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Восстановимость</a:t>
            </a:r>
            <a:r>
              <a:rPr dirty="0"/>
              <a:t>: </a:t>
            </a:r>
            <a:r>
              <a:rPr dirty="0" err="1"/>
              <a:t>удаленный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испорченный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иметь</a:t>
            </a:r>
            <a:r>
              <a:rPr dirty="0"/>
              <a:t> </a:t>
            </a:r>
            <a:r>
              <a:rPr dirty="0" err="1"/>
              <a:t>шанс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возврат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backup.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Из каких уровней состоит хранение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Физический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виртуальный</a:t>
            </a:r>
            <a:r>
              <a:rPr dirty="0"/>
              <a:t> </a:t>
            </a:r>
            <a:r>
              <a:rPr dirty="0" err="1"/>
              <a:t>диск</a:t>
            </a:r>
            <a:r>
              <a:rPr dirty="0"/>
              <a:t> </a:t>
            </a:r>
            <a:r>
              <a:rPr dirty="0" err="1"/>
              <a:t>предоставляет</a:t>
            </a:r>
            <a:r>
              <a:rPr dirty="0"/>
              <a:t> </a:t>
            </a:r>
            <a:r>
              <a:rPr dirty="0" err="1"/>
              <a:t>блочное</a:t>
            </a:r>
            <a:r>
              <a:rPr dirty="0"/>
              <a:t> </a:t>
            </a:r>
            <a:r>
              <a:rPr dirty="0" err="1"/>
              <a:t>устройство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RAID </a:t>
            </a:r>
            <a:r>
              <a:rPr dirty="0" err="1"/>
              <a:t>или</a:t>
            </a:r>
            <a:r>
              <a:rPr dirty="0"/>
              <a:t> LVM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объединять</a:t>
            </a:r>
            <a:r>
              <a:rPr dirty="0"/>
              <a:t> </a:t>
            </a:r>
            <a:r>
              <a:rPr dirty="0" err="1"/>
              <a:t>устройства</a:t>
            </a:r>
            <a:r>
              <a:rPr dirty="0"/>
              <a:t> и </a:t>
            </a:r>
            <a:r>
              <a:rPr dirty="0" err="1"/>
              <a:t>добавлять</a:t>
            </a:r>
            <a:r>
              <a:rPr dirty="0"/>
              <a:t> </a:t>
            </a:r>
            <a:r>
              <a:rPr dirty="0" err="1"/>
              <a:t>отказоустойчивость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гибкость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Файловая</a:t>
            </a:r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хранит</a:t>
            </a:r>
            <a:r>
              <a:rPr dirty="0"/>
              <a:t> </a:t>
            </a:r>
            <a:r>
              <a:rPr dirty="0" err="1"/>
              <a:t>каталоги</a:t>
            </a:r>
            <a:r>
              <a:rPr dirty="0"/>
              <a:t> и </a:t>
            </a:r>
            <a:r>
              <a:rPr dirty="0" err="1"/>
              <a:t>файлы</a:t>
            </a:r>
            <a:r>
              <a:rPr dirty="0"/>
              <a:t> </a:t>
            </a:r>
            <a:r>
              <a:rPr dirty="0" err="1"/>
              <a:t>поверх</a:t>
            </a:r>
            <a:r>
              <a:rPr dirty="0"/>
              <a:t> </a:t>
            </a:r>
            <a:r>
              <a:rPr dirty="0" err="1"/>
              <a:t>блочного</a:t>
            </a:r>
            <a:r>
              <a:rPr dirty="0"/>
              <a:t> </a:t>
            </a:r>
            <a:r>
              <a:rPr dirty="0" err="1"/>
              <a:t>устройства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Сетевая</a:t>
            </a:r>
            <a:r>
              <a:rPr dirty="0"/>
              <a:t> </a:t>
            </a:r>
            <a:r>
              <a:rPr dirty="0" err="1"/>
              <a:t>служба</a:t>
            </a:r>
            <a:r>
              <a:rPr dirty="0"/>
              <a:t>, </a:t>
            </a:r>
            <a:r>
              <a:rPr dirty="0" err="1"/>
              <a:t>например</a:t>
            </a:r>
            <a:r>
              <a:rPr dirty="0"/>
              <a:t> Samba, </a:t>
            </a:r>
            <a:r>
              <a:rPr dirty="0" err="1"/>
              <a:t>публикует</a:t>
            </a:r>
            <a:r>
              <a:rPr dirty="0"/>
              <a:t> </a:t>
            </a:r>
            <a:r>
              <a:rPr dirty="0" err="1"/>
              <a:t>каталог</a:t>
            </a:r>
            <a:r>
              <a:rPr dirty="0"/>
              <a:t> </a:t>
            </a:r>
            <a:r>
              <a:rPr dirty="0" err="1"/>
              <a:t>клиентам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Что документирует администратор файлового сервера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Назначение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 и </a:t>
            </a:r>
            <a:r>
              <a:rPr dirty="0" err="1"/>
              <a:t>список</a:t>
            </a:r>
            <a:r>
              <a:rPr dirty="0"/>
              <a:t> </a:t>
            </a:r>
            <a:r>
              <a:rPr dirty="0" err="1"/>
              <a:t>опубликованных</a:t>
            </a:r>
            <a:r>
              <a:rPr dirty="0"/>
              <a:t> </a:t>
            </a:r>
            <a:r>
              <a:rPr dirty="0" err="1"/>
              <a:t>ресурсов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Диски</a:t>
            </a:r>
            <a:r>
              <a:rPr dirty="0"/>
              <a:t>, RAID-</a:t>
            </a:r>
            <a:r>
              <a:rPr dirty="0" err="1"/>
              <a:t>массивы</a:t>
            </a:r>
            <a:r>
              <a:rPr dirty="0"/>
              <a:t>, </a:t>
            </a:r>
            <a:r>
              <a:rPr dirty="0" err="1"/>
              <a:t>точки</a:t>
            </a:r>
            <a:r>
              <a:rPr dirty="0"/>
              <a:t> </a:t>
            </a:r>
            <a:r>
              <a:rPr dirty="0" err="1"/>
              <a:t>монтирования</a:t>
            </a:r>
            <a:r>
              <a:rPr dirty="0"/>
              <a:t> и UUID </a:t>
            </a:r>
            <a:r>
              <a:rPr dirty="0" err="1"/>
              <a:t>файловых</a:t>
            </a:r>
            <a:r>
              <a:rPr dirty="0"/>
              <a:t> </a:t>
            </a:r>
            <a:r>
              <a:rPr dirty="0" err="1"/>
              <a:t>систем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Группы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, </a:t>
            </a:r>
            <a:r>
              <a:rPr dirty="0" err="1"/>
              <a:t>владельцы</a:t>
            </a:r>
            <a:r>
              <a:rPr dirty="0"/>
              <a:t> </a:t>
            </a:r>
            <a:r>
              <a:rPr dirty="0" err="1"/>
              <a:t>каталогов</a:t>
            </a:r>
            <a:r>
              <a:rPr dirty="0"/>
              <a:t> и </a:t>
            </a:r>
            <a:r>
              <a:rPr dirty="0" err="1"/>
              <a:t>основные</a:t>
            </a:r>
            <a:r>
              <a:rPr dirty="0"/>
              <a:t> </a:t>
            </a:r>
            <a:r>
              <a:rPr dirty="0" err="1"/>
              <a:t>права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Расписание</a:t>
            </a:r>
            <a:r>
              <a:rPr dirty="0"/>
              <a:t> backup, </a:t>
            </a:r>
            <a:r>
              <a:rPr dirty="0" err="1"/>
              <a:t>место</a:t>
            </a:r>
            <a:r>
              <a:rPr dirty="0"/>
              <a:t> </a:t>
            </a:r>
            <a:r>
              <a:rPr dirty="0" err="1"/>
              <a:t>хранения</a:t>
            </a:r>
            <a:r>
              <a:rPr dirty="0"/>
              <a:t> </a:t>
            </a:r>
            <a:r>
              <a:rPr dirty="0" err="1"/>
              <a:t>копий</a:t>
            </a:r>
            <a:r>
              <a:rPr dirty="0"/>
              <a:t> и </a:t>
            </a:r>
            <a:r>
              <a:rPr dirty="0" err="1"/>
              <a:t>порядок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</a:t>
            </a:r>
            <a:r>
              <a:rPr dirty="0" err="1"/>
              <a:t>восстановления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Первичная проверка дисков и файловых систем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lsblk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диски</a:t>
            </a:r>
            <a:r>
              <a:rPr dirty="0"/>
              <a:t>, </a:t>
            </a:r>
            <a:r>
              <a:rPr dirty="0" err="1"/>
              <a:t>разделы</a:t>
            </a:r>
            <a:r>
              <a:rPr dirty="0"/>
              <a:t>, </a:t>
            </a:r>
            <a:r>
              <a:rPr dirty="0" err="1"/>
              <a:t>точки</a:t>
            </a:r>
            <a:r>
              <a:rPr dirty="0"/>
              <a:t> </a:t>
            </a:r>
            <a:r>
              <a:rPr dirty="0" err="1"/>
              <a:t>монтирования</a:t>
            </a:r>
            <a:r>
              <a:rPr dirty="0"/>
              <a:t> и </a:t>
            </a:r>
            <a:r>
              <a:rPr dirty="0" err="1"/>
              <a:t>типы</a:t>
            </a:r>
            <a:r>
              <a:rPr dirty="0"/>
              <a:t> </a:t>
            </a:r>
            <a:r>
              <a:rPr dirty="0" err="1"/>
              <a:t>устройств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dirty="0" err="1"/>
              <a:t>lsblk</a:t>
            </a:r>
            <a:r>
              <a:rPr dirty="0"/>
              <a:t> -f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увидеть</a:t>
            </a:r>
            <a:r>
              <a:rPr dirty="0"/>
              <a:t> </a:t>
            </a:r>
            <a:r>
              <a:rPr dirty="0" err="1"/>
              <a:t>файловую</a:t>
            </a:r>
            <a:r>
              <a:rPr dirty="0"/>
              <a:t> </a:t>
            </a:r>
            <a:r>
              <a:rPr dirty="0" err="1"/>
              <a:t>систему</a:t>
            </a:r>
            <a:r>
              <a:rPr dirty="0"/>
              <a:t> и UUID.</a:t>
            </a:r>
          </a:p>
          <a:p>
            <a:pPr indent="354013">
              <a:defRPr sz="3600"/>
            </a:pPr>
            <a:r>
              <a:rPr dirty="0" err="1"/>
              <a:t>df</a:t>
            </a:r>
            <a:r>
              <a:rPr dirty="0"/>
              <a:t> -h </a:t>
            </a:r>
            <a:r>
              <a:rPr dirty="0" err="1"/>
              <a:t>показывает</a:t>
            </a:r>
            <a:r>
              <a:rPr dirty="0"/>
              <a:t>, </a:t>
            </a:r>
            <a:r>
              <a:rPr dirty="0" err="1"/>
              <a:t>сколько</a:t>
            </a:r>
            <a:r>
              <a:rPr dirty="0"/>
              <a:t> </a:t>
            </a:r>
            <a:r>
              <a:rPr dirty="0" err="1"/>
              <a:t>места</a:t>
            </a:r>
            <a:r>
              <a:rPr dirty="0"/>
              <a:t> </a:t>
            </a:r>
            <a:r>
              <a:rPr dirty="0" err="1"/>
              <a:t>занято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смонтированных</a:t>
            </a:r>
            <a:r>
              <a:rPr dirty="0"/>
              <a:t> </a:t>
            </a:r>
            <a:r>
              <a:rPr dirty="0" err="1"/>
              <a:t>файловых</a:t>
            </a:r>
            <a:r>
              <a:rPr dirty="0"/>
              <a:t> </a:t>
            </a:r>
            <a:r>
              <a:rPr dirty="0" err="1"/>
              <a:t>системах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Эти </a:t>
            </a:r>
            <a:r>
              <a:rPr dirty="0" err="1"/>
              <a:t>команды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настройки</a:t>
            </a:r>
            <a:r>
              <a:rPr dirty="0"/>
              <a:t>, </a:t>
            </a:r>
            <a:r>
              <a:rPr dirty="0" err="1"/>
              <a:t>чтобы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перепутать</a:t>
            </a:r>
            <a:r>
              <a:rPr dirty="0"/>
              <a:t> </a:t>
            </a:r>
            <a:r>
              <a:rPr dirty="0" err="1"/>
              <a:t>системный</a:t>
            </a:r>
            <a:r>
              <a:rPr dirty="0"/>
              <a:t> </a:t>
            </a:r>
            <a:r>
              <a:rPr dirty="0" err="1"/>
              <a:t>диск</a:t>
            </a:r>
            <a:r>
              <a:rPr dirty="0"/>
              <a:t> и </a:t>
            </a:r>
            <a:r>
              <a:rPr dirty="0" err="1"/>
              <a:t>учебные</a:t>
            </a:r>
            <a:r>
              <a:rPr dirty="0"/>
              <a:t> </a:t>
            </a:r>
            <a:r>
              <a:rPr dirty="0" err="1"/>
              <a:t>диски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</a:t>
            </a:r>
            <a:r>
              <a:rPr dirty="0" err="1"/>
              <a:t>архитектура</a:t>
            </a:r>
            <a:r>
              <a:rPr dirty="0"/>
              <a:t> </a:t>
            </a:r>
            <a:r>
              <a:rPr dirty="0" err="1"/>
              <a:t>файлового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 Linux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E806198-BE0C-E038-76F4-B5169AD27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9151" y="182880"/>
            <a:ext cx="7303218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2. RAID1: </a:t>
            </a:r>
            <a:r>
              <a:rPr dirty="0" err="1"/>
              <a:t>назначение</a:t>
            </a:r>
            <a:r>
              <a:rPr dirty="0"/>
              <a:t>, </a:t>
            </a:r>
            <a:r>
              <a:rPr dirty="0" err="1"/>
              <a:t>зеркалирование</a:t>
            </a:r>
            <a:r>
              <a:rPr dirty="0"/>
              <a:t>, </a:t>
            </a:r>
            <a:endParaRPr lang="ru-RU" dirty="0"/>
          </a:p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отказоустойчивость</a:t>
            </a:r>
            <a:r>
              <a:rPr dirty="0"/>
              <a:t> и </a:t>
            </a:r>
            <a:r>
              <a:rPr dirty="0" err="1"/>
              <a:t>ограничения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7548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indent="354013">
              <a:defRPr sz="3600"/>
            </a:pPr>
            <a:r>
              <a:rPr dirty="0"/>
              <a:t>RAID - Redundant Array of Independent Disks, </a:t>
            </a:r>
            <a:r>
              <a:rPr dirty="0" err="1"/>
              <a:t>массив</a:t>
            </a:r>
            <a:r>
              <a:rPr dirty="0"/>
              <a:t> </a:t>
            </a:r>
            <a:r>
              <a:rPr dirty="0" err="1"/>
              <a:t>независимых</a:t>
            </a:r>
            <a:r>
              <a:rPr dirty="0"/>
              <a:t> </a:t>
            </a:r>
            <a:r>
              <a:rPr dirty="0" err="1"/>
              <a:t>дисков</a:t>
            </a:r>
            <a:r>
              <a:rPr dirty="0"/>
              <a:t> с </a:t>
            </a:r>
            <a:r>
              <a:rPr dirty="0" err="1"/>
              <a:t>избыточностью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объединением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RAID1 - </a:t>
            </a:r>
            <a:r>
              <a:rPr dirty="0" err="1"/>
              <a:t>режим</a:t>
            </a:r>
            <a:r>
              <a:rPr dirty="0"/>
              <a:t> </a:t>
            </a:r>
            <a:r>
              <a:rPr dirty="0" err="1"/>
              <a:t>зеркалирования</a:t>
            </a:r>
            <a:r>
              <a:rPr dirty="0"/>
              <a:t>,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котором</a:t>
            </a:r>
            <a:r>
              <a:rPr dirty="0"/>
              <a:t> </a:t>
            </a:r>
            <a:r>
              <a:rPr dirty="0" err="1"/>
              <a:t>одни</a:t>
            </a:r>
            <a:r>
              <a:rPr dirty="0"/>
              <a:t> и </a:t>
            </a:r>
            <a:r>
              <a:rPr dirty="0" err="1"/>
              <a:t>те</a:t>
            </a:r>
            <a:r>
              <a:rPr dirty="0"/>
              <a:t> </a:t>
            </a:r>
            <a:r>
              <a:rPr dirty="0" err="1"/>
              <a:t>же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записываются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два</a:t>
            </a:r>
            <a:r>
              <a:rPr dirty="0"/>
              <a:t> </a:t>
            </a:r>
            <a:r>
              <a:rPr dirty="0" err="1"/>
              <a:t>диска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один</a:t>
            </a:r>
            <a:r>
              <a:rPr dirty="0"/>
              <a:t> </a:t>
            </a:r>
            <a:r>
              <a:rPr dirty="0" err="1"/>
              <a:t>диск</a:t>
            </a:r>
            <a:r>
              <a:rPr dirty="0"/>
              <a:t> </a:t>
            </a:r>
            <a:r>
              <a:rPr dirty="0" err="1"/>
              <a:t>выходит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строя</a:t>
            </a:r>
            <a:r>
              <a:rPr dirty="0"/>
              <a:t>, </a:t>
            </a:r>
            <a:r>
              <a:rPr dirty="0" err="1"/>
              <a:t>второй</a:t>
            </a:r>
            <a:r>
              <a:rPr dirty="0"/>
              <a:t> </a:t>
            </a:r>
            <a:r>
              <a:rPr dirty="0" err="1"/>
              <a:t>содержит</a:t>
            </a:r>
            <a:r>
              <a:rPr dirty="0"/>
              <a:t> </a:t>
            </a:r>
            <a:r>
              <a:rPr dirty="0" err="1"/>
              <a:t>копию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и </a:t>
            </a: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продолжить</a:t>
            </a:r>
            <a:r>
              <a:rPr dirty="0"/>
              <a:t> </a:t>
            </a:r>
            <a:r>
              <a:rPr dirty="0" err="1"/>
              <a:t>работу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RAID1 </a:t>
            </a:r>
            <a:r>
              <a:rPr dirty="0" err="1"/>
              <a:t>повышает</a:t>
            </a:r>
            <a:r>
              <a:rPr dirty="0"/>
              <a:t> </a:t>
            </a:r>
            <a:r>
              <a:rPr dirty="0" err="1"/>
              <a:t>отказоустойчивость</a:t>
            </a:r>
            <a:r>
              <a:rPr dirty="0"/>
              <a:t> </a:t>
            </a:r>
            <a:r>
              <a:rPr dirty="0" err="1"/>
              <a:t>хранения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отменяет</a:t>
            </a:r>
            <a:r>
              <a:rPr dirty="0"/>
              <a:t> </a:t>
            </a:r>
            <a:r>
              <a:rPr dirty="0" err="1"/>
              <a:t>необходимость</a:t>
            </a:r>
            <a:r>
              <a:rPr dirty="0"/>
              <a:t> </a:t>
            </a:r>
            <a:r>
              <a:rPr dirty="0" err="1"/>
              <a:t>резервного</a:t>
            </a:r>
            <a:r>
              <a:rPr dirty="0"/>
              <a:t> </a:t>
            </a:r>
            <a:r>
              <a:rPr dirty="0" err="1"/>
              <a:t>копирования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Как работает зеркалирование RAID1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записи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попадают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оба</a:t>
            </a:r>
            <a:r>
              <a:rPr dirty="0"/>
              <a:t> </a:t>
            </a:r>
            <a:r>
              <a:rPr dirty="0" err="1"/>
              <a:t>диска</a:t>
            </a:r>
            <a:r>
              <a:rPr dirty="0"/>
              <a:t> </a:t>
            </a:r>
            <a:r>
              <a:rPr dirty="0" err="1"/>
              <a:t>массива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чтении</a:t>
            </a:r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читать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 с </a:t>
            </a:r>
            <a:r>
              <a:rPr dirty="0" err="1"/>
              <a:t>доступного</a:t>
            </a:r>
            <a:r>
              <a:rPr dirty="0"/>
              <a:t> </a:t>
            </a:r>
            <a:r>
              <a:rPr dirty="0" err="1"/>
              <a:t>участника</a:t>
            </a:r>
            <a:r>
              <a:rPr dirty="0"/>
              <a:t> </a:t>
            </a:r>
            <a:r>
              <a:rPr dirty="0" err="1"/>
              <a:t>массива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отказе</a:t>
            </a:r>
            <a:r>
              <a:rPr dirty="0"/>
              <a:t> </a:t>
            </a:r>
            <a:r>
              <a:rPr dirty="0" err="1"/>
              <a:t>одного</a:t>
            </a:r>
            <a:r>
              <a:rPr dirty="0"/>
              <a:t> </a:t>
            </a:r>
            <a:r>
              <a:rPr dirty="0" err="1"/>
              <a:t>диска</a:t>
            </a:r>
            <a:r>
              <a:rPr dirty="0"/>
              <a:t> </a:t>
            </a:r>
            <a:r>
              <a:rPr dirty="0" err="1"/>
              <a:t>массив</a:t>
            </a:r>
            <a:r>
              <a:rPr dirty="0"/>
              <a:t> </a:t>
            </a:r>
            <a:r>
              <a:rPr dirty="0" err="1"/>
              <a:t>становится</a:t>
            </a:r>
            <a:r>
              <a:rPr dirty="0"/>
              <a:t> degraded,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остаются</a:t>
            </a:r>
            <a:r>
              <a:rPr dirty="0"/>
              <a:t> </a:t>
            </a:r>
            <a:r>
              <a:rPr dirty="0" err="1"/>
              <a:t>доступными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замены</a:t>
            </a:r>
            <a:r>
              <a:rPr dirty="0"/>
              <a:t> </a:t>
            </a:r>
            <a:r>
              <a:rPr dirty="0" err="1"/>
              <a:t>диска</a:t>
            </a:r>
            <a:r>
              <a:rPr dirty="0"/>
              <a:t> </a:t>
            </a:r>
            <a:r>
              <a:rPr dirty="0" err="1"/>
              <a:t>массив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восстановить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синхронизацию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Когда RAID1 уместен в учебной инфраструктуре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файлового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, </a:t>
            </a:r>
            <a:r>
              <a:rPr dirty="0" err="1"/>
              <a:t>где</a:t>
            </a:r>
            <a:r>
              <a:rPr dirty="0"/>
              <a:t> </a:t>
            </a:r>
            <a:r>
              <a:rPr dirty="0" err="1"/>
              <a:t>важна</a:t>
            </a:r>
            <a:r>
              <a:rPr dirty="0"/>
              <a:t> </a:t>
            </a:r>
            <a:r>
              <a:rPr dirty="0" err="1"/>
              <a:t>доступность</a:t>
            </a:r>
            <a:r>
              <a:rPr dirty="0"/>
              <a:t> </a:t>
            </a:r>
            <a:r>
              <a:rPr dirty="0" err="1"/>
              <a:t>документов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небольшого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 с </a:t>
            </a:r>
            <a:r>
              <a:rPr dirty="0" err="1"/>
              <a:t>двумя</a:t>
            </a:r>
            <a:r>
              <a:rPr dirty="0"/>
              <a:t> </a:t>
            </a:r>
            <a:r>
              <a:rPr dirty="0" err="1"/>
              <a:t>дисками</a:t>
            </a:r>
            <a:r>
              <a:rPr dirty="0"/>
              <a:t>, </a:t>
            </a:r>
            <a:r>
              <a:rPr dirty="0" err="1"/>
              <a:t>где</a:t>
            </a:r>
            <a:r>
              <a:rPr dirty="0"/>
              <a:t> </a:t>
            </a:r>
            <a:r>
              <a:rPr dirty="0" err="1"/>
              <a:t>нет</a:t>
            </a:r>
            <a:r>
              <a:rPr dirty="0"/>
              <a:t> </a:t>
            </a:r>
            <a:r>
              <a:rPr dirty="0" err="1"/>
              <a:t>задачи</a:t>
            </a:r>
            <a:r>
              <a:rPr dirty="0"/>
              <a:t> </a:t>
            </a:r>
            <a:r>
              <a:rPr dirty="0" err="1"/>
              <a:t>получить</a:t>
            </a:r>
            <a:r>
              <a:rPr dirty="0"/>
              <a:t> </a:t>
            </a:r>
            <a:r>
              <a:rPr dirty="0" err="1"/>
              <a:t>большой</a:t>
            </a:r>
            <a:r>
              <a:rPr dirty="0"/>
              <a:t> </a:t>
            </a:r>
            <a:r>
              <a:rPr dirty="0" err="1"/>
              <a:t>объем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демонстрации</a:t>
            </a:r>
            <a:r>
              <a:rPr dirty="0"/>
              <a:t> </a:t>
            </a:r>
            <a:r>
              <a:rPr dirty="0" err="1"/>
              <a:t>отказа</a:t>
            </a:r>
            <a:r>
              <a:rPr dirty="0"/>
              <a:t> </a:t>
            </a:r>
            <a:r>
              <a:rPr dirty="0" err="1"/>
              <a:t>одного</a:t>
            </a:r>
            <a:r>
              <a:rPr dirty="0"/>
              <a:t> </a:t>
            </a:r>
            <a:r>
              <a:rPr dirty="0" err="1"/>
              <a:t>диска</a:t>
            </a:r>
            <a:r>
              <a:rPr dirty="0"/>
              <a:t> и </a:t>
            </a:r>
            <a:r>
              <a:rPr dirty="0" err="1"/>
              <a:t>восстановления</a:t>
            </a:r>
            <a:r>
              <a:rPr dirty="0"/>
              <a:t> </a:t>
            </a:r>
            <a:r>
              <a:rPr dirty="0" err="1"/>
              <a:t>массива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понимания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надежность</a:t>
            </a:r>
            <a:r>
              <a:rPr dirty="0"/>
              <a:t> </a:t>
            </a:r>
            <a:r>
              <a:rPr dirty="0" err="1"/>
              <a:t>начинается</a:t>
            </a:r>
            <a:r>
              <a:rPr dirty="0"/>
              <a:t> </a:t>
            </a:r>
            <a:r>
              <a:rPr dirty="0" err="1"/>
              <a:t>ниже</a:t>
            </a:r>
            <a:r>
              <a:rPr dirty="0"/>
              <a:t> </a:t>
            </a:r>
            <a:r>
              <a:rPr dirty="0" err="1"/>
              <a:t>уровня</a:t>
            </a:r>
            <a:r>
              <a:rPr dirty="0"/>
              <a:t> Samba и </a:t>
            </a:r>
            <a:r>
              <a:rPr dirty="0" err="1"/>
              <a:t>прав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Создание RAID1 через mdadm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mdadm</a:t>
            </a:r>
            <a:r>
              <a:rPr dirty="0"/>
              <a:t> - </a:t>
            </a:r>
            <a:r>
              <a:rPr dirty="0" err="1"/>
              <a:t>утилита</a:t>
            </a:r>
            <a:r>
              <a:rPr dirty="0"/>
              <a:t> Linux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создания</a:t>
            </a:r>
            <a:r>
              <a:rPr dirty="0"/>
              <a:t> и </a:t>
            </a:r>
            <a:r>
              <a:rPr dirty="0" err="1"/>
              <a:t>сопровождения</a:t>
            </a:r>
            <a:r>
              <a:rPr dirty="0"/>
              <a:t> </a:t>
            </a:r>
            <a:r>
              <a:rPr dirty="0" err="1"/>
              <a:t>программных</a:t>
            </a:r>
            <a:r>
              <a:rPr dirty="0"/>
              <a:t> RAID-</a:t>
            </a:r>
            <a:r>
              <a:rPr dirty="0" err="1"/>
              <a:t>массивов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созданием</a:t>
            </a:r>
            <a:r>
              <a:rPr dirty="0"/>
              <a:t> </a:t>
            </a:r>
            <a:r>
              <a:rPr dirty="0" err="1"/>
              <a:t>проверяют</a:t>
            </a:r>
            <a:r>
              <a:rPr dirty="0"/>
              <a:t> </a:t>
            </a:r>
            <a:r>
              <a:rPr dirty="0" err="1"/>
              <a:t>диски</a:t>
            </a:r>
            <a:r>
              <a:rPr dirty="0"/>
              <a:t>: </a:t>
            </a:r>
            <a:r>
              <a:rPr dirty="0" err="1"/>
              <a:t>lsblk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mdadm</a:t>
            </a:r>
            <a:r>
              <a:rPr dirty="0"/>
              <a:t> --create /dev/md0 --level=1 --raid-devices=2 /dev/</a:t>
            </a:r>
            <a:r>
              <a:rPr dirty="0" err="1"/>
              <a:t>sdb</a:t>
            </a:r>
            <a:r>
              <a:rPr dirty="0"/>
              <a:t> /dev/</a:t>
            </a:r>
            <a:r>
              <a:rPr dirty="0" err="1"/>
              <a:t>sdc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--level=1 </a:t>
            </a:r>
            <a:r>
              <a:rPr dirty="0" err="1"/>
              <a:t>задает</a:t>
            </a:r>
            <a:r>
              <a:rPr dirty="0"/>
              <a:t> RAID1, а --raid-devices=2 </a:t>
            </a:r>
            <a:r>
              <a:rPr dirty="0" err="1"/>
              <a:t>указывает</a:t>
            </a:r>
            <a:r>
              <a:rPr dirty="0"/>
              <a:t> </a:t>
            </a:r>
            <a:r>
              <a:rPr dirty="0" err="1"/>
              <a:t>два</a:t>
            </a:r>
            <a:r>
              <a:rPr dirty="0"/>
              <a:t> </a:t>
            </a:r>
            <a:r>
              <a:rPr dirty="0" err="1"/>
              <a:t>участника</a:t>
            </a:r>
            <a:r>
              <a:rPr dirty="0"/>
              <a:t> </a:t>
            </a:r>
            <a:r>
              <a:rPr dirty="0" err="1"/>
              <a:t>массива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состояния RAID1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442913">
              <a:defRPr sz="3600"/>
            </a:pPr>
            <a:r>
              <a:rPr dirty="0"/>
              <a:t>cat /proc/</a:t>
            </a:r>
            <a:r>
              <a:rPr dirty="0" err="1"/>
              <a:t>mdstat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текущую</a:t>
            </a:r>
            <a:r>
              <a:rPr dirty="0"/>
              <a:t> </a:t>
            </a:r>
            <a:r>
              <a:rPr dirty="0" err="1"/>
              <a:t>синхронизацию</a:t>
            </a:r>
            <a:r>
              <a:rPr dirty="0"/>
              <a:t> и </a:t>
            </a:r>
            <a:r>
              <a:rPr dirty="0" err="1"/>
              <a:t>состояние</a:t>
            </a:r>
            <a:r>
              <a:rPr dirty="0"/>
              <a:t> RAID-</a:t>
            </a:r>
            <a:r>
              <a:rPr dirty="0" err="1"/>
              <a:t>массивов</a:t>
            </a:r>
            <a:r>
              <a:rPr dirty="0"/>
              <a:t>.</a:t>
            </a:r>
          </a:p>
          <a:p>
            <a:pPr indent="442913">
              <a:defRPr sz="3600"/>
            </a:pPr>
            <a:r>
              <a:rPr dirty="0" err="1"/>
              <a:t>Пример</a:t>
            </a:r>
            <a:r>
              <a:rPr dirty="0"/>
              <a:t>: cat /proc/</a:t>
            </a:r>
            <a:r>
              <a:rPr dirty="0" err="1"/>
              <a:t>mdstat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показать</a:t>
            </a:r>
            <a:r>
              <a:rPr dirty="0"/>
              <a:t> /dev/md0 и </a:t>
            </a:r>
            <a:r>
              <a:rPr dirty="0" err="1"/>
              <a:t>двух</a:t>
            </a:r>
            <a:r>
              <a:rPr dirty="0"/>
              <a:t> </a:t>
            </a:r>
            <a:r>
              <a:rPr dirty="0" err="1"/>
              <a:t>участников</a:t>
            </a:r>
            <a:r>
              <a:rPr dirty="0"/>
              <a:t> </a:t>
            </a:r>
            <a:r>
              <a:rPr dirty="0" err="1"/>
              <a:t>массива</a:t>
            </a:r>
            <a:r>
              <a:rPr dirty="0"/>
              <a:t>.</a:t>
            </a:r>
          </a:p>
          <a:p>
            <a:pPr indent="442913">
              <a:defRPr sz="3600"/>
            </a:pP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mdadm</a:t>
            </a:r>
            <a:r>
              <a:rPr dirty="0"/>
              <a:t> --detail /dev/md0 </a:t>
            </a:r>
            <a:r>
              <a:rPr dirty="0" err="1"/>
              <a:t>выводит</a:t>
            </a:r>
            <a:r>
              <a:rPr dirty="0"/>
              <a:t> </a:t>
            </a:r>
            <a:r>
              <a:rPr dirty="0" err="1"/>
              <a:t>подробности</a:t>
            </a:r>
            <a:r>
              <a:rPr dirty="0"/>
              <a:t>: </a:t>
            </a:r>
            <a:r>
              <a:rPr dirty="0" err="1"/>
              <a:t>уровень</a:t>
            </a:r>
            <a:r>
              <a:rPr dirty="0"/>
              <a:t> RAID, </a:t>
            </a:r>
            <a:r>
              <a:rPr dirty="0" err="1"/>
              <a:t>состояние</a:t>
            </a:r>
            <a:r>
              <a:rPr dirty="0"/>
              <a:t>, </a:t>
            </a:r>
            <a:r>
              <a:rPr dirty="0" err="1"/>
              <a:t>диски</a:t>
            </a:r>
            <a:r>
              <a:rPr dirty="0"/>
              <a:t>, </a:t>
            </a:r>
            <a:r>
              <a:rPr dirty="0" err="1"/>
              <a:t>ошибки</a:t>
            </a:r>
            <a:r>
              <a:rPr dirty="0"/>
              <a:t>.</a:t>
            </a:r>
          </a:p>
          <a:p>
            <a:pPr indent="4429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виден</a:t>
            </a:r>
            <a:r>
              <a:rPr dirty="0"/>
              <a:t> </a:t>
            </a:r>
            <a:r>
              <a:rPr dirty="0" err="1"/>
              <a:t>статус</a:t>
            </a:r>
            <a:r>
              <a:rPr dirty="0"/>
              <a:t> degraded, </a:t>
            </a:r>
            <a:r>
              <a:rPr dirty="0" err="1"/>
              <a:t>массив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полной</a:t>
            </a:r>
            <a:r>
              <a:rPr dirty="0"/>
              <a:t> </a:t>
            </a:r>
            <a:r>
              <a:rPr dirty="0" err="1"/>
              <a:t>отказоустойчивости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Ограничения RAID1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914400"/>
            <a:ext cx="11326761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RAID1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увеличивает</a:t>
            </a:r>
            <a:r>
              <a:rPr dirty="0"/>
              <a:t> </a:t>
            </a:r>
            <a:r>
              <a:rPr dirty="0" err="1"/>
              <a:t>полезный</a:t>
            </a:r>
            <a:r>
              <a:rPr dirty="0"/>
              <a:t> </a:t>
            </a:r>
            <a:r>
              <a:rPr dirty="0" err="1"/>
              <a:t>объем</a:t>
            </a:r>
            <a:r>
              <a:rPr dirty="0"/>
              <a:t>: </a:t>
            </a:r>
            <a:r>
              <a:rPr dirty="0" err="1"/>
              <a:t>два</a:t>
            </a:r>
            <a:r>
              <a:rPr dirty="0"/>
              <a:t> </a:t>
            </a:r>
            <a:r>
              <a:rPr dirty="0" err="1"/>
              <a:t>диска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100 ГБ </a:t>
            </a:r>
            <a:r>
              <a:rPr dirty="0" err="1"/>
              <a:t>дают</a:t>
            </a:r>
            <a:r>
              <a:rPr dirty="0"/>
              <a:t> </a:t>
            </a:r>
            <a:r>
              <a:rPr dirty="0" err="1"/>
              <a:t>примерно</a:t>
            </a:r>
            <a:r>
              <a:rPr dirty="0"/>
              <a:t> 100 ГБ </a:t>
            </a:r>
            <a:r>
              <a:rPr dirty="0" err="1"/>
              <a:t>полезного</a:t>
            </a:r>
            <a:r>
              <a:rPr dirty="0"/>
              <a:t> </a:t>
            </a:r>
            <a:r>
              <a:rPr dirty="0" err="1"/>
              <a:t>пространства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RAID1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защищает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удаления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 </a:t>
            </a:r>
            <a:r>
              <a:rPr dirty="0" err="1"/>
              <a:t>пользователем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RAID1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защищает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вируса</a:t>
            </a:r>
            <a:r>
              <a:rPr dirty="0"/>
              <a:t>, </a:t>
            </a:r>
            <a:r>
              <a:rPr dirty="0" err="1"/>
              <a:t>шифровальщика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ошибочной</a:t>
            </a:r>
            <a:r>
              <a:rPr dirty="0"/>
              <a:t> </a:t>
            </a:r>
            <a:r>
              <a:rPr dirty="0" err="1"/>
              <a:t>команды</a:t>
            </a:r>
            <a:r>
              <a:rPr dirty="0"/>
              <a:t> rm.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RAID1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заменяет</a:t>
            </a:r>
            <a:r>
              <a:rPr dirty="0"/>
              <a:t> backup, </a:t>
            </a:r>
            <a:r>
              <a:rPr dirty="0" err="1"/>
              <a:t>потому</a:t>
            </a:r>
            <a:r>
              <a:rPr dirty="0"/>
              <a:t>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синхронно</a:t>
            </a:r>
            <a:r>
              <a:rPr dirty="0"/>
              <a:t> </a:t>
            </a:r>
            <a:r>
              <a:rPr dirty="0" err="1"/>
              <a:t>повторяет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хорошие</a:t>
            </a:r>
            <a:r>
              <a:rPr dirty="0"/>
              <a:t>, </a:t>
            </a:r>
            <a:r>
              <a:rPr dirty="0" err="1"/>
              <a:t>так</a:t>
            </a:r>
            <a:r>
              <a:rPr dirty="0"/>
              <a:t> и </a:t>
            </a:r>
            <a:r>
              <a:rPr dirty="0" err="1"/>
              <a:t>плохие</a:t>
            </a:r>
            <a:r>
              <a:rPr dirty="0"/>
              <a:t> </a:t>
            </a:r>
            <a:r>
              <a:rPr dirty="0" err="1"/>
              <a:t>изменения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RAID1 </a:t>
            </a:r>
            <a:r>
              <a:rPr dirty="0" err="1"/>
              <a:t>зеркалирование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9828515-2E38-2873-7952-E79FFE3C4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Отличие RAID от резервного копирования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914400"/>
            <a:ext cx="11223523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RAID и backup </a:t>
            </a:r>
            <a:r>
              <a:rPr dirty="0" err="1"/>
              <a:t>решают</a:t>
            </a:r>
            <a:r>
              <a:rPr dirty="0"/>
              <a:t> </a:t>
            </a:r>
            <a:r>
              <a:rPr dirty="0" err="1"/>
              <a:t>разные</a:t>
            </a:r>
            <a:r>
              <a:rPr dirty="0"/>
              <a:t> </a:t>
            </a:r>
            <a:r>
              <a:rPr dirty="0" err="1"/>
              <a:t>задачи</a:t>
            </a:r>
            <a:r>
              <a:rPr dirty="0"/>
              <a:t>, </a:t>
            </a:r>
            <a:r>
              <a:rPr dirty="0" err="1"/>
              <a:t>хотя</a:t>
            </a:r>
            <a:r>
              <a:rPr dirty="0"/>
              <a:t> </a:t>
            </a:r>
            <a:r>
              <a:rPr dirty="0" err="1"/>
              <a:t>оба</a:t>
            </a:r>
            <a:r>
              <a:rPr dirty="0"/>
              <a:t> </a:t>
            </a:r>
            <a:r>
              <a:rPr dirty="0" err="1"/>
              <a:t>связаны</a:t>
            </a:r>
            <a:r>
              <a:rPr dirty="0"/>
              <a:t> с </a:t>
            </a:r>
            <a:r>
              <a:rPr dirty="0" err="1"/>
              <a:t>сохранностью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RAID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серверу</a:t>
            </a:r>
            <a:r>
              <a:rPr dirty="0"/>
              <a:t> </a:t>
            </a:r>
            <a:r>
              <a:rPr dirty="0" err="1"/>
              <a:t>пережить</a:t>
            </a:r>
            <a:r>
              <a:rPr dirty="0"/>
              <a:t> </a:t>
            </a:r>
            <a:r>
              <a:rPr dirty="0" err="1"/>
              <a:t>отказ</a:t>
            </a:r>
            <a:r>
              <a:rPr dirty="0"/>
              <a:t> </a:t>
            </a:r>
            <a:r>
              <a:rPr dirty="0" err="1"/>
              <a:t>диска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немедленной</a:t>
            </a:r>
            <a:r>
              <a:rPr dirty="0"/>
              <a:t> </a:t>
            </a:r>
            <a:r>
              <a:rPr dirty="0" err="1"/>
              <a:t>остановки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Backup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вернуть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 к </a:t>
            </a:r>
            <a:r>
              <a:rPr dirty="0" err="1"/>
              <a:t>предыдущему</a:t>
            </a:r>
            <a:r>
              <a:rPr dirty="0"/>
              <a:t> </a:t>
            </a:r>
            <a:r>
              <a:rPr dirty="0" err="1"/>
              <a:t>состоянию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удаления</a:t>
            </a:r>
            <a:r>
              <a:rPr dirty="0"/>
              <a:t>, </a:t>
            </a:r>
            <a:r>
              <a:rPr dirty="0" err="1"/>
              <a:t>порчи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ошибки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Опытный</a:t>
            </a:r>
            <a:r>
              <a:rPr dirty="0"/>
              <a:t> </a:t>
            </a: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выбирает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RAID и backup: </a:t>
            </a: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понимает</a:t>
            </a:r>
            <a:r>
              <a:rPr dirty="0"/>
              <a:t>, </a:t>
            </a:r>
            <a:r>
              <a:rPr dirty="0" err="1"/>
              <a:t>где</a:t>
            </a:r>
            <a:r>
              <a:rPr dirty="0"/>
              <a:t> </a:t>
            </a:r>
            <a:r>
              <a:rPr dirty="0" err="1"/>
              <a:t>нужен</a:t>
            </a:r>
            <a:r>
              <a:rPr dirty="0"/>
              <a:t> </a:t>
            </a:r>
            <a:r>
              <a:rPr dirty="0" err="1"/>
              <a:t>каждый</a:t>
            </a:r>
            <a:r>
              <a:rPr dirty="0"/>
              <a:t> </a:t>
            </a:r>
            <a:r>
              <a:rPr dirty="0" err="1"/>
              <a:t>механизм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Что произойдет при удалении файла на RAID1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пользователь</a:t>
            </a:r>
            <a:r>
              <a:rPr dirty="0"/>
              <a:t> </a:t>
            </a:r>
            <a:r>
              <a:rPr dirty="0" err="1"/>
              <a:t>удалил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, </a:t>
            </a:r>
            <a:r>
              <a:rPr dirty="0" err="1"/>
              <a:t>удаление</a:t>
            </a:r>
            <a:r>
              <a:rPr dirty="0"/>
              <a:t> </a:t>
            </a:r>
            <a:r>
              <a:rPr dirty="0" err="1"/>
              <a:t>будет</a:t>
            </a:r>
            <a:r>
              <a:rPr dirty="0"/>
              <a:t> </a:t>
            </a:r>
            <a:r>
              <a:rPr dirty="0" err="1"/>
              <a:t>записано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оба</a:t>
            </a:r>
            <a:r>
              <a:rPr dirty="0"/>
              <a:t> </a:t>
            </a:r>
            <a:r>
              <a:rPr dirty="0" err="1"/>
              <a:t>диска</a:t>
            </a:r>
            <a:r>
              <a:rPr dirty="0"/>
              <a:t> RAID1.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Массив</a:t>
            </a:r>
            <a:r>
              <a:rPr dirty="0"/>
              <a:t> </a:t>
            </a:r>
            <a:r>
              <a:rPr dirty="0" err="1"/>
              <a:t>останется</a:t>
            </a:r>
            <a:r>
              <a:rPr dirty="0"/>
              <a:t> </a:t>
            </a:r>
            <a:r>
              <a:rPr dirty="0" err="1"/>
              <a:t>исправным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нем</a:t>
            </a:r>
            <a:r>
              <a:rPr dirty="0"/>
              <a:t> </a:t>
            </a:r>
            <a:r>
              <a:rPr dirty="0" err="1"/>
              <a:t>уже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будет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С </a:t>
            </a:r>
            <a:r>
              <a:rPr dirty="0" err="1"/>
              <a:t>точки</a:t>
            </a:r>
            <a:r>
              <a:rPr dirty="0"/>
              <a:t> </a:t>
            </a:r>
            <a:r>
              <a:rPr dirty="0" err="1"/>
              <a:t>зрения</a:t>
            </a:r>
            <a:r>
              <a:rPr dirty="0"/>
              <a:t> RAID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нормальная</a:t>
            </a:r>
            <a:r>
              <a:rPr dirty="0"/>
              <a:t> </a:t>
            </a:r>
            <a:r>
              <a:rPr dirty="0" err="1"/>
              <a:t>операция</a:t>
            </a:r>
            <a:r>
              <a:rPr dirty="0"/>
              <a:t> </a:t>
            </a:r>
            <a:r>
              <a:rPr dirty="0" err="1"/>
              <a:t>записи</a:t>
            </a:r>
            <a:r>
              <a:rPr dirty="0"/>
              <a:t>, а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авария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Вернуть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backup, snapshot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другого</a:t>
            </a:r>
            <a:r>
              <a:rPr dirty="0"/>
              <a:t> </a:t>
            </a:r>
            <a:r>
              <a:rPr dirty="0" err="1"/>
              <a:t>источника</a:t>
            </a:r>
            <a:r>
              <a:rPr dirty="0"/>
              <a:t> </a:t>
            </a:r>
            <a:r>
              <a:rPr dirty="0" err="1"/>
              <a:t>восстановления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Что произойдет при отказе одного диска без 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914400"/>
            <a:ext cx="11297265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RAID1 </a:t>
            </a:r>
            <a:r>
              <a:rPr dirty="0" err="1"/>
              <a:t>позволит</a:t>
            </a:r>
            <a:r>
              <a:rPr dirty="0"/>
              <a:t> </a:t>
            </a:r>
            <a:r>
              <a:rPr dirty="0" err="1"/>
              <a:t>продолжить</a:t>
            </a:r>
            <a:r>
              <a:rPr dirty="0"/>
              <a:t> </a:t>
            </a:r>
            <a:r>
              <a:rPr dirty="0" err="1"/>
              <a:t>работу</a:t>
            </a:r>
            <a:r>
              <a:rPr dirty="0"/>
              <a:t> с </a:t>
            </a:r>
            <a:r>
              <a:rPr dirty="0" err="1"/>
              <a:t>оставшимся</a:t>
            </a:r>
            <a:r>
              <a:rPr dirty="0"/>
              <a:t> </a:t>
            </a:r>
            <a:r>
              <a:rPr dirty="0" err="1"/>
              <a:t>диском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во</a:t>
            </a:r>
            <a:r>
              <a:rPr dirty="0"/>
              <a:t> </a:t>
            </a:r>
            <a:r>
              <a:rPr dirty="0" err="1"/>
              <a:t>время</a:t>
            </a:r>
            <a:r>
              <a:rPr dirty="0"/>
              <a:t> degraded-</a:t>
            </a:r>
            <a:r>
              <a:rPr dirty="0" err="1"/>
              <a:t>состояния</a:t>
            </a:r>
            <a:r>
              <a:rPr dirty="0"/>
              <a:t> </a:t>
            </a:r>
            <a:r>
              <a:rPr dirty="0" err="1"/>
              <a:t>второй</a:t>
            </a:r>
            <a:r>
              <a:rPr dirty="0"/>
              <a:t> </a:t>
            </a:r>
            <a:r>
              <a:rPr dirty="0" err="1"/>
              <a:t>отказ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привести</a:t>
            </a:r>
            <a:r>
              <a:rPr dirty="0"/>
              <a:t> к </a:t>
            </a:r>
            <a:r>
              <a:rPr dirty="0" err="1"/>
              <a:t>потере</a:t>
            </a:r>
            <a:r>
              <a:rPr dirty="0"/>
              <a:t> </a:t>
            </a:r>
            <a:r>
              <a:rPr dirty="0" err="1"/>
              <a:t>массива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восстановлении</a:t>
            </a:r>
            <a:r>
              <a:rPr dirty="0"/>
              <a:t> </a:t>
            </a: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ошибется</a:t>
            </a:r>
            <a:r>
              <a:rPr dirty="0"/>
              <a:t> с </a:t>
            </a:r>
            <a:r>
              <a:rPr dirty="0" err="1"/>
              <a:t>диском</a:t>
            </a:r>
            <a:r>
              <a:rPr dirty="0"/>
              <a:t>, </a:t>
            </a:r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тоже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потерять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Backup </a:t>
            </a:r>
            <a:r>
              <a:rPr dirty="0" err="1"/>
              <a:t>остается</a:t>
            </a:r>
            <a:r>
              <a:rPr dirty="0"/>
              <a:t> </a:t>
            </a:r>
            <a:r>
              <a:rPr dirty="0" err="1"/>
              <a:t>последней</a:t>
            </a:r>
            <a:r>
              <a:rPr dirty="0"/>
              <a:t> </a:t>
            </a:r>
            <a:r>
              <a:rPr dirty="0" err="1"/>
              <a:t>защитой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сложных</a:t>
            </a:r>
            <a:r>
              <a:rPr dirty="0"/>
              <a:t> </a:t>
            </a:r>
            <a:r>
              <a:rPr dirty="0" err="1"/>
              <a:t>аварий</a:t>
            </a:r>
            <a:r>
              <a:rPr dirty="0"/>
              <a:t> и </a:t>
            </a:r>
            <a:r>
              <a:rPr dirty="0" err="1"/>
              <a:t>человеческих</a:t>
            </a:r>
            <a:r>
              <a:rPr dirty="0"/>
              <a:t> </a:t>
            </a:r>
            <a:r>
              <a:rPr dirty="0" err="1"/>
              <a:t>ошибок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Минимальная логика резервного копирования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Копия</a:t>
            </a:r>
            <a:r>
              <a:rPr dirty="0"/>
              <a:t> </a:t>
            </a:r>
            <a:r>
              <a:rPr dirty="0" err="1"/>
              <a:t>должна</a:t>
            </a:r>
            <a:r>
              <a:rPr dirty="0"/>
              <a:t> </a:t>
            </a:r>
            <a:r>
              <a:rPr dirty="0" err="1"/>
              <a:t>храниться</a:t>
            </a:r>
            <a:r>
              <a:rPr dirty="0"/>
              <a:t> </a:t>
            </a:r>
            <a:r>
              <a:rPr dirty="0" err="1"/>
              <a:t>отдельно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основного</a:t>
            </a:r>
            <a:r>
              <a:rPr dirty="0"/>
              <a:t> </a:t>
            </a:r>
            <a:r>
              <a:rPr dirty="0" err="1"/>
              <a:t>ресурса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Копия</a:t>
            </a:r>
            <a:r>
              <a:rPr dirty="0"/>
              <a:t> </a:t>
            </a:r>
            <a:r>
              <a:rPr dirty="0" err="1"/>
              <a:t>должна</a:t>
            </a:r>
            <a:r>
              <a:rPr dirty="0"/>
              <a:t> </a:t>
            </a:r>
            <a:r>
              <a:rPr dirty="0" err="1"/>
              <a:t>иметь</a:t>
            </a:r>
            <a:r>
              <a:rPr dirty="0"/>
              <a:t> </a:t>
            </a:r>
            <a:r>
              <a:rPr dirty="0" err="1"/>
              <a:t>дату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версию</a:t>
            </a:r>
            <a:r>
              <a:rPr dirty="0"/>
              <a:t>, </a:t>
            </a:r>
            <a:r>
              <a:rPr dirty="0" err="1"/>
              <a:t>чтобы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было</a:t>
            </a:r>
            <a:r>
              <a:rPr dirty="0"/>
              <a:t> </a:t>
            </a:r>
            <a:r>
              <a:rPr dirty="0" err="1"/>
              <a:t>выбрать</a:t>
            </a:r>
            <a:r>
              <a:rPr dirty="0"/>
              <a:t> </a:t>
            </a:r>
            <a:r>
              <a:rPr dirty="0" err="1"/>
              <a:t>момент</a:t>
            </a:r>
            <a:r>
              <a:rPr dirty="0"/>
              <a:t> </a:t>
            </a:r>
            <a:r>
              <a:rPr dirty="0" err="1"/>
              <a:t>восстановления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Копию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периодически</a:t>
            </a:r>
            <a:r>
              <a:rPr dirty="0"/>
              <a:t> </a:t>
            </a:r>
            <a:r>
              <a:rPr dirty="0" err="1"/>
              <a:t>проверять</a:t>
            </a:r>
            <a:r>
              <a:rPr dirty="0"/>
              <a:t> </a:t>
            </a:r>
            <a:r>
              <a:rPr dirty="0" err="1"/>
              <a:t>восстановлением</a:t>
            </a:r>
            <a:r>
              <a:rPr dirty="0"/>
              <a:t> </a:t>
            </a:r>
            <a:r>
              <a:rPr dirty="0" err="1"/>
              <a:t>тестового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В </a:t>
            </a:r>
            <a:r>
              <a:rPr dirty="0" err="1"/>
              <a:t>отчете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серверу</a:t>
            </a:r>
            <a:r>
              <a:rPr dirty="0"/>
              <a:t> </a:t>
            </a:r>
            <a:r>
              <a:rPr dirty="0" err="1"/>
              <a:t>фиксируют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копируется</a:t>
            </a:r>
            <a:r>
              <a:rPr dirty="0"/>
              <a:t>, </a:t>
            </a:r>
            <a:r>
              <a:rPr dirty="0" err="1"/>
              <a:t>куда</a:t>
            </a:r>
            <a:r>
              <a:rPr dirty="0"/>
              <a:t>, </a:t>
            </a:r>
            <a:r>
              <a:rPr dirty="0" err="1"/>
              <a:t>когда</a:t>
            </a:r>
            <a:r>
              <a:rPr dirty="0"/>
              <a:t> и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проверяется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 правильной формулировки в документации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RAID1: </a:t>
            </a:r>
            <a:r>
              <a:rPr dirty="0" err="1"/>
              <a:t>обеспечивает</a:t>
            </a:r>
            <a:r>
              <a:rPr dirty="0"/>
              <a:t> </a:t>
            </a:r>
            <a:r>
              <a:rPr dirty="0" err="1"/>
              <a:t>доступность</a:t>
            </a:r>
            <a:r>
              <a:rPr dirty="0"/>
              <a:t> </a:t>
            </a:r>
            <a:r>
              <a:rPr dirty="0" err="1"/>
              <a:t>ресурса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отказе</a:t>
            </a:r>
            <a:r>
              <a:rPr dirty="0"/>
              <a:t> </a:t>
            </a:r>
            <a:r>
              <a:rPr dirty="0" err="1"/>
              <a:t>одного</a:t>
            </a:r>
            <a:r>
              <a:rPr dirty="0"/>
              <a:t> </a:t>
            </a:r>
            <a:r>
              <a:rPr dirty="0" err="1"/>
              <a:t>диска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Backup: </a:t>
            </a:r>
            <a:r>
              <a:rPr dirty="0" err="1"/>
              <a:t>ежедневно</a:t>
            </a:r>
            <a:r>
              <a:rPr dirty="0"/>
              <a:t> </a:t>
            </a:r>
            <a:r>
              <a:rPr dirty="0" err="1"/>
              <a:t>сохраняет</a:t>
            </a:r>
            <a:r>
              <a:rPr dirty="0"/>
              <a:t> </a:t>
            </a:r>
            <a:r>
              <a:rPr dirty="0" err="1"/>
              <a:t>архив</a:t>
            </a:r>
            <a:r>
              <a:rPr dirty="0"/>
              <a:t> </a:t>
            </a:r>
            <a:r>
              <a:rPr dirty="0" err="1"/>
              <a:t>каталога</a:t>
            </a:r>
            <a:r>
              <a:rPr dirty="0"/>
              <a:t> /</a:t>
            </a:r>
            <a:r>
              <a:rPr dirty="0" err="1"/>
              <a:t>srv</a:t>
            </a:r>
            <a:r>
              <a:rPr dirty="0"/>
              <a:t>/share в /backup.</a:t>
            </a:r>
          </a:p>
          <a:p>
            <a:pPr indent="354013">
              <a:defRPr sz="3600"/>
            </a:pPr>
            <a:r>
              <a:rPr dirty="0" err="1"/>
              <a:t>Проверка</a:t>
            </a:r>
            <a:r>
              <a:rPr dirty="0"/>
              <a:t>: </a:t>
            </a:r>
            <a:r>
              <a:rPr dirty="0" err="1"/>
              <a:t>раз</a:t>
            </a:r>
            <a:r>
              <a:rPr dirty="0"/>
              <a:t> в </a:t>
            </a:r>
            <a:r>
              <a:rPr dirty="0" err="1"/>
              <a:t>неделю</a:t>
            </a:r>
            <a:r>
              <a:rPr dirty="0"/>
              <a:t> </a:t>
            </a:r>
            <a:r>
              <a:rPr dirty="0" err="1"/>
              <a:t>выполняется</a:t>
            </a:r>
            <a:r>
              <a:rPr dirty="0"/>
              <a:t> </a:t>
            </a:r>
            <a:r>
              <a:rPr dirty="0" err="1"/>
              <a:t>восстановление</a:t>
            </a:r>
            <a:r>
              <a:rPr dirty="0"/>
              <a:t> </a:t>
            </a:r>
            <a:r>
              <a:rPr dirty="0" err="1"/>
              <a:t>тестового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 в </a:t>
            </a:r>
            <a:r>
              <a:rPr dirty="0" err="1"/>
              <a:t>отдельный</a:t>
            </a:r>
            <a:r>
              <a:rPr dirty="0"/>
              <a:t> </a:t>
            </a:r>
            <a:r>
              <a:rPr dirty="0" err="1"/>
              <a:t>каталог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Ответственный</a:t>
            </a:r>
            <a:r>
              <a:rPr dirty="0"/>
              <a:t>: </a:t>
            </a: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фиксирует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в </a:t>
            </a:r>
            <a:r>
              <a:rPr dirty="0" err="1"/>
              <a:t>журнале</a:t>
            </a:r>
            <a:r>
              <a:rPr dirty="0"/>
              <a:t> </a:t>
            </a:r>
            <a:r>
              <a:rPr dirty="0" err="1"/>
              <a:t>обслуживания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UUID файловой системы и автомонтирование через /etc/fstab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UUID - Universally Unique Identifier, </a:t>
            </a:r>
            <a:r>
              <a:rPr dirty="0" err="1"/>
              <a:t>уникальный</a:t>
            </a:r>
            <a:r>
              <a:rPr dirty="0"/>
              <a:t> </a:t>
            </a:r>
            <a:r>
              <a:rPr dirty="0" err="1"/>
              <a:t>идентификатор</a:t>
            </a:r>
            <a:r>
              <a:rPr dirty="0"/>
              <a:t> </a:t>
            </a:r>
            <a:r>
              <a:rPr dirty="0" err="1"/>
              <a:t>файловой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В Linux </a:t>
            </a:r>
            <a:r>
              <a:rPr dirty="0" err="1"/>
              <a:t>устройство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называться</a:t>
            </a:r>
            <a:r>
              <a:rPr dirty="0"/>
              <a:t> /dev/</a:t>
            </a:r>
            <a:r>
              <a:rPr dirty="0" err="1"/>
              <a:t>sdb</a:t>
            </a:r>
            <a:r>
              <a:rPr dirty="0"/>
              <a:t> </a:t>
            </a:r>
            <a:r>
              <a:rPr dirty="0" err="1"/>
              <a:t>сегодня</a:t>
            </a:r>
            <a:r>
              <a:rPr dirty="0"/>
              <a:t> и /dev/</a:t>
            </a:r>
            <a:r>
              <a:rPr dirty="0" err="1"/>
              <a:t>sdc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изменения</a:t>
            </a:r>
            <a:r>
              <a:rPr dirty="0"/>
              <a:t> </a:t>
            </a:r>
            <a:r>
              <a:rPr dirty="0" err="1"/>
              <a:t>порядка</a:t>
            </a:r>
            <a:r>
              <a:rPr dirty="0"/>
              <a:t> </a:t>
            </a:r>
            <a:r>
              <a:rPr dirty="0" err="1"/>
              <a:t>дисков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UUID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монтировать</a:t>
            </a:r>
            <a:r>
              <a:rPr dirty="0"/>
              <a:t> </a:t>
            </a:r>
            <a:r>
              <a:rPr dirty="0" err="1"/>
              <a:t>нужную</a:t>
            </a:r>
            <a:r>
              <a:rPr dirty="0"/>
              <a:t> </a:t>
            </a:r>
            <a:r>
              <a:rPr dirty="0" err="1"/>
              <a:t>файловую</a:t>
            </a:r>
            <a:r>
              <a:rPr dirty="0"/>
              <a:t> </a:t>
            </a:r>
            <a:r>
              <a:rPr dirty="0" err="1"/>
              <a:t>систему</a:t>
            </a:r>
            <a:r>
              <a:rPr dirty="0"/>
              <a:t> </a:t>
            </a:r>
            <a:r>
              <a:rPr dirty="0" err="1"/>
              <a:t>независимо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имени</a:t>
            </a:r>
            <a:r>
              <a:rPr dirty="0"/>
              <a:t> </a:t>
            </a:r>
            <a:r>
              <a:rPr dirty="0" err="1"/>
              <a:t>устройства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серверного</a:t>
            </a:r>
            <a:r>
              <a:rPr dirty="0"/>
              <a:t> </a:t>
            </a:r>
            <a:r>
              <a:rPr dirty="0" err="1"/>
              <a:t>хранения</a:t>
            </a:r>
            <a:r>
              <a:rPr dirty="0"/>
              <a:t>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снижает</a:t>
            </a:r>
            <a:r>
              <a:rPr dirty="0"/>
              <a:t> </a:t>
            </a:r>
            <a:r>
              <a:rPr dirty="0" err="1"/>
              <a:t>риск</a:t>
            </a:r>
            <a:r>
              <a:rPr dirty="0"/>
              <a:t> </a:t>
            </a:r>
            <a:r>
              <a:rPr dirty="0" err="1"/>
              <a:t>подключить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тот</a:t>
            </a:r>
            <a:r>
              <a:rPr dirty="0"/>
              <a:t> </a:t>
            </a:r>
            <a:r>
              <a:rPr dirty="0" err="1"/>
              <a:t>диск</a:t>
            </a:r>
            <a:r>
              <a:rPr dirty="0"/>
              <a:t> в /</a:t>
            </a:r>
            <a:r>
              <a:rPr dirty="0" err="1"/>
              <a:t>srv</a:t>
            </a:r>
            <a:r>
              <a:rPr dirty="0"/>
              <a:t>/share.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Файловая система поверх RAID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442913"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создания</a:t>
            </a:r>
            <a:r>
              <a:rPr dirty="0"/>
              <a:t> RAID </a:t>
            </a:r>
            <a:r>
              <a:rPr dirty="0" err="1"/>
              <a:t>появляется</a:t>
            </a:r>
            <a:r>
              <a:rPr dirty="0"/>
              <a:t> </a:t>
            </a:r>
            <a:r>
              <a:rPr dirty="0" err="1"/>
              <a:t>блочное</a:t>
            </a:r>
            <a:r>
              <a:rPr dirty="0"/>
              <a:t> </a:t>
            </a:r>
            <a:r>
              <a:rPr dirty="0" err="1"/>
              <a:t>устройство</a:t>
            </a:r>
            <a:r>
              <a:rPr dirty="0"/>
              <a:t>, </a:t>
            </a:r>
            <a:r>
              <a:rPr dirty="0" err="1"/>
              <a:t>например</a:t>
            </a:r>
            <a:r>
              <a:rPr dirty="0"/>
              <a:t> /dev/md0.</a:t>
            </a:r>
          </a:p>
          <a:p>
            <a:pPr indent="442913">
              <a:defRPr sz="3600"/>
            </a:pP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нем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создать</a:t>
            </a:r>
            <a:r>
              <a:rPr dirty="0"/>
              <a:t> </a:t>
            </a:r>
            <a:r>
              <a:rPr dirty="0" err="1"/>
              <a:t>файловую</a:t>
            </a:r>
            <a:r>
              <a:rPr dirty="0"/>
              <a:t> </a:t>
            </a:r>
            <a:r>
              <a:rPr dirty="0" err="1"/>
              <a:t>систему</a:t>
            </a:r>
            <a:r>
              <a:rPr dirty="0"/>
              <a:t>, </a:t>
            </a:r>
            <a:r>
              <a:rPr dirty="0" err="1"/>
              <a:t>иначе</a:t>
            </a:r>
            <a:r>
              <a:rPr dirty="0"/>
              <a:t> </a:t>
            </a:r>
            <a:r>
              <a:rPr dirty="0" err="1"/>
              <a:t>файлы</a:t>
            </a:r>
            <a:r>
              <a:rPr dirty="0"/>
              <a:t> </a:t>
            </a:r>
            <a:r>
              <a:rPr dirty="0" err="1"/>
              <a:t>хранить</a:t>
            </a:r>
            <a:r>
              <a:rPr dirty="0"/>
              <a:t> </a:t>
            </a:r>
            <a:r>
              <a:rPr dirty="0" err="1"/>
              <a:t>негде</a:t>
            </a:r>
            <a:r>
              <a:rPr dirty="0"/>
              <a:t>.</a:t>
            </a:r>
          </a:p>
          <a:p>
            <a:pPr indent="4429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dirty="0" err="1"/>
              <a:t>sudo</a:t>
            </a:r>
            <a:r>
              <a:rPr dirty="0"/>
              <a:t> mkfs.ext4 /dev/md0 </a:t>
            </a:r>
            <a:r>
              <a:rPr dirty="0" err="1"/>
              <a:t>создает</a:t>
            </a:r>
            <a:r>
              <a:rPr dirty="0"/>
              <a:t> </a:t>
            </a:r>
            <a:r>
              <a:rPr dirty="0" err="1"/>
              <a:t>файловую</a:t>
            </a:r>
            <a:r>
              <a:rPr dirty="0"/>
              <a:t> </a:t>
            </a:r>
            <a:r>
              <a:rPr dirty="0" err="1"/>
              <a:t>систему</a:t>
            </a:r>
            <a:r>
              <a:rPr dirty="0"/>
              <a:t> ext4.</a:t>
            </a:r>
          </a:p>
          <a:p>
            <a:pPr indent="442913">
              <a:defRPr sz="3600"/>
            </a:pPr>
            <a:r>
              <a:rPr dirty="0" err="1"/>
              <a:t>Эта</a:t>
            </a:r>
            <a:r>
              <a:rPr dirty="0"/>
              <a:t> </a:t>
            </a:r>
            <a:r>
              <a:rPr dirty="0" err="1"/>
              <a:t>команда</a:t>
            </a:r>
            <a:r>
              <a:rPr dirty="0"/>
              <a:t> </a:t>
            </a:r>
            <a:r>
              <a:rPr dirty="0" err="1"/>
              <a:t>уничтожает</a:t>
            </a:r>
            <a:r>
              <a:rPr dirty="0"/>
              <a:t> </a:t>
            </a:r>
            <a:r>
              <a:rPr dirty="0" err="1"/>
              <a:t>старое</a:t>
            </a:r>
            <a:r>
              <a:rPr dirty="0"/>
              <a:t> </a:t>
            </a:r>
            <a:r>
              <a:rPr dirty="0" err="1"/>
              <a:t>содержимое</a:t>
            </a:r>
            <a:r>
              <a:rPr dirty="0"/>
              <a:t> </a:t>
            </a:r>
            <a:r>
              <a:rPr dirty="0" err="1"/>
              <a:t>выбранного</a:t>
            </a:r>
            <a:r>
              <a:rPr dirty="0"/>
              <a:t> </a:t>
            </a:r>
            <a:r>
              <a:rPr dirty="0" err="1"/>
              <a:t>устройства</a:t>
            </a:r>
            <a:r>
              <a:rPr dirty="0"/>
              <a:t>, </a:t>
            </a:r>
            <a:r>
              <a:rPr dirty="0" err="1"/>
              <a:t>поэтому</a:t>
            </a:r>
            <a:r>
              <a:rPr dirty="0"/>
              <a:t> </a:t>
            </a: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ней</a:t>
            </a:r>
            <a:r>
              <a:rPr dirty="0"/>
              <a:t> </a:t>
            </a:r>
            <a:r>
              <a:rPr dirty="0" err="1"/>
              <a:t>обязательно</a:t>
            </a:r>
            <a:r>
              <a:rPr dirty="0"/>
              <a:t> </a:t>
            </a:r>
            <a:r>
              <a:rPr dirty="0" err="1"/>
              <a:t>проверяют</a:t>
            </a:r>
            <a:r>
              <a:rPr dirty="0"/>
              <a:t> </a:t>
            </a:r>
            <a:r>
              <a:rPr dirty="0" err="1"/>
              <a:t>lsblk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Точка монтирования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Точка</a:t>
            </a:r>
            <a:r>
              <a:rPr dirty="0"/>
              <a:t> </a:t>
            </a:r>
            <a:r>
              <a:rPr dirty="0" err="1"/>
              <a:t>монтирования</a:t>
            </a:r>
            <a:r>
              <a:rPr dirty="0"/>
              <a:t> - </a:t>
            </a:r>
            <a:r>
              <a:rPr dirty="0" err="1"/>
              <a:t>каталог</a:t>
            </a:r>
            <a:r>
              <a:rPr dirty="0"/>
              <a:t>,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который</a:t>
            </a:r>
            <a:r>
              <a:rPr dirty="0"/>
              <a:t> </a:t>
            </a:r>
            <a:r>
              <a:rPr dirty="0" err="1"/>
              <a:t>файловая</a:t>
            </a:r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становится</a:t>
            </a:r>
            <a:r>
              <a:rPr dirty="0"/>
              <a:t> </a:t>
            </a:r>
            <a:r>
              <a:rPr dirty="0" err="1"/>
              <a:t>доступной</a:t>
            </a:r>
            <a:r>
              <a:rPr dirty="0"/>
              <a:t> в </a:t>
            </a:r>
            <a:r>
              <a:rPr dirty="0" err="1"/>
              <a:t>дереве</a:t>
            </a:r>
            <a:r>
              <a:rPr dirty="0"/>
              <a:t> Linux.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серверных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 /</a:t>
            </a:r>
            <a:r>
              <a:rPr dirty="0" err="1"/>
              <a:t>srv</a:t>
            </a:r>
            <a:r>
              <a:rPr dirty="0"/>
              <a:t>, </a:t>
            </a:r>
            <a:r>
              <a:rPr dirty="0" err="1"/>
              <a:t>например</a:t>
            </a:r>
            <a:r>
              <a:rPr dirty="0"/>
              <a:t> /</a:t>
            </a:r>
            <a:r>
              <a:rPr dirty="0" err="1"/>
              <a:t>srv</a:t>
            </a:r>
            <a:r>
              <a:rPr dirty="0"/>
              <a:t>/share.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mkdir</a:t>
            </a:r>
            <a:r>
              <a:rPr dirty="0"/>
              <a:t> -p /</a:t>
            </a:r>
            <a:r>
              <a:rPr dirty="0" err="1"/>
              <a:t>srv</a:t>
            </a:r>
            <a:r>
              <a:rPr dirty="0"/>
              <a:t>/share </a:t>
            </a:r>
            <a:r>
              <a:rPr dirty="0" err="1"/>
              <a:t>создает</a:t>
            </a:r>
            <a:r>
              <a:rPr dirty="0"/>
              <a:t> </a:t>
            </a:r>
            <a:r>
              <a:rPr dirty="0" err="1"/>
              <a:t>каталог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будущего</a:t>
            </a:r>
            <a:r>
              <a:rPr dirty="0"/>
              <a:t> </a:t>
            </a:r>
            <a:r>
              <a:rPr dirty="0" err="1"/>
              <a:t>ресурса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Ручное</a:t>
            </a:r>
            <a:r>
              <a:rPr dirty="0"/>
              <a:t> </a:t>
            </a:r>
            <a:r>
              <a:rPr dirty="0" err="1"/>
              <a:t>подключение</a:t>
            </a:r>
            <a:r>
              <a:rPr dirty="0"/>
              <a:t> </a:t>
            </a:r>
            <a:r>
              <a:rPr dirty="0" err="1"/>
              <a:t>выполняется</a:t>
            </a:r>
            <a:r>
              <a:rPr dirty="0"/>
              <a:t> </a:t>
            </a:r>
            <a:r>
              <a:rPr dirty="0" err="1"/>
              <a:t>командой</a:t>
            </a:r>
            <a:r>
              <a:rPr dirty="0"/>
              <a:t>: </a:t>
            </a:r>
            <a:r>
              <a:rPr dirty="0" err="1"/>
              <a:t>sudo</a:t>
            </a:r>
            <a:r>
              <a:rPr dirty="0"/>
              <a:t> mount /dev/md0 /</a:t>
            </a:r>
            <a:r>
              <a:rPr dirty="0" err="1"/>
              <a:t>srv</a:t>
            </a:r>
            <a:r>
              <a:rPr dirty="0"/>
              <a:t>/share.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Как узнать UUID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blkid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 UUID и </a:t>
            </a:r>
            <a:r>
              <a:rPr dirty="0" err="1"/>
              <a:t>тип</a:t>
            </a:r>
            <a:r>
              <a:rPr dirty="0"/>
              <a:t> </a:t>
            </a:r>
            <a:r>
              <a:rPr dirty="0" err="1"/>
              <a:t>файловой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blkid</a:t>
            </a:r>
            <a:r>
              <a:rPr dirty="0"/>
              <a:t> /dev/md0 </a:t>
            </a:r>
            <a:r>
              <a:rPr dirty="0" err="1"/>
              <a:t>выводит</a:t>
            </a:r>
            <a:r>
              <a:rPr dirty="0"/>
              <a:t> </a:t>
            </a:r>
            <a:r>
              <a:rPr dirty="0" err="1"/>
              <a:t>строку</a:t>
            </a:r>
            <a:r>
              <a:rPr dirty="0"/>
              <a:t> с UUID="..." и TYPE="ext4".</a:t>
            </a:r>
          </a:p>
          <a:p>
            <a:pPr indent="354013">
              <a:defRPr sz="3600"/>
            </a:pPr>
            <a:r>
              <a:rPr dirty="0" err="1"/>
              <a:t>lsblk</a:t>
            </a:r>
            <a:r>
              <a:rPr dirty="0"/>
              <a:t> -f </a:t>
            </a:r>
            <a:r>
              <a:rPr dirty="0" err="1"/>
              <a:t>также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 UUID в </a:t>
            </a:r>
            <a:r>
              <a:rPr dirty="0" err="1"/>
              <a:t>табличном</a:t>
            </a:r>
            <a:r>
              <a:rPr dirty="0"/>
              <a:t> </a:t>
            </a:r>
            <a:r>
              <a:rPr dirty="0" err="1"/>
              <a:t>виде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В /</a:t>
            </a:r>
            <a:r>
              <a:rPr dirty="0" err="1"/>
              <a:t>etc</a:t>
            </a:r>
            <a:r>
              <a:rPr dirty="0"/>
              <a:t>/</a:t>
            </a:r>
            <a:r>
              <a:rPr dirty="0" err="1"/>
              <a:t>fstab</a:t>
            </a:r>
            <a:r>
              <a:rPr dirty="0"/>
              <a:t> </a:t>
            </a:r>
            <a:r>
              <a:rPr dirty="0" err="1"/>
              <a:t>лучше</a:t>
            </a:r>
            <a:r>
              <a:rPr dirty="0"/>
              <a:t> </a:t>
            </a:r>
            <a:r>
              <a:rPr dirty="0" err="1"/>
              <a:t>переносить</a:t>
            </a:r>
            <a:r>
              <a:rPr dirty="0"/>
              <a:t> </a:t>
            </a:r>
            <a:r>
              <a:rPr dirty="0" err="1"/>
              <a:t>именно</a:t>
            </a:r>
            <a:r>
              <a:rPr dirty="0"/>
              <a:t> UUID, а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имя</a:t>
            </a:r>
            <a:r>
              <a:rPr dirty="0"/>
              <a:t> /dev/md0.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Строка /etc/fstab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/</a:t>
            </a:r>
            <a:r>
              <a:rPr dirty="0" err="1"/>
              <a:t>etc</a:t>
            </a:r>
            <a:r>
              <a:rPr dirty="0"/>
              <a:t>/</a:t>
            </a:r>
            <a:r>
              <a:rPr dirty="0" err="1"/>
              <a:t>fstab</a:t>
            </a:r>
            <a:r>
              <a:rPr dirty="0"/>
              <a:t> </a:t>
            </a:r>
            <a:r>
              <a:rPr dirty="0" err="1"/>
              <a:t>описывает</a:t>
            </a:r>
            <a:r>
              <a:rPr dirty="0"/>
              <a:t> </a:t>
            </a:r>
            <a:r>
              <a:rPr dirty="0" err="1"/>
              <a:t>файловые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, </a:t>
            </a:r>
            <a:r>
              <a:rPr dirty="0" err="1"/>
              <a:t>которые</a:t>
            </a:r>
            <a:r>
              <a:rPr dirty="0"/>
              <a:t> </a:t>
            </a:r>
            <a:r>
              <a:rPr dirty="0" err="1"/>
              <a:t>должны</a:t>
            </a:r>
            <a:r>
              <a:rPr dirty="0"/>
              <a:t> </a:t>
            </a:r>
            <a:r>
              <a:rPr dirty="0" err="1"/>
              <a:t>подключаться</a:t>
            </a:r>
            <a:r>
              <a:rPr dirty="0"/>
              <a:t> </a:t>
            </a:r>
            <a:r>
              <a:rPr dirty="0" err="1"/>
              <a:t>автоматически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UUID=abcd-1234 /</a:t>
            </a:r>
            <a:r>
              <a:rPr dirty="0" err="1"/>
              <a:t>srv</a:t>
            </a:r>
            <a:r>
              <a:rPr dirty="0"/>
              <a:t>/share ext4 defaults 0 2.</a:t>
            </a:r>
          </a:p>
          <a:p>
            <a:pPr indent="354013">
              <a:defRPr sz="3600"/>
            </a:pPr>
            <a:r>
              <a:rPr dirty="0" err="1"/>
              <a:t>Первое</a:t>
            </a:r>
            <a:r>
              <a:rPr dirty="0"/>
              <a:t> </a:t>
            </a:r>
            <a:r>
              <a:rPr dirty="0" err="1"/>
              <a:t>поле</a:t>
            </a:r>
            <a:r>
              <a:rPr dirty="0"/>
              <a:t> </a:t>
            </a:r>
            <a:r>
              <a:rPr dirty="0" err="1"/>
              <a:t>указывает</a:t>
            </a:r>
            <a:r>
              <a:rPr dirty="0"/>
              <a:t> </a:t>
            </a:r>
            <a:r>
              <a:rPr dirty="0" err="1"/>
              <a:t>устройство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UUID, </a:t>
            </a:r>
            <a:r>
              <a:rPr dirty="0" err="1"/>
              <a:t>второе</a:t>
            </a:r>
            <a:r>
              <a:rPr dirty="0"/>
              <a:t> - </a:t>
            </a:r>
            <a:r>
              <a:rPr dirty="0" err="1"/>
              <a:t>точку</a:t>
            </a:r>
            <a:r>
              <a:rPr dirty="0"/>
              <a:t> </a:t>
            </a:r>
            <a:r>
              <a:rPr dirty="0" err="1"/>
              <a:t>монтирования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Третье</a:t>
            </a:r>
            <a:r>
              <a:rPr dirty="0"/>
              <a:t> </a:t>
            </a:r>
            <a:r>
              <a:rPr dirty="0" err="1"/>
              <a:t>поле</a:t>
            </a:r>
            <a:r>
              <a:rPr dirty="0"/>
              <a:t> </a:t>
            </a:r>
            <a:r>
              <a:rPr dirty="0" err="1"/>
              <a:t>задает</a:t>
            </a:r>
            <a:r>
              <a:rPr dirty="0"/>
              <a:t> </a:t>
            </a:r>
            <a:r>
              <a:rPr dirty="0" err="1"/>
              <a:t>тип</a:t>
            </a:r>
            <a:r>
              <a:rPr dirty="0"/>
              <a:t> </a:t>
            </a:r>
            <a:r>
              <a:rPr dirty="0" err="1"/>
              <a:t>файловой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, </a:t>
            </a:r>
            <a:r>
              <a:rPr dirty="0" err="1"/>
              <a:t>четвертое</a:t>
            </a:r>
            <a:r>
              <a:rPr dirty="0"/>
              <a:t> - </a:t>
            </a:r>
            <a:r>
              <a:rPr dirty="0" err="1"/>
              <a:t>параметры</a:t>
            </a:r>
            <a:r>
              <a:rPr dirty="0"/>
              <a:t> </a:t>
            </a:r>
            <a:r>
              <a:rPr dirty="0" err="1"/>
              <a:t>монтирования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fstab без перезагрузки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редактирования</a:t>
            </a:r>
            <a:r>
              <a:rPr dirty="0"/>
              <a:t> /</a:t>
            </a:r>
            <a:r>
              <a:rPr dirty="0" err="1"/>
              <a:t>etc</a:t>
            </a:r>
            <a:r>
              <a:rPr dirty="0"/>
              <a:t>/</a:t>
            </a:r>
            <a:r>
              <a:rPr dirty="0" err="1"/>
              <a:t>fstab</a:t>
            </a:r>
            <a:r>
              <a:rPr dirty="0"/>
              <a:t> </a:t>
            </a:r>
            <a:r>
              <a:rPr dirty="0" err="1"/>
              <a:t>нельзя</a:t>
            </a:r>
            <a:r>
              <a:rPr dirty="0"/>
              <a:t> </a:t>
            </a:r>
            <a:r>
              <a:rPr dirty="0" err="1"/>
              <a:t>сразу</a:t>
            </a:r>
            <a:r>
              <a:rPr dirty="0"/>
              <a:t> </a:t>
            </a:r>
            <a:r>
              <a:rPr dirty="0" err="1"/>
              <a:t>перезагружаться</a:t>
            </a:r>
            <a:r>
              <a:rPr dirty="0"/>
              <a:t> </a:t>
            </a:r>
            <a:r>
              <a:rPr dirty="0" err="1"/>
              <a:t>вслепую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: </a:t>
            </a:r>
            <a:r>
              <a:rPr dirty="0" err="1"/>
              <a:t>sudo</a:t>
            </a:r>
            <a:r>
              <a:rPr dirty="0"/>
              <a:t> mount -a </a:t>
            </a:r>
            <a:r>
              <a:rPr dirty="0" err="1"/>
              <a:t>пытается</a:t>
            </a:r>
            <a:r>
              <a:rPr dirty="0"/>
              <a:t> </a:t>
            </a:r>
            <a:r>
              <a:rPr dirty="0" err="1"/>
              <a:t>подключить</a:t>
            </a:r>
            <a:r>
              <a:rPr dirty="0"/>
              <a:t> </a:t>
            </a:r>
            <a:r>
              <a:rPr dirty="0" err="1"/>
              <a:t>все</a:t>
            </a:r>
            <a:r>
              <a:rPr dirty="0"/>
              <a:t> </a:t>
            </a:r>
            <a:r>
              <a:rPr dirty="0" err="1"/>
              <a:t>записи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fstab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команда</a:t>
            </a:r>
            <a:r>
              <a:rPr dirty="0"/>
              <a:t> </a:t>
            </a:r>
            <a:r>
              <a:rPr dirty="0" err="1"/>
              <a:t>вернула</a:t>
            </a:r>
            <a:r>
              <a:rPr dirty="0"/>
              <a:t> </a:t>
            </a:r>
            <a:r>
              <a:rPr dirty="0" err="1"/>
              <a:t>ошибку</a:t>
            </a:r>
            <a:r>
              <a:rPr dirty="0"/>
              <a:t>, </a:t>
            </a:r>
            <a:r>
              <a:rPr dirty="0" err="1"/>
              <a:t>ее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исправить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перезагрузки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df</a:t>
            </a:r>
            <a:r>
              <a:rPr dirty="0"/>
              <a:t> -h и </a:t>
            </a:r>
            <a:r>
              <a:rPr dirty="0" err="1"/>
              <a:t>findmnt</a:t>
            </a:r>
            <a:r>
              <a:rPr dirty="0"/>
              <a:t> /</a:t>
            </a:r>
            <a:r>
              <a:rPr dirty="0" err="1"/>
              <a:t>srv</a:t>
            </a:r>
            <a:r>
              <a:rPr dirty="0"/>
              <a:t>/share </a:t>
            </a:r>
            <a:r>
              <a:rPr dirty="0" err="1"/>
              <a:t>подтверждают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каталог</a:t>
            </a:r>
            <a:r>
              <a:rPr dirty="0"/>
              <a:t> </a:t>
            </a:r>
            <a:r>
              <a:rPr dirty="0" err="1"/>
              <a:t>действительно</a:t>
            </a:r>
            <a:r>
              <a:rPr dirty="0"/>
              <a:t> </a:t>
            </a:r>
            <a:r>
              <a:rPr dirty="0" err="1"/>
              <a:t>смонтирован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Типовые ошибки автомонтирования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Указан</a:t>
            </a:r>
            <a:r>
              <a:rPr dirty="0"/>
              <a:t> </a:t>
            </a:r>
            <a:r>
              <a:rPr dirty="0" err="1"/>
              <a:t>неправильный</a:t>
            </a:r>
            <a:r>
              <a:rPr dirty="0"/>
              <a:t> UUID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случайно</a:t>
            </a:r>
            <a:r>
              <a:rPr dirty="0"/>
              <a:t> </a:t>
            </a:r>
            <a:r>
              <a:rPr dirty="0" err="1"/>
              <a:t>скопирована</a:t>
            </a:r>
            <a:r>
              <a:rPr dirty="0"/>
              <a:t> </a:t>
            </a:r>
            <a:r>
              <a:rPr dirty="0" err="1"/>
              <a:t>лишняя</a:t>
            </a:r>
            <a:r>
              <a:rPr dirty="0"/>
              <a:t> </a:t>
            </a:r>
            <a:r>
              <a:rPr dirty="0" err="1"/>
              <a:t>кавычка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Точка</a:t>
            </a:r>
            <a:r>
              <a:rPr dirty="0"/>
              <a:t> </a:t>
            </a:r>
            <a:r>
              <a:rPr dirty="0" err="1"/>
              <a:t>монтирования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создана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выполнения</a:t>
            </a:r>
            <a:r>
              <a:rPr dirty="0"/>
              <a:t> mount -a.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Тип</a:t>
            </a:r>
            <a:r>
              <a:rPr dirty="0"/>
              <a:t> </a:t>
            </a:r>
            <a:r>
              <a:rPr dirty="0" err="1"/>
              <a:t>файловой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 </a:t>
            </a:r>
            <a:r>
              <a:rPr dirty="0" err="1"/>
              <a:t>указан</a:t>
            </a:r>
            <a:r>
              <a:rPr dirty="0"/>
              <a:t> </a:t>
            </a:r>
            <a:r>
              <a:rPr dirty="0" err="1"/>
              <a:t>неверно</a:t>
            </a:r>
            <a:r>
              <a:rPr dirty="0"/>
              <a:t>, </a:t>
            </a:r>
            <a:r>
              <a:rPr dirty="0" err="1"/>
              <a:t>например</a:t>
            </a:r>
            <a:r>
              <a:rPr dirty="0"/>
              <a:t> ext4 </a:t>
            </a:r>
            <a:r>
              <a:rPr dirty="0" err="1"/>
              <a:t>вместо</a:t>
            </a:r>
            <a:r>
              <a:rPr dirty="0"/>
              <a:t> </a:t>
            </a:r>
            <a:r>
              <a:rPr dirty="0" err="1"/>
              <a:t>xfs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Каталог</a:t>
            </a:r>
            <a:r>
              <a:rPr dirty="0"/>
              <a:t> </a:t>
            </a:r>
            <a:r>
              <a:rPr dirty="0" err="1"/>
              <a:t>ресурса</a:t>
            </a:r>
            <a:r>
              <a:rPr dirty="0"/>
              <a:t> </a:t>
            </a:r>
            <a:r>
              <a:rPr dirty="0" err="1"/>
              <a:t>существует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монтирования</a:t>
            </a:r>
            <a:r>
              <a:rPr dirty="0"/>
              <a:t> </a:t>
            </a:r>
            <a:r>
              <a:rPr dirty="0" err="1"/>
              <a:t>скрывает</a:t>
            </a:r>
            <a:r>
              <a:rPr dirty="0"/>
              <a:t> </a:t>
            </a:r>
            <a:r>
              <a:rPr dirty="0" err="1"/>
              <a:t>старые</a:t>
            </a:r>
            <a:r>
              <a:rPr dirty="0"/>
              <a:t> </a:t>
            </a:r>
            <a:r>
              <a:rPr dirty="0" err="1"/>
              <a:t>файлы</a:t>
            </a:r>
            <a:r>
              <a:rPr dirty="0"/>
              <a:t>, </a:t>
            </a:r>
            <a:r>
              <a:rPr dirty="0" err="1"/>
              <a:t>лежавшие</a:t>
            </a:r>
            <a:r>
              <a:rPr dirty="0"/>
              <a:t> в </a:t>
            </a:r>
            <a:r>
              <a:rPr dirty="0" err="1"/>
              <a:t>нем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mount.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UUID и </a:t>
            </a:r>
            <a:r>
              <a:rPr dirty="0" err="1"/>
              <a:t>автомонтирование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365D959-87A7-0850-8C16-69B6B1BC9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61441" y="182880"/>
            <a:ext cx="8838637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5. </a:t>
            </a:r>
            <a:r>
              <a:rPr dirty="0" err="1"/>
              <a:t>Каталоги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серверных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, </a:t>
            </a:r>
            <a:r>
              <a:rPr dirty="0" err="1"/>
              <a:t>владельцы</a:t>
            </a:r>
            <a:r>
              <a:rPr dirty="0"/>
              <a:t>, </a:t>
            </a:r>
            <a:endParaRPr lang="ru-RU" dirty="0"/>
          </a:p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группы</a:t>
            </a:r>
            <a:r>
              <a:rPr dirty="0"/>
              <a:t> и Linux-</a:t>
            </a:r>
            <a:r>
              <a:rPr dirty="0" err="1"/>
              <a:t>права</a:t>
            </a:r>
            <a:r>
              <a:rPr dirty="0"/>
              <a:t> </a:t>
            </a:r>
            <a:r>
              <a:rPr dirty="0" err="1"/>
              <a:t>доступа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622322"/>
            <a:ext cx="10972800" cy="450415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Права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 Linux </a:t>
            </a:r>
            <a:r>
              <a:rPr dirty="0" err="1"/>
              <a:t>определяют</a:t>
            </a:r>
            <a:r>
              <a:rPr dirty="0"/>
              <a:t>, </a:t>
            </a:r>
            <a:r>
              <a:rPr dirty="0" err="1"/>
              <a:t>кто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читать</a:t>
            </a:r>
            <a:r>
              <a:rPr dirty="0"/>
              <a:t>, </a:t>
            </a:r>
            <a:r>
              <a:rPr dirty="0" err="1"/>
              <a:t>изменять</a:t>
            </a:r>
            <a:r>
              <a:rPr dirty="0"/>
              <a:t> и </a:t>
            </a:r>
            <a:r>
              <a:rPr dirty="0" err="1"/>
              <a:t>выполнять</a:t>
            </a:r>
            <a:r>
              <a:rPr dirty="0"/>
              <a:t> </a:t>
            </a:r>
            <a:r>
              <a:rPr dirty="0" err="1"/>
              <a:t>файлы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файлового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 </a:t>
            </a:r>
            <a:r>
              <a:rPr dirty="0" err="1"/>
              <a:t>права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уровне</a:t>
            </a:r>
            <a:r>
              <a:rPr dirty="0"/>
              <a:t> Linux </a:t>
            </a:r>
            <a:r>
              <a:rPr dirty="0" err="1"/>
              <a:t>остаются</a:t>
            </a:r>
            <a:r>
              <a:rPr dirty="0"/>
              <a:t> </a:t>
            </a:r>
            <a:r>
              <a:rPr dirty="0" err="1"/>
              <a:t>важными</a:t>
            </a:r>
            <a:r>
              <a:rPr dirty="0"/>
              <a:t> </a:t>
            </a:r>
            <a:r>
              <a:rPr dirty="0" err="1"/>
              <a:t>даже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публикации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Samba.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каталог</a:t>
            </a:r>
            <a:r>
              <a:rPr dirty="0"/>
              <a:t> </a:t>
            </a:r>
            <a:r>
              <a:rPr dirty="0" err="1"/>
              <a:t>запрещен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Linux-</a:t>
            </a:r>
            <a:r>
              <a:rPr dirty="0" err="1"/>
              <a:t>пользователя</a:t>
            </a:r>
            <a:r>
              <a:rPr dirty="0"/>
              <a:t>, Samba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сможет</a:t>
            </a:r>
            <a:r>
              <a:rPr dirty="0"/>
              <a:t> </a:t>
            </a:r>
            <a:r>
              <a:rPr dirty="0" err="1"/>
              <a:t>корректно</a:t>
            </a:r>
            <a:r>
              <a:rPr dirty="0"/>
              <a:t> </a:t>
            </a:r>
            <a:r>
              <a:rPr dirty="0" err="1"/>
              <a:t>выдать</a:t>
            </a:r>
            <a:r>
              <a:rPr dirty="0"/>
              <a:t> </a:t>
            </a:r>
            <a:r>
              <a:rPr dirty="0" err="1"/>
              <a:t>доступ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Поэтому</a:t>
            </a:r>
            <a:r>
              <a:rPr dirty="0"/>
              <a:t> </a:t>
            </a:r>
            <a:r>
              <a:rPr dirty="0" err="1"/>
              <a:t>сначала</a:t>
            </a:r>
            <a:r>
              <a:rPr dirty="0"/>
              <a:t> </a:t>
            </a:r>
            <a:r>
              <a:rPr dirty="0" err="1"/>
              <a:t>проектируют</a:t>
            </a:r>
            <a:r>
              <a:rPr dirty="0"/>
              <a:t> </a:t>
            </a:r>
            <a:r>
              <a:rPr dirty="0" err="1"/>
              <a:t>каталог</a:t>
            </a:r>
            <a:r>
              <a:rPr dirty="0"/>
              <a:t>, </a:t>
            </a:r>
            <a:r>
              <a:rPr dirty="0" err="1"/>
              <a:t>владельца</a:t>
            </a:r>
            <a:r>
              <a:rPr dirty="0"/>
              <a:t>, </a:t>
            </a:r>
            <a:r>
              <a:rPr dirty="0" err="1"/>
              <a:t>группу</a:t>
            </a:r>
            <a:r>
              <a:rPr dirty="0"/>
              <a:t> и </a:t>
            </a:r>
            <a:r>
              <a:rPr dirty="0" err="1"/>
              <a:t>базовые</a:t>
            </a:r>
            <a:r>
              <a:rPr dirty="0"/>
              <a:t> </a:t>
            </a:r>
            <a:r>
              <a:rPr dirty="0" err="1"/>
              <a:t>права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Где хранить серверные данные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/</a:t>
            </a:r>
            <a:r>
              <a:rPr dirty="0" err="1"/>
              <a:t>srv</a:t>
            </a:r>
            <a:r>
              <a:rPr dirty="0"/>
              <a:t> </a:t>
            </a:r>
            <a:r>
              <a:rPr dirty="0" err="1"/>
              <a:t>предназначен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</a:t>
            </a:r>
            <a:r>
              <a:rPr dirty="0" err="1"/>
              <a:t>сервисов</a:t>
            </a:r>
            <a:r>
              <a:rPr dirty="0"/>
              <a:t>, </a:t>
            </a:r>
            <a:r>
              <a:rPr dirty="0" err="1"/>
              <a:t>предоставляемых</a:t>
            </a:r>
            <a:r>
              <a:rPr dirty="0"/>
              <a:t> </a:t>
            </a:r>
            <a:r>
              <a:rPr dirty="0" err="1"/>
              <a:t>сервером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/</a:t>
            </a:r>
            <a:r>
              <a:rPr dirty="0" err="1"/>
              <a:t>srv</a:t>
            </a:r>
            <a:r>
              <a:rPr dirty="0"/>
              <a:t>/share - </a:t>
            </a:r>
            <a:r>
              <a:rPr dirty="0" err="1"/>
              <a:t>понятная</a:t>
            </a:r>
            <a:r>
              <a:rPr dirty="0"/>
              <a:t> </a:t>
            </a:r>
            <a:r>
              <a:rPr dirty="0" err="1"/>
              <a:t>точка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общего</a:t>
            </a:r>
            <a:r>
              <a:rPr dirty="0"/>
              <a:t> </a:t>
            </a:r>
            <a:r>
              <a:rPr dirty="0" err="1"/>
              <a:t>файлового</a:t>
            </a:r>
            <a:r>
              <a:rPr dirty="0"/>
              <a:t> </a:t>
            </a:r>
            <a:r>
              <a:rPr dirty="0" err="1"/>
              <a:t>ресурса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/home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всегда</a:t>
            </a:r>
            <a:r>
              <a:rPr dirty="0"/>
              <a:t> </a:t>
            </a:r>
            <a:r>
              <a:rPr dirty="0" err="1"/>
              <a:t>подходит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общих</a:t>
            </a:r>
            <a:r>
              <a:rPr dirty="0"/>
              <a:t> </a:t>
            </a:r>
            <a:r>
              <a:rPr dirty="0" err="1"/>
              <a:t>ресурсов</a:t>
            </a:r>
            <a:r>
              <a:rPr dirty="0"/>
              <a:t>, </a:t>
            </a:r>
            <a:r>
              <a:rPr dirty="0" err="1"/>
              <a:t>потому</a:t>
            </a:r>
            <a:r>
              <a:rPr dirty="0"/>
              <a:t>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связан</a:t>
            </a:r>
            <a:r>
              <a:rPr dirty="0"/>
              <a:t> с </a:t>
            </a:r>
            <a:r>
              <a:rPr dirty="0" err="1"/>
              <a:t>домашними</a:t>
            </a:r>
            <a:r>
              <a:rPr dirty="0"/>
              <a:t> </a:t>
            </a:r>
            <a:r>
              <a:rPr dirty="0" err="1"/>
              <a:t>каталогами</a:t>
            </a:r>
            <a:r>
              <a:rPr dirty="0"/>
              <a:t> </a:t>
            </a:r>
            <a:r>
              <a:rPr dirty="0" err="1"/>
              <a:t>пользователей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В </a:t>
            </a:r>
            <a:r>
              <a:rPr dirty="0" err="1"/>
              <a:t>документации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указывать</a:t>
            </a:r>
            <a:r>
              <a:rPr dirty="0"/>
              <a:t> </a:t>
            </a:r>
            <a:r>
              <a:rPr dirty="0" err="1"/>
              <a:t>назначение</a:t>
            </a:r>
            <a:r>
              <a:rPr dirty="0"/>
              <a:t> </a:t>
            </a:r>
            <a:r>
              <a:rPr dirty="0" err="1"/>
              <a:t>каждого</a:t>
            </a:r>
            <a:r>
              <a:rPr dirty="0"/>
              <a:t> </a:t>
            </a:r>
            <a:r>
              <a:rPr dirty="0" err="1"/>
              <a:t>каталога</a:t>
            </a:r>
            <a:r>
              <a:rPr dirty="0"/>
              <a:t>, а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путь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Владелец и группа каталога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Владелец</a:t>
            </a:r>
            <a:r>
              <a:rPr dirty="0"/>
              <a:t> - </a:t>
            </a:r>
            <a:r>
              <a:rPr dirty="0" err="1"/>
              <a:t>пользователь</a:t>
            </a:r>
            <a:r>
              <a:rPr dirty="0"/>
              <a:t>, </a:t>
            </a:r>
            <a:r>
              <a:rPr dirty="0" err="1"/>
              <a:t>которому</a:t>
            </a:r>
            <a:r>
              <a:rPr dirty="0"/>
              <a:t> </a:t>
            </a:r>
            <a:r>
              <a:rPr dirty="0" err="1"/>
              <a:t>принадлежит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каталог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Группа</a:t>
            </a:r>
            <a:r>
              <a:rPr dirty="0"/>
              <a:t> </a:t>
            </a:r>
            <a:r>
              <a:rPr dirty="0" err="1"/>
              <a:t>позволяет</a:t>
            </a:r>
            <a:r>
              <a:rPr dirty="0"/>
              <a:t> </a:t>
            </a:r>
            <a:r>
              <a:rPr dirty="0" err="1"/>
              <a:t>выдать</a:t>
            </a:r>
            <a:r>
              <a:rPr dirty="0"/>
              <a:t> </a:t>
            </a:r>
            <a:r>
              <a:rPr dirty="0" err="1"/>
              <a:t>доступ</a:t>
            </a:r>
            <a:r>
              <a:rPr dirty="0"/>
              <a:t> </a:t>
            </a:r>
            <a:r>
              <a:rPr dirty="0" err="1"/>
              <a:t>нескольким</a:t>
            </a:r>
            <a:r>
              <a:rPr dirty="0"/>
              <a:t> </a:t>
            </a:r>
            <a:r>
              <a:rPr dirty="0" err="1"/>
              <a:t>пользователям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индивидуальной</a:t>
            </a:r>
            <a:r>
              <a:rPr dirty="0"/>
              <a:t> </a:t>
            </a:r>
            <a:r>
              <a:rPr dirty="0" err="1"/>
              <a:t>настройки</a:t>
            </a:r>
            <a:r>
              <a:rPr dirty="0"/>
              <a:t> </a:t>
            </a:r>
            <a:r>
              <a:rPr dirty="0" err="1"/>
              <a:t>каждого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groupadd</a:t>
            </a:r>
            <a:r>
              <a:rPr dirty="0"/>
              <a:t> office </a:t>
            </a:r>
            <a:r>
              <a:rPr dirty="0" err="1"/>
              <a:t>создает</a:t>
            </a:r>
            <a:r>
              <a:rPr dirty="0"/>
              <a:t> </a:t>
            </a:r>
            <a:r>
              <a:rPr dirty="0" err="1"/>
              <a:t>группу</a:t>
            </a:r>
            <a:r>
              <a:rPr dirty="0"/>
              <a:t> office.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chown</a:t>
            </a:r>
            <a:r>
              <a:rPr dirty="0"/>
              <a:t> </a:t>
            </a:r>
            <a:r>
              <a:rPr dirty="0" err="1"/>
              <a:t>root:office</a:t>
            </a:r>
            <a:r>
              <a:rPr dirty="0"/>
              <a:t> /</a:t>
            </a:r>
            <a:r>
              <a:rPr dirty="0" err="1"/>
              <a:t>srv</a:t>
            </a:r>
            <a:r>
              <a:rPr dirty="0"/>
              <a:t>/share </a:t>
            </a:r>
            <a:r>
              <a:rPr dirty="0" err="1"/>
              <a:t>назначает</a:t>
            </a:r>
            <a:r>
              <a:rPr dirty="0"/>
              <a:t> </a:t>
            </a:r>
            <a:r>
              <a:rPr dirty="0" err="1"/>
              <a:t>владельца</a:t>
            </a:r>
            <a:r>
              <a:rPr dirty="0"/>
              <a:t> root и </a:t>
            </a:r>
            <a:r>
              <a:rPr dirty="0" err="1"/>
              <a:t>группу</a:t>
            </a:r>
            <a:r>
              <a:rPr dirty="0"/>
              <a:t> office.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Права rwx для каталога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b="1" dirty="0">
                <a:solidFill>
                  <a:srgbClr val="002060"/>
                </a:solidFill>
              </a:rPr>
              <a:t>r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каталога</a:t>
            </a:r>
            <a:r>
              <a:rPr dirty="0"/>
              <a:t> </a:t>
            </a:r>
            <a:r>
              <a:rPr dirty="0" err="1"/>
              <a:t>позволяет</a:t>
            </a:r>
            <a:r>
              <a:rPr dirty="0"/>
              <a:t> </a:t>
            </a:r>
            <a:r>
              <a:rPr dirty="0" err="1"/>
              <a:t>читать</a:t>
            </a:r>
            <a:r>
              <a:rPr dirty="0"/>
              <a:t> </a:t>
            </a:r>
            <a:r>
              <a:rPr dirty="0" err="1"/>
              <a:t>список</a:t>
            </a:r>
            <a:r>
              <a:rPr dirty="0"/>
              <a:t> </a:t>
            </a:r>
            <a:r>
              <a:rPr dirty="0" err="1"/>
              <a:t>имен</a:t>
            </a:r>
            <a:r>
              <a:rPr dirty="0"/>
              <a:t> </a:t>
            </a:r>
            <a:r>
              <a:rPr dirty="0" err="1"/>
              <a:t>внутри</a:t>
            </a:r>
            <a:r>
              <a:rPr dirty="0"/>
              <a:t> </a:t>
            </a:r>
            <a:r>
              <a:rPr dirty="0" err="1"/>
              <a:t>каталога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sz="3600" b="1" dirty="0">
                <a:solidFill>
                  <a:srgbClr val="002060"/>
                </a:solidFill>
              </a:rPr>
              <a:t>w</a:t>
            </a:r>
            <a:r>
              <a:rPr dirty="0"/>
              <a:t> </a:t>
            </a:r>
            <a:r>
              <a:rPr dirty="0" err="1"/>
              <a:t>позволяет</a:t>
            </a:r>
            <a:r>
              <a:rPr dirty="0"/>
              <a:t> </a:t>
            </a:r>
            <a:r>
              <a:rPr dirty="0" err="1"/>
              <a:t>создавать</a:t>
            </a:r>
            <a:r>
              <a:rPr dirty="0"/>
              <a:t>, </a:t>
            </a:r>
            <a:r>
              <a:rPr dirty="0" err="1"/>
              <a:t>удалять</a:t>
            </a:r>
            <a:r>
              <a:rPr dirty="0"/>
              <a:t> и </a:t>
            </a:r>
            <a:r>
              <a:rPr dirty="0" err="1"/>
              <a:t>переименовывать</a:t>
            </a:r>
            <a:r>
              <a:rPr dirty="0"/>
              <a:t> </a:t>
            </a:r>
            <a:r>
              <a:rPr dirty="0" err="1"/>
              <a:t>элементы</a:t>
            </a:r>
            <a:r>
              <a:rPr dirty="0"/>
              <a:t> в </a:t>
            </a:r>
            <a:r>
              <a:rPr dirty="0" err="1"/>
              <a:t>каталоге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sz="3600" b="1" dirty="0">
                <a:solidFill>
                  <a:srgbClr val="002060"/>
                </a:solidFill>
              </a:rPr>
              <a:t>x</a:t>
            </a:r>
            <a:r>
              <a:rPr dirty="0"/>
              <a:t> </a:t>
            </a:r>
            <a:r>
              <a:rPr dirty="0" err="1"/>
              <a:t>позволяет</a:t>
            </a:r>
            <a:r>
              <a:rPr dirty="0"/>
              <a:t> </a:t>
            </a:r>
            <a:r>
              <a:rPr dirty="0" err="1"/>
              <a:t>заходить</a:t>
            </a:r>
            <a:r>
              <a:rPr dirty="0"/>
              <a:t> в </a:t>
            </a:r>
            <a:r>
              <a:rPr dirty="0" err="1"/>
              <a:t>каталог</a:t>
            </a:r>
            <a:r>
              <a:rPr dirty="0"/>
              <a:t> и </a:t>
            </a:r>
            <a:r>
              <a:rPr dirty="0" err="1"/>
              <a:t>обращаться</a:t>
            </a:r>
            <a:r>
              <a:rPr dirty="0"/>
              <a:t> к </a:t>
            </a:r>
            <a:r>
              <a:rPr dirty="0" err="1"/>
              <a:t>объектам</a:t>
            </a:r>
            <a:r>
              <a:rPr dirty="0"/>
              <a:t> </a:t>
            </a:r>
            <a:r>
              <a:rPr dirty="0" err="1"/>
              <a:t>внутри</a:t>
            </a:r>
            <a:r>
              <a:rPr dirty="0"/>
              <a:t> </a:t>
            </a:r>
            <a:r>
              <a:rPr dirty="0" err="1"/>
              <a:t>него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общего</a:t>
            </a:r>
            <a:r>
              <a:rPr dirty="0"/>
              <a:t> </a:t>
            </a:r>
            <a:r>
              <a:rPr dirty="0" err="1"/>
              <a:t>ресурса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 </a:t>
            </a:r>
            <a:r>
              <a:rPr dirty="0" err="1"/>
              <a:t>права</a:t>
            </a:r>
            <a:r>
              <a:rPr dirty="0"/>
              <a:t> 2770, </a:t>
            </a:r>
            <a:r>
              <a:rPr dirty="0" err="1"/>
              <a:t>чтобы</a:t>
            </a:r>
            <a:r>
              <a:rPr dirty="0"/>
              <a:t> </a:t>
            </a:r>
            <a:r>
              <a:rPr dirty="0" err="1"/>
              <a:t>новые</a:t>
            </a:r>
            <a:r>
              <a:rPr dirty="0"/>
              <a:t> </a:t>
            </a:r>
            <a:r>
              <a:rPr dirty="0" err="1"/>
              <a:t>файлы</a:t>
            </a:r>
            <a:r>
              <a:rPr dirty="0"/>
              <a:t> </a:t>
            </a:r>
            <a:r>
              <a:rPr dirty="0" err="1"/>
              <a:t>наследовали</a:t>
            </a:r>
            <a:r>
              <a:rPr dirty="0"/>
              <a:t> </a:t>
            </a:r>
            <a:r>
              <a:rPr dirty="0" err="1"/>
              <a:t>группу</a:t>
            </a:r>
            <a:r>
              <a:rPr dirty="0"/>
              <a:t> </a:t>
            </a:r>
            <a:r>
              <a:rPr dirty="0" err="1"/>
              <a:t>каталога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 настройки прав ресурса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mkdir</a:t>
            </a:r>
            <a:r>
              <a:rPr dirty="0"/>
              <a:t> -p /</a:t>
            </a:r>
            <a:r>
              <a:rPr dirty="0" err="1"/>
              <a:t>srv</a:t>
            </a:r>
            <a:r>
              <a:rPr dirty="0"/>
              <a:t>/share </a:t>
            </a:r>
            <a:r>
              <a:rPr dirty="0" err="1"/>
              <a:t>создает</a:t>
            </a:r>
            <a:r>
              <a:rPr dirty="0"/>
              <a:t> </a:t>
            </a:r>
            <a:r>
              <a:rPr dirty="0" err="1"/>
              <a:t>каталог</a:t>
            </a:r>
            <a:r>
              <a:rPr dirty="0"/>
              <a:t> </a:t>
            </a:r>
            <a:r>
              <a:rPr dirty="0" err="1"/>
              <a:t>ресурса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chown</a:t>
            </a:r>
            <a:r>
              <a:rPr dirty="0"/>
              <a:t> </a:t>
            </a:r>
            <a:r>
              <a:rPr dirty="0" err="1"/>
              <a:t>root:office</a:t>
            </a:r>
            <a:r>
              <a:rPr dirty="0"/>
              <a:t> /</a:t>
            </a:r>
            <a:r>
              <a:rPr dirty="0" err="1"/>
              <a:t>srv</a:t>
            </a:r>
            <a:r>
              <a:rPr dirty="0"/>
              <a:t>/share </a:t>
            </a:r>
            <a:r>
              <a:rPr dirty="0" err="1"/>
              <a:t>задает</a:t>
            </a:r>
            <a:r>
              <a:rPr dirty="0"/>
              <a:t> </a:t>
            </a:r>
            <a:r>
              <a:rPr dirty="0" err="1"/>
              <a:t>группу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chmod</a:t>
            </a:r>
            <a:r>
              <a:rPr dirty="0"/>
              <a:t> 2770 /</a:t>
            </a:r>
            <a:r>
              <a:rPr dirty="0" err="1"/>
              <a:t>srv</a:t>
            </a:r>
            <a:r>
              <a:rPr dirty="0"/>
              <a:t>/share </a:t>
            </a:r>
            <a:r>
              <a:rPr dirty="0" err="1"/>
              <a:t>разрешает</a:t>
            </a:r>
            <a:r>
              <a:rPr dirty="0"/>
              <a:t> </a:t>
            </a:r>
            <a:r>
              <a:rPr dirty="0" err="1"/>
              <a:t>доступ</a:t>
            </a:r>
            <a:r>
              <a:rPr dirty="0"/>
              <a:t> </a:t>
            </a:r>
            <a:r>
              <a:rPr dirty="0" err="1"/>
              <a:t>владельцу</a:t>
            </a:r>
            <a:r>
              <a:rPr dirty="0"/>
              <a:t> и </a:t>
            </a:r>
            <a:r>
              <a:rPr dirty="0" err="1"/>
              <a:t>группе</a:t>
            </a:r>
            <a:r>
              <a:rPr dirty="0"/>
              <a:t>, </a:t>
            </a:r>
            <a:r>
              <a:rPr dirty="0" err="1"/>
              <a:t>закрывает</a:t>
            </a:r>
            <a:r>
              <a:rPr dirty="0"/>
              <a:t> </a:t>
            </a:r>
            <a:r>
              <a:rPr dirty="0" err="1"/>
              <a:t>доступ</a:t>
            </a:r>
            <a:r>
              <a:rPr dirty="0"/>
              <a:t> </a:t>
            </a:r>
            <a:r>
              <a:rPr dirty="0" err="1"/>
              <a:t>остальным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Проверка</a:t>
            </a:r>
            <a:r>
              <a:rPr dirty="0"/>
              <a:t>: ls -</a:t>
            </a:r>
            <a:r>
              <a:rPr dirty="0" err="1"/>
              <a:t>ld</a:t>
            </a:r>
            <a:r>
              <a:rPr dirty="0"/>
              <a:t> /</a:t>
            </a:r>
            <a:r>
              <a:rPr dirty="0" err="1"/>
              <a:t>srv</a:t>
            </a:r>
            <a:r>
              <a:rPr dirty="0"/>
              <a:t>/share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владельца</a:t>
            </a:r>
            <a:r>
              <a:rPr dirty="0"/>
              <a:t>, </a:t>
            </a:r>
            <a:r>
              <a:rPr dirty="0" err="1"/>
              <a:t>группу</a:t>
            </a:r>
            <a:r>
              <a:rPr dirty="0"/>
              <a:t> и </a:t>
            </a:r>
            <a:r>
              <a:rPr dirty="0" err="1"/>
              <a:t>режим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Типовые ошибки Linux-прав для Samba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В </a:t>
            </a:r>
            <a:r>
              <a:rPr dirty="0" err="1"/>
              <a:t>smb.conf</a:t>
            </a:r>
            <a:r>
              <a:rPr dirty="0"/>
              <a:t> </a:t>
            </a:r>
            <a:r>
              <a:rPr dirty="0" err="1"/>
              <a:t>доступ</a:t>
            </a:r>
            <a:r>
              <a:rPr dirty="0"/>
              <a:t> </a:t>
            </a:r>
            <a:r>
              <a:rPr dirty="0" err="1"/>
              <a:t>разрешен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Linux-</a:t>
            </a:r>
            <a:r>
              <a:rPr dirty="0" err="1"/>
              <a:t>права</a:t>
            </a:r>
            <a:r>
              <a:rPr dirty="0"/>
              <a:t> </a:t>
            </a:r>
            <a:r>
              <a:rPr dirty="0" err="1"/>
              <a:t>каталога</a:t>
            </a:r>
            <a:r>
              <a:rPr dirty="0"/>
              <a:t> </a:t>
            </a:r>
            <a:r>
              <a:rPr dirty="0" err="1"/>
              <a:t>запрещают</a:t>
            </a:r>
            <a:r>
              <a:rPr dirty="0"/>
              <a:t> </a:t>
            </a:r>
            <a:r>
              <a:rPr dirty="0" err="1"/>
              <a:t>запись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Пользователь</a:t>
            </a:r>
            <a:r>
              <a:rPr dirty="0"/>
              <a:t> </a:t>
            </a:r>
            <a:r>
              <a:rPr dirty="0" err="1"/>
              <a:t>добавлен</a:t>
            </a:r>
            <a:r>
              <a:rPr dirty="0"/>
              <a:t> в Samba,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входит</a:t>
            </a:r>
            <a:r>
              <a:rPr dirty="0"/>
              <a:t> в </a:t>
            </a:r>
            <a:r>
              <a:rPr dirty="0" err="1"/>
              <a:t>нужную</a:t>
            </a:r>
            <a:r>
              <a:rPr dirty="0"/>
              <a:t> Linux-</a:t>
            </a:r>
            <a:r>
              <a:rPr dirty="0" err="1"/>
              <a:t>группу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Каталог</a:t>
            </a:r>
            <a:r>
              <a:rPr dirty="0"/>
              <a:t> </a:t>
            </a:r>
            <a:r>
              <a:rPr dirty="0" err="1"/>
              <a:t>имеет</a:t>
            </a:r>
            <a:r>
              <a:rPr dirty="0"/>
              <a:t> </a:t>
            </a:r>
            <a:r>
              <a:rPr dirty="0" err="1"/>
              <a:t>права</a:t>
            </a:r>
            <a:r>
              <a:rPr dirty="0"/>
              <a:t> 777, и </a:t>
            </a: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теряет</a:t>
            </a:r>
            <a:r>
              <a:rPr dirty="0"/>
              <a:t> </a:t>
            </a:r>
            <a:r>
              <a:rPr dirty="0" err="1"/>
              <a:t>контроль</a:t>
            </a:r>
            <a:r>
              <a:rPr dirty="0"/>
              <a:t> </a:t>
            </a:r>
            <a:r>
              <a:rPr dirty="0" err="1"/>
              <a:t>над</a:t>
            </a:r>
            <a:r>
              <a:rPr dirty="0"/>
              <a:t> </a:t>
            </a:r>
            <a:r>
              <a:rPr dirty="0" err="1"/>
              <a:t>доступом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изменения</a:t>
            </a:r>
            <a:r>
              <a:rPr dirty="0"/>
              <a:t> </a:t>
            </a:r>
            <a:r>
              <a:rPr dirty="0" err="1"/>
              <a:t>групп</a:t>
            </a:r>
            <a:r>
              <a:rPr dirty="0"/>
              <a:t> </a:t>
            </a:r>
            <a:r>
              <a:rPr dirty="0" err="1"/>
              <a:t>пользователь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перелогинился</a:t>
            </a:r>
            <a:r>
              <a:rPr dirty="0"/>
              <a:t>, и </a:t>
            </a:r>
            <a:r>
              <a:rPr dirty="0" err="1"/>
              <a:t>членство</a:t>
            </a:r>
            <a:r>
              <a:rPr dirty="0"/>
              <a:t> в </a:t>
            </a:r>
            <a:r>
              <a:rPr dirty="0" err="1"/>
              <a:t>группе</a:t>
            </a:r>
            <a:r>
              <a:rPr dirty="0"/>
              <a:t> </a:t>
            </a:r>
            <a:r>
              <a:rPr dirty="0" err="1"/>
              <a:t>еще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применилось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Samba и Linux-</a:t>
            </a:r>
            <a:r>
              <a:rPr dirty="0" err="1"/>
              <a:t>права</a:t>
            </a:r>
            <a:r>
              <a:rPr dirty="0"/>
              <a:t> </a:t>
            </a:r>
            <a:r>
              <a:rPr dirty="0" err="1"/>
              <a:t>доступа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7978F88-7512-77D8-9202-C538D886B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6. Samba и SMB/CIFS как способ публикации файлового ресурса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Samba - </a:t>
            </a:r>
            <a:r>
              <a:rPr dirty="0" err="1"/>
              <a:t>набор</a:t>
            </a:r>
            <a:r>
              <a:rPr dirty="0"/>
              <a:t> </a:t>
            </a:r>
            <a:r>
              <a:rPr dirty="0" err="1"/>
              <a:t>служб</a:t>
            </a:r>
            <a:r>
              <a:rPr dirty="0"/>
              <a:t> Linux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предоставления</a:t>
            </a:r>
            <a:r>
              <a:rPr dirty="0"/>
              <a:t> </a:t>
            </a:r>
            <a:r>
              <a:rPr dirty="0" err="1"/>
              <a:t>файловых</a:t>
            </a:r>
            <a:r>
              <a:rPr dirty="0"/>
              <a:t> и </a:t>
            </a:r>
            <a:r>
              <a:rPr dirty="0" err="1"/>
              <a:t>некоторых</a:t>
            </a:r>
            <a:r>
              <a:rPr dirty="0"/>
              <a:t> </a:t>
            </a:r>
            <a:r>
              <a:rPr dirty="0" err="1"/>
              <a:t>сетевых</a:t>
            </a:r>
            <a:r>
              <a:rPr dirty="0"/>
              <a:t> </a:t>
            </a:r>
            <a:r>
              <a:rPr dirty="0" err="1"/>
              <a:t>ресурсов</a:t>
            </a:r>
            <a:r>
              <a:rPr dirty="0"/>
              <a:t> </a:t>
            </a:r>
            <a:r>
              <a:rPr dirty="0" err="1"/>
              <a:t>клиентам</a:t>
            </a:r>
            <a:r>
              <a:rPr dirty="0"/>
              <a:t> SMB.</a:t>
            </a:r>
          </a:p>
          <a:p>
            <a:pPr indent="354013">
              <a:defRPr sz="3600"/>
            </a:pPr>
            <a:r>
              <a:rPr dirty="0"/>
              <a:t>SMB - Server Message Block, </a:t>
            </a:r>
            <a:r>
              <a:rPr dirty="0" err="1"/>
              <a:t>протокол</a:t>
            </a:r>
            <a:r>
              <a:rPr dirty="0"/>
              <a:t> </a:t>
            </a:r>
            <a:r>
              <a:rPr dirty="0" err="1"/>
              <a:t>сетевого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 к </a:t>
            </a:r>
            <a:r>
              <a:rPr dirty="0" err="1"/>
              <a:t>файлам</a:t>
            </a:r>
            <a:r>
              <a:rPr dirty="0"/>
              <a:t> и </a:t>
            </a:r>
            <a:r>
              <a:rPr dirty="0" err="1"/>
              <a:t>принтерам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CIFS - </a:t>
            </a:r>
            <a:r>
              <a:rPr dirty="0" err="1"/>
              <a:t>историческое</a:t>
            </a:r>
            <a:r>
              <a:rPr dirty="0"/>
              <a:t> </a:t>
            </a:r>
            <a:r>
              <a:rPr dirty="0" err="1"/>
              <a:t>название</a:t>
            </a:r>
            <a:r>
              <a:rPr dirty="0"/>
              <a:t> </a:t>
            </a:r>
            <a:r>
              <a:rPr dirty="0" err="1"/>
              <a:t>семейства</a:t>
            </a:r>
            <a:r>
              <a:rPr dirty="0"/>
              <a:t> SMB,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встречается</a:t>
            </a:r>
            <a:r>
              <a:rPr dirty="0"/>
              <a:t> в </a:t>
            </a:r>
            <a:r>
              <a:rPr dirty="0" err="1"/>
              <a:t>документации</a:t>
            </a:r>
            <a:r>
              <a:rPr dirty="0"/>
              <a:t> и </a:t>
            </a:r>
            <a:r>
              <a:rPr dirty="0" err="1"/>
              <a:t>параметрах</a:t>
            </a:r>
            <a:r>
              <a:rPr dirty="0"/>
              <a:t> mount.</a:t>
            </a:r>
          </a:p>
          <a:p>
            <a:pPr indent="354013">
              <a:defRPr sz="3600"/>
            </a:pPr>
            <a:r>
              <a:rPr dirty="0"/>
              <a:t>Samba </a:t>
            </a:r>
            <a:r>
              <a:rPr dirty="0" err="1"/>
              <a:t>позволяет</a:t>
            </a:r>
            <a:r>
              <a:rPr dirty="0"/>
              <a:t> </a:t>
            </a:r>
            <a:r>
              <a:rPr dirty="0" err="1"/>
              <a:t>клиентам</a:t>
            </a:r>
            <a:r>
              <a:rPr dirty="0"/>
              <a:t> Windows </a:t>
            </a:r>
            <a:r>
              <a:rPr dirty="0" err="1"/>
              <a:t>открывать</a:t>
            </a:r>
            <a:r>
              <a:rPr dirty="0"/>
              <a:t> Linux-</a:t>
            </a:r>
            <a:r>
              <a:rPr dirty="0" err="1"/>
              <a:t>каталог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сетевую</a:t>
            </a:r>
            <a:r>
              <a:rPr dirty="0"/>
              <a:t> </a:t>
            </a:r>
            <a:r>
              <a:rPr dirty="0" err="1"/>
              <a:t>папку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Из чего состоит публикация ресурса Samba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физический</a:t>
            </a:r>
            <a:r>
              <a:rPr dirty="0"/>
              <a:t> </a:t>
            </a:r>
            <a:r>
              <a:rPr dirty="0" err="1"/>
              <a:t>каталог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Linux-</a:t>
            </a:r>
            <a:r>
              <a:rPr dirty="0" err="1"/>
              <a:t>сервере</a:t>
            </a:r>
            <a:r>
              <a:rPr dirty="0"/>
              <a:t>, </a:t>
            </a:r>
            <a:r>
              <a:rPr dirty="0" err="1"/>
              <a:t>например</a:t>
            </a:r>
            <a:r>
              <a:rPr dirty="0"/>
              <a:t> /</a:t>
            </a:r>
            <a:r>
              <a:rPr dirty="0" err="1"/>
              <a:t>srv</a:t>
            </a:r>
            <a:r>
              <a:rPr dirty="0"/>
              <a:t>/share.</a:t>
            </a:r>
          </a:p>
          <a:p>
            <a:pPr indent="354013">
              <a:defRPr sz="3600"/>
            </a:pPr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секция</a:t>
            </a:r>
            <a:r>
              <a:rPr dirty="0"/>
              <a:t> в </a:t>
            </a:r>
            <a:r>
              <a:rPr dirty="0" err="1"/>
              <a:t>smb.conf</a:t>
            </a:r>
            <a:r>
              <a:rPr dirty="0"/>
              <a:t>, </a:t>
            </a:r>
            <a:r>
              <a:rPr dirty="0" err="1"/>
              <a:t>например</a:t>
            </a:r>
            <a:r>
              <a:rPr dirty="0"/>
              <a:t> [share].</a:t>
            </a:r>
          </a:p>
          <a:p>
            <a:pPr indent="354013">
              <a:defRPr sz="3600"/>
            </a:pPr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правила</a:t>
            </a:r>
            <a:r>
              <a:rPr dirty="0"/>
              <a:t> Samba: path, read only, browsable, valid users, guest ok.</a:t>
            </a:r>
          </a:p>
          <a:p>
            <a:pPr indent="354013">
              <a:defRPr sz="3600"/>
            </a:pPr>
            <a:r>
              <a:rPr dirty="0" err="1"/>
              <a:t>Есть</a:t>
            </a:r>
            <a:r>
              <a:rPr dirty="0"/>
              <a:t> Linux-</a:t>
            </a:r>
            <a:r>
              <a:rPr dirty="0" err="1"/>
              <a:t>права</a:t>
            </a:r>
            <a:r>
              <a:rPr dirty="0"/>
              <a:t> </a:t>
            </a:r>
            <a:r>
              <a:rPr dirty="0" err="1"/>
              <a:t>каталога</a:t>
            </a:r>
            <a:r>
              <a:rPr dirty="0"/>
              <a:t>, </a:t>
            </a:r>
            <a:r>
              <a:rPr dirty="0" err="1"/>
              <a:t>которые</a:t>
            </a:r>
            <a:r>
              <a:rPr dirty="0"/>
              <a:t> </a:t>
            </a:r>
            <a:r>
              <a:rPr dirty="0" err="1"/>
              <a:t>работают</a:t>
            </a:r>
            <a:r>
              <a:rPr dirty="0"/>
              <a:t> </a:t>
            </a:r>
            <a:r>
              <a:rPr dirty="0" err="1"/>
              <a:t>вместе</a:t>
            </a:r>
            <a:r>
              <a:rPr dirty="0"/>
              <a:t> с </a:t>
            </a:r>
            <a:r>
              <a:rPr dirty="0" err="1"/>
              <a:t>настройками</a:t>
            </a:r>
            <a:r>
              <a:rPr dirty="0"/>
              <a:t> Samba.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Основной конфигурационный файл Samba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Файл</a:t>
            </a:r>
            <a:r>
              <a:rPr dirty="0"/>
              <a:t> /</a:t>
            </a:r>
            <a:r>
              <a:rPr dirty="0" err="1"/>
              <a:t>etc</a:t>
            </a:r>
            <a:r>
              <a:rPr dirty="0"/>
              <a:t>/samba/</a:t>
            </a:r>
            <a:r>
              <a:rPr dirty="0" err="1"/>
              <a:t>smb.conf</a:t>
            </a:r>
            <a:r>
              <a:rPr dirty="0"/>
              <a:t> </a:t>
            </a:r>
            <a:r>
              <a:rPr dirty="0" err="1"/>
              <a:t>содержит</a:t>
            </a:r>
            <a:r>
              <a:rPr dirty="0"/>
              <a:t> </a:t>
            </a:r>
            <a:r>
              <a:rPr dirty="0" err="1"/>
              <a:t>глобальные</a:t>
            </a:r>
            <a:r>
              <a:rPr dirty="0"/>
              <a:t> </a:t>
            </a:r>
            <a:r>
              <a:rPr dirty="0" err="1"/>
              <a:t>параметры</a:t>
            </a:r>
            <a:r>
              <a:rPr dirty="0"/>
              <a:t> и </a:t>
            </a:r>
            <a:r>
              <a:rPr dirty="0" err="1"/>
              <a:t>описания</a:t>
            </a:r>
            <a:r>
              <a:rPr dirty="0"/>
              <a:t> </a:t>
            </a:r>
            <a:r>
              <a:rPr dirty="0" err="1"/>
              <a:t>ресурсов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изменениями</a:t>
            </a:r>
            <a:r>
              <a:rPr dirty="0"/>
              <a:t> </a:t>
            </a:r>
            <a:r>
              <a:rPr dirty="0" err="1"/>
              <a:t>полезно</a:t>
            </a:r>
            <a:r>
              <a:rPr dirty="0"/>
              <a:t> </a:t>
            </a:r>
            <a:r>
              <a:rPr dirty="0" err="1"/>
              <a:t>сохранить</a:t>
            </a:r>
            <a:r>
              <a:rPr dirty="0"/>
              <a:t> </a:t>
            </a:r>
            <a:r>
              <a:rPr dirty="0" err="1"/>
              <a:t>копию</a:t>
            </a:r>
            <a:r>
              <a:rPr dirty="0"/>
              <a:t>: </a:t>
            </a:r>
            <a:r>
              <a:rPr dirty="0" err="1"/>
              <a:t>sudo</a:t>
            </a:r>
            <a:r>
              <a:rPr dirty="0"/>
              <a:t> cp /</a:t>
            </a:r>
            <a:r>
              <a:rPr dirty="0" err="1"/>
              <a:t>etc</a:t>
            </a:r>
            <a:r>
              <a:rPr dirty="0"/>
              <a:t>/samba/</a:t>
            </a:r>
            <a:r>
              <a:rPr dirty="0" err="1"/>
              <a:t>smb.conf</a:t>
            </a:r>
            <a:r>
              <a:rPr dirty="0"/>
              <a:t> /</a:t>
            </a:r>
            <a:r>
              <a:rPr dirty="0" err="1"/>
              <a:t>etc</a:t>
            </a:r>
            <a:r>
              <a:rPr dirty="0"/>
              <a:t>/samba/</a:t>
            </a:r>
            <a:r>
              <a:rPr dirty="0" err="1"/>
              <a:t>smb.conf.bak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Синтаксис</a:t>
            </a:r>
            <a:r>
              <a:rPr dirty="0"/>
              <a:t> </a:t>
            </a:r>
            <a:r>
              <a:rPr dirty="0" err="1"/>
              <a:t>проверяют</a:t>
            </a:r>
            <a:r>
              <a:rPr dirty="0"/>
              <a:t> </a:t>
            </a:r>
            <a:r>
              <a:rPr dirty="0" err="1"/>
              <a:t>командой</a:t>
            </a:r>
            <a:r>
              <a:rPr dirty="0"/>
              <a:t> </a:t>
            </a:r>
            <a:r>
              <a:rPr dirty="0" err="1"/>
              <a:t>testparm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testparm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ошибку</a:t>
            </a:r>
            <a:r>
              <a:rPr dirty="0"/>
              <a:t>, </a:t>
            </a:r>
            <a:r>
              <a:rPr dirty="0" err="1"/>
              <a:t>службу</a:t>
            </a:r>
            <a:r>
              <a:rPr dirty="0"/>
              <a:t> </a:t>
            </a:r>
            <a:r>
              <a:rPr dirty="0" err="1"/>
              <a:t>перезапускать</a:t>
            </a:r>
            <a:r>
              <a:rPr dirty="0"/>
              <a:t> </a:t>
            </a:r>
            <a:r>
              <a:rPr dirty="0" err="1"/>
              <a:t>рано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Минимальная секция ресурса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Секция</a:t>
            </a:r>
            <a:r>
              <a:rPr dirty="0"/>
              <a:t> [share] </a:t>
            </a:r>
            <a:r>
              <a:rPr dirty="0" err="1"/>
              <a:t>задает</a:t>
            </a:r>
            <a:r>
              <a:rPr dirty="0"/>
              <a:t> </a:t>
            </a:r>
            <a:r>
              <a:rPr dirty="0" err="1"/>
              <a:t>имя</a:t>
            </a:r>
            <a:r>
              <a:rPr dirty="0"/>
              <a:t> </a:t>
            </a:r>
            <a:r>
              <a:rPr dirty="0" err="1"/>
              <a:t>сетевого</a:t>
            </a:r>
            <a:r>
              <a:rPr dirty="0"/>
              <a:t> </a:t>
            </a:r>
            <a:r>
              <a:rPr dirty="0" err="1"/>
              <a:t>ресурса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path = /</a:t>
            </a:r>
            <a:r>
              <a:rPr dirty="0" err="1"/>
              <a:t>srv</a:t>
            </a:r>
            <a:r>
              <a:rPr dirty="0"/>
              <a:t>/share </a:t>
            </a:r>
            <a:r>
              <a:rPr dirty="0" err="1"/>
              <a:t>указывает</a:t>
            </a:r>
            <a:r>
              <a:rPr dirty="0"/>
              <a:t> </a:t>
            </a:r>
            <a:r>
              <a:rPr dirty="0" err="1"/>
              <a:t>опубликованный</a:t>
            </a:r>
            <a:r>
              <a:rPr dirty="0"/>
              <a:t> </a:t>
            </a:r>
            <a:r>
              <a:rPr dirty="0" err="1"/>
              <a:t>каталог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read only = no </a:t>
            </a:r>
            <a:r>
              <a:rPr dirty="0" err="1"/>
              <a:t>разрешает</a:t>
            </a:r>
            <a:r>
              <a:rPr dirty="0"/>
              <a:t> </a:t>
            </a:r>
            <a:r>
              <a:rPr dirty="0" err="1"/>
              <a:t>запись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уровне</a:t>
            </a:r>
            <a:r>
              <a:rPr dirty="0"/>
              <a:t> Samba.</a:t>
            </a:r>
          </a:p>
          <a:p>
            <a:pPr indent="354013">
              <a:defRPr sz="3600"/>
            </a:pPr>
            <a:r>
              <a:rPr dirty="0"/>
              <a:t>browsable = yes </a:t>
            </a:r>
            <a:r>
              <a:rPr dirty="0" err="1"/>
              <a:t>позволяет</a:t>
            </a:r>
            <a:r>
              <a:rPr dirty="0"/>
              <a:t> </a:t>
            </a:r>
            <a:r>
              <a:rPr dirty="0" err="1"/>
              <a:t>видеть</a:t>
            </a:r>
            <a:r>
              <a:rPr dirty="0"/>
              <a:t> </a:t>
            </a:r>
            <a:r>
              <a:rPr dirty="0" err="1"/>
              <a:t>ресурс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просмотре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Запуск и проверка служб Samba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smbd</a:t>
            </a:r>
            <a:r>
              <a:rPr dirty="0"/>
              <a:t> </a:t>
            </a:r>
            <a:r>
              <a:rPr dirty="0" err="1"/>
              <a:t>обслуживает</a:t>
            </a:r>
            <a:r>
              <a:rPr dirty="0"/>
              <a:t> </a:t>
            </a:r>
            <a:r>
              <a:rPr dirty="0" err="1"/>
              <a:t>файловый</a:t>
            </a:r>
            <a:r>
              <a:rPr dirty="0"/>
              <a:t> </a:t>
            </a:r>
            <a:r>
              <a:rPr dirty="0" err="1"/>
              <a:t>доступ</a:t>
            </a:r>
            <a:r>
              <a:rPr dirty="0"/>
              <a:t> SMB.</a:t>
            </a:r>
          </a:p>
          <a:p>
            <a:pPr indent="354013">
              <a:defRPr sz="3600"/>
            </a:pPr>
            <a:r>
              <a:rPr dirty="0" err="1"/>
              <a:t>nmbd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использоваться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NetBIOS-</a:t>
            </a:r>
            <a:r>
              <a:rPr dirty="0" err="1"/>
              <a:t>имен</a:t>
            </a:r>
            <a:r>
              <a:rPr dirty="0"/>
              <a:t> в </a:t>
            </a:r>
            <a:r>
              <a:rPr dirty="0" err="1"/>
              <a:t>старых</a:t>
            </a:r>
            <a:r>
              <a:rPr dirty="0"/>
              <a:t> </a:t>
            </a:r>
            <a:r>
              <a:rPr dirty="0" err="1"/>
              <a:t>сценариях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</a:t>
            </a:r>
            <a:r>
              <a:rPr dirty="0" err="1"/>
              <a:t>состояния</a:t>
            </a:r>
            <a:r>
              <a:rPr dirty="0"/>
              <a:t>: </a:t>
            </a:r>
            <a:r>
              <a:rPr dirty="0" err="1"/>
              <a:t>systemctl</a:t>
            </a:r>
            <a:r>
              <a:rPr dirty="0"/>
              <a:t> status </a:t>
            </a:r>
            <a:r>
              <a:rPr dirty="0" err="1"/>
              <a:t>smbd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изменения</a:t>
            </a:r>
            <a:r>
              <a:rPr dirty="0"/>
              <a:t> </a:t>
            </a:r>
            <a:r>
              <a:rPr dirty="0" err="1"/>
              <a:t>конфигурации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 </a:t>
            </a: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systemctl</a:t>
            </a:r>
            <a:r>
              <a:rPr dirty="0"/>
              <a:t> restart </a:t>
            </a:r>
            <a:r>
              <a:rPr dirty="0" err="1"/>
              <a:t>smbd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ресурса с Linux-клиента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smbclient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, </a:t>
            </a:r>
            <a:r>
              <a:rPr dirty="0" err="1"/>
              <a:t>видит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клиент</a:t>
            </a:r>
            <a:r>
              <a:rPr dirty="0"/>
              <a:t> </a:t>
            </a:r>
            <a:r>
              <a:rPr dirty="0" err="1"/>
              <a:t>ресурс</a:t>
            </a:r>
            <a:r>
              <a:rPr dirty="0"/>
              <a:t> Samba.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dirty="0" err="1"/>
              <a:t>smbclient</a:t>
            </a:r>
            <a:r>
              <a:rPr dirty="0"/>
              <a:t> -L //file01 -U </a:t>
            </a:r>
            <a:r>
              <a:rPr dirty="0" err="1"/>
              <a:t>ivanov</a:t>
            </a:r>
            <a:r>
              <a:rPr dirty="0"/>
              <a:t> </a:t>
            </a:r>
            <a:r>
              <a:rPr dirty="0" err="1"/>
              <a:t>выводит</a:t>
            </a:r>
            <a:r>
              <a:rPr dirty="0"/>
              <a:t> </a:t>
            </a:r>
            <a:r>
              <a:rPr dirty="0" err="1"/>
              <a:t>список</a:t>
            </a:r>
            <a:r>
              <a:rPr dirty="0"/>
              <a:t> </a:t>
            </a:r>
            <a:r>
              <a:rPr dirty="0" err="1"/>
              <a:t>ресурсов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подключения</a:t>
            </a:r>
            <a:r>
              <a:rPr dirty="0"/>
              <a:t>: </a:t>
            </a:r>
            <a:r>
              <a:rPr dirty="0" err="1"/>
              <a:t>smbclient</a:t>
            </a:r>
            <a:r>
              <a:rPr dirty="0"/>
              <a:t> //file01/share -U </a:t>
            </a:r>
            <a:r>
              <a:rPr dirty="0" err="1"/>
              <a:t>ivanov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список</a:t>
            </a:r>
            <a:r>
              <a:rPr dirty="0"/>
              <a:t> </a:t>
            </a:r>
            <a:r>
              <a:rPr dirty="0" err="1"/>
              <a:t>ресурсов</a:t>
            </a:r>
            <a:r>
              <a:rPr dirty="0"/>
              <a:t> </a:t>
            </a:r>
            <a:r>
              <a:rPr dirty="0" err="1"/>
              <a:t>виден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запись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, </a:t>
            </a:r>
            <a:r>
              <a:rPr dirty="0" err="1"/>
              <a:t>проверяют</a:t>
            </a:r>
            <a:r>
              <a:rPr dirty="0"/>
              <a:t> Linux-</a:t>
            </a:r>
            <a:r>
              <a:rPr dirty="0" err="1"/>
              <a:t>права</a:t>
            </a:r>
            <a:r>
              <a:rPr dirty="0"/>
              <a:t> </a:t>
            </a:r>
            <a:r>
              <a:rPr dirty="0" err="1"/>
              <a:t>каталога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ресурса с Windows-клиента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В Windows </a:t>
            </a:r>
            <a:r>
              <a:rPr dirty="0" err="1"/>
              <a:t>ресурс</a:t>
            </a:r>
            <a:r>
              <a:rPr dirty="0"/>
              <a:t> </a:t>
            </a:r>
            <a:r>
              <a:rPr dirty="0" err="1"/>
              <a:t>открывают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UNC-</a:t>
            </a:r>
            <a:r>
              <a:rPr dirty="0" err="1"/>
              <a:t>пути</a:t>
            </a:r>
            <a:r>
              <a:rPr dirty="0"/>
              <a:t> </a:t>
            </a:r>
            <a:r>
              <a:rPr dirty="0" err="1"/>
              <a:t>вида</a:t>
            </a:r>
            <a:r>
              <a:rPr dirty="0"/>
              <a:t> \\file01\share.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имя</a:t>
            </a:r>
            <a:r>
              <a:rPr dirty="0"/>
              <a:t> file01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разрешается</a:t>
            </a:r>
            <a:r>
              <a:rPr dirty="0"/>
              <a:t>, </a:t>
            </a:r>
            <a:r>
              <a:rPr dirty="0" err="1"/>
              <a:t>временно</a:t>
            </a:r>
            <a:r>
              <a:rPr dirty="0"/>
              <a:t> </a:t>
            </a:r>
            <a:r>
              <a:rPr dirty="0" err="1"/>
              <a:t>проверяют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IP-</a:t>
            </a:r>
            <a:r>
              <a:rPr dirty="0" err="1"/>
              <a:t>адресу</a:t>
            </a:r>
            <a:r>
              <a:rPr dirty="0"/>
              <a:t>: \\192.168.10.20\share.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IP </a:t>
            </a:r>
            <a:r>
              <a:rPr dirty="0" err="1"/>
              <a:t>работает</a:t>
            </a:r>
            <a:r>
              <a:rPr dirty="0"/>
              <a:t>, а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имени</a:t>
            </a:r>
            <a:r>
              <a:rPr dirty="0"/>
              <a:t> </a:t>
            </a:r>
            <a:r>
              <a:rPr dirty="0" err="1"/>
              <a:t>нет</a:t>
            </a:r>
            <a:r>
              <a:rPr dirty="0"/>
              <a:t>, </a:t>
            </a:r>
            <a:r>
              <a:rPr dirty="0" err="1"/>
              <a:t>проблема</a:t>
            </a:r>
            <a:r>
              <a:rPr dirty="0"/>
              <a:t> </a:t>
            </a:r>
            <a:r>
              <a:rPr dirty="0" err="1"/>
              <a:t>относится</a:t>
            </a:r>
            <a:r>
              <a:rPr dirty="0"/>
              <a:t> к DNS </a:t>
            </a:r>
            <a:r>
              <a:rPr dirty="0" err="1"/>
              <a:t>или</a:t>
            </a:r>
            <a:r>
              <a:rPr dirty="0"/>
              <a:t> NetBIOS-</a:t>
            </a:r>
            <a:r>
              <a:rPr dirty="0" err="1"/>
              <a:t>имени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 и </a:t>
            </a:r>
            <a:r>
              <a:rPr dirty="0" err="1"/>
              <a:t>по</a:t>
            </a:r>
            <a:r>
              <a:rPr dirty="0"/>
              <a:t> IP, </a:t>
            </a:r>
            <a:r>
              <a:rPr dirty="0" err="1"/>
              <a:t>проверяют</a:t>
            </a:r>
            <a:r>
              <a:rPr dirty="0"/>
              <a:t> Samba, firewall, </a:t>
            </a:r>
            <a:r>
              <a:rPr dirty="0" err="1"/>
              <a:t>порт</a:t>
            </a:r>
            <a:r>
              <a:rPr dirty="0"/>
              <a:t> 445 и </a:t>
            </a:r>
            <a:r>
              <a:rPr dirty="0" err="1"/>
              <a:t>учетные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7. Гостевой и авторизованный доступ в Samba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Гостевой</a:t>
            </a:r>
            <a:r>
              <a:rPr dirty="0"/>
              <a:t> </a:t>
            </a:r>
            <a:r>
              <a:rPr dirty="0" err="1"/>
              <a:t>доступ</a:t>
            </a:r>
            <a:r>
              <a:rPr dirty="0"/>
              <a:t> </a:t>
            </a:r>
            <a:r>
              <a:rPr dirty="0" err="1"/>
              <a:t>позволяет</a:t>
            </a:r>
            <a:r>
              <a:rPr dirty="0"/>
              <a:t> </a:t>
            </a:r>
            <a:r>
              <a:rPr dirty="0" err="1"/>
              <a:t>подключаться</a:t>
            </a:r>
            <a:r>
              <a:rPr dirty="0"/>
              <a:t> к </a:t>
            </a:r>
            <a:r>
              <a:rPr dirty="0" err="1"/>
              <a:t>ресурсу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персональной</a:t>
            </a:r>
            <a:r>
              <a:rPr dirty="0"/>
              <a:t> </a:t>
            </a:r>
            <a:r>
              <a:rPr dirty="0" err="1"/>
              <a:t>учетной</a:t>
            </a:r>
            <a:r>
              <a:rPr dirty="0"/>
              <a:t> </a:t>
            </a:r>
            <a:r>
              <a:rPr dirty="0" err="1"/>
              <a:t>записи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Авторизованный</a:t>
            </a:r>
            <a:r>
              <a:rPr dirty="0"/>
              <a:t> </a:t>
            </a:r>
            <a:r>
              <a:rPr dirty="0" err="1"/>
              <a:t>доступ</a:t>
            </a:r>
            <a:r>
              <a:rPr dirty="0"/>
              <a:t> </a:t>
            </a:r>
            <a:r>
              <a:rPr dirty="0" err="1"/>
              <a:t>требует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 и </a:t>
            </a:r>
            <a:r>
              <a:rPr dirty="0" err="1"/>
              <a:t>пароль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учебного</a:t>
            </a:r>
            <a:r>
              <a:rPr dirty="0"/>
              <a:t> </a:t>
            </a:r>
            <a:r>
              <a:rPr dirty="0" err="1"/>
              <a:t>обменного</a:t>
            </a:r>
            <a:r>
              <a:rPr dirty="0"/>
              <a:t> </a:t>
            </a:r>
            <a:r>
              <a:rPr dirty="0" err="1"/>
              <a:t>каталога</a:t>
            </a:r>
            <a:r>
              <a:rPr dirty="0"/>
              <a:t> </a:t>
            </a:r>
            <a:r>
              <a:rPr dirty="0" err="1"/>
              <a:t>гостевой</a:t>
            </a:r>
            <a:r>
              <a:rPr dirty="0"/>
              <a:t> </a:t>
            </a:r>
            <a:r>
              <a:rPr dirty="0" err="1"/>
              <a:t>доступ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допустим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документов</a:t>
            </a:r>
            <a:r>
              <a:rPr dirty="0"/>
              <a:t> </a:t>
            </a:r>
            <a:r>
              <a:rPr dirty="0" err="1"/>
              <a:t>отдела</a:t>
            </a:r>
            <a:r>
              <a:rPr dirty="0"/>
              <a:t> </a:t>
            </a: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опасен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выбирать</a:t>
            </a:r>
            <a:r>
              <a:rPr dirty="0"/>
              <a:t> </a:t>
            </a:r>
            <a:r>
              <a:rPr dirty="0" err="1"/>
              <a:t>режим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ценности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и </a:t>
            </a:r>
            <a:r>
              <a:rPr dirty="0" err="1"/>
              <a:t>требованиям</a:t>
            </a:r>
            <a:r>
              <a:rPr dirty="0"/>
              <a:t> </a:t>
            </a:r>
            <a:r>
              <a:rPr dirty="0" err="1"/>
              <a:t>учета</a:t>
            </a:r>
            <a:r>
              <a:rPr dirty="0"/>
              <a:t> </a:t>
            </a:r>
            <a:r>
              <a:rPr dirty="0" err="1"/>
              <a:t>действий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Гостевой ресурс: где он уместен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4429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временного</a:t>
            </a:r>
            <a:r>
              <a:rPr dirty="0"/>
              <a:t> </a:t>
            </a:r>
            <a:r>
              <a:rPr dirty="0" err="1"/>
              <a:t>обмена</a:t>
            </a:r>
            <a:r>
              <a:rPr dirty="0"/>
              <a:t> </a:t>
            </a:r>
            <a:r>
              <a:rPr dirty="0" err="1"/>
              <a:t>файлами</a:t>
            </a:r>
            <a:r>
              <a:rPr dirty="0"/>
              <a:t> в </a:t>
            </a:r>
            <a:r>
              <a:rPr dirty="0" err="1"/>
              <a:t>изолированной</a:t>
            </a:r>
            <a:r>
              <a:rPr dirty="0"/>
              <a:t> </a:t>
            </a:r>
            <a:r>
              <a:rPr dirty="0" err="1"/>
              <a:t>лабораторной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.</a:t>
            </a:r>
          </a:p>
          <a:p>
            <a:pPr indent="4429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публичных</a:t>
            </a:r>
            <a:r>
              <a:rPr dirty="0"/>
              <a:t> </a:t>
            </a:r>
            <a:r>
              <a:rPr dirty="0" err="1"/>
              <a:t>файлов</a:t>
            </a:r>
            <a:r>
              <a:rPr dirty="0"/>
              <a:t>, </a:t>
            </a:r>
            <a:r>
              <a:rPr dirty="0" err="1"/>
              <a:t>где</a:t>
            </a:r>
            <a:r>
              <a:rPr dirty="0"/>
              <a:t> </a:t>
            </a:r>
            <a:r>
              <a:rPr dirty="0" err="1"/>
              <a:t>запись</a:t>
            </a:r>
            <a:r>
              <a:rPr dirty="0"/>
              <a:t> </a:t>
            </a:r>
            <a:r>
              <a:rPr dirty="0" err="1"/>
              <a:t>запрещена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строго</a:t>
            </a:r>
            <a:r>
              <a:rPr dirty="0"/>
              <a:t> </a:t>
            </a:r>
            <a:r>
              <a:rPr dirty="0" err="1"/>
              <a:t>контролируется</a:t>
            </a:r>
            <a:r>
              <a:rPr dirty="0"/>
              <a:t>.</a:t>
            </a:r>
          </a:p>
          <a:p>
            <a:pPr indent="4429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демонстрации</a:t>
            </a:r>
            <a:r>
              <a:rPr dirty="0"/>
              <a:t> </a:t>
            </a:r>
            <a:r>
              <a:rPr dirty="0" err="1"/>
              <a:t>механизма</a:t>
            </a:r>
            <a:r>
              <a:rPr dirty="0"/>
              <a:t> Samba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настройки</a:t>
            </a:r>
            <a:r>
              <a:rPr dirty="0"/>
              <a:t> </a:t>
            </a:r>
            <a:r>
              <a:rPr dirty="0" err="1"/>
              <a:t>пользователей</a:t>
            </a:r>
            <a:r>
              <a:rPr dirty="0"/>
              <a:t>.</a:t>
            </a:r>
          </a:p>
          <a:p>
            <a:pPr indent="442913">
              <a:defRPr sz="3600"/>
            </a:pP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подходит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персональных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, </a:t>
            </a:r>
            <a:r>
              <a:rPr dirty="0" err="1"/>
              <a:t>документов</a:t>
            </a:r>
            <a:r>
              <a:rPr dirty="0"/>
              <a:t> </a:t>
            </a:r>
            <a:r>
              <a:rPr dirty="0" err="1"/>
              <a:t>предприятия</a:t>
            </a:r>
            <a:r>
              <a:rPr dirty="0"/>
              <a:t> и </a:t>
            </a:r>
            <a:r>
              <a:rPr dirty="0" err="1"/>
              <a:t>конфиденциальных</a:t>
            </a:r>
            <a:r>
              <a:rPr dirty="0"/>
              <a:t> </a:t>
            </a:r>
            <a:r>
              <a:rPr dirty="0" err="1"/>
              <a:t>материалов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 параметров гостевого доступа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guest ok = yes </a:t>
            </a:r>
            <a:r>
              <a:rPr dirty="0" err="1"/>
              <a:t>разрешает</a:t>
            </a:r>
            <a:r>
              <a:rPr dirty="0"/>
              <a:t> </a:t>
            </a:r>
            <a:r>
              <a:rPr dirty="0" err="1"/>
              <a:t>гостевое</a:t>
            </a:r>
            <a:r>
              <a:rPr dirty="0"/>
              <a:t> </a:t>
            </a:r>
            <a:r>
              <a:rPr dirty="0" err="1"/>
              <a:t>подключение</a:t>
            </a:r>
            <a:r>
              <a:rPr dirty="0"/>
              <a:t> к </a:t>
            </a:r>
            <a:r>
              <a:rPr dirty="0" err="1"/>
              <a:t>ресурсу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read only = yes </a:t>
            </a:r>
            <a:r>
              <a:rPr dirty="0" err="1"/>
              <a:t>делает</a:t>
            </a:r>
            <a:r>
              <a:rPr dirty="0"/>
              <a:t> </a:t>
            </a:r>
            <a:r>
              <a:rPr dirty="0" err="1"/>
              <a:t>ресурс</a:t>
            </a:r>
            <a:r>
              <a:rPr dirty="0"/>
              <a:t> </a:t>
            </a:r>
            <a:r>
              <a:rPr dirty="0" err="1"/>
              <a:t>доступным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чтения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writeable = yes </a:t>
            </a:r>
            <a:r>
              <a:rPr dirty="0" err="1"/>
              <a:t>вместе</a:t>
            </a:r>
            <a:r>
              <a:rPr dirty="0"/>
              <a:t> с </a:t>
            </a:r>
            <a:r>
              <a:rPr dirty="0" err="1"/>
              <a:t>гостевым</a:t>
            </a:r>
            <a:r>
              <a:rPr dirty="0"/>
              <a:t> </a:t>
            </a:r>
            <a:r>
              <a:rPr dirty="0" err="1"/>
              <a:t>доступом</a:t>
            </a:r>
            <a:r>
              <a:rPr dirty="0"/>
              <a:t> </a:t>
            </a:r>
            <a:r>
              <a:rPr dirty="0" err="1"/>
              <a:t>требует</a:t>
            </a:r>
            <a:r>
              <a:rPr dirty="0"/>
              <a:t> </a:t>
            </a:r>
            <a:r>
              <a:rPr dirty="0" err="1"/>
              <a:t>особенно</a:t>
            </a:r>
            <a:r>
              <a:rPr dirty="0"/>
              <a:t> </a:t>
            </a:r>
            <a:r>
              <a:rPr dirty="0" err="1"/>
              <a:t>осторожной</a:t>
            </a:r>
            <a:r>
              <a:rPr dirty="0"/>
              <a:t> </a:t>
            </a:r>
            <a:r>
              <a:rPr dirty="0" err="1"/>
              <a:t>оценки</a:t>
            </a:r>
            <a:r>
              <a:rPr dirty="0"/>
              <a:t> </a:t>
            </a:r>
            <a:r>
              <a:rPr dirty="0" err="1"/>
              <a:t>риска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Даже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guest ok Linux-</a:t>
            </a:r>
            <a:r>
              <a:rPr dirty="0" err="1"/>
              <a:t>права</a:t>
            </a:r>
            <a:r>
              <a:rPr dirty="0"/>
              <a:t> </a:t>
            </a:r>
            <a:r>
              <a:rPr dirty="0" err="1"/>
              <a:t>каталога</a:t>
            </a:r>
            <a:r>
              <a:rPr dirty="0"/>
              <a:t> </a:t>
            </a:r>
            <a:r>
              <a:rPr dirty="0" err="1"/>
              <a:t>должны</a:t>
            </a:r>
            <a:r>
              <a:rPr dirty="0"/>
              <a:t> </a:t>
            </a:r>
            <a:r>
              <a:rPr dirty="0" err="1"/>
              <a:t>позволять</a:t>
            </a:r>
            <a:r>
              <a:rPr dirty="0"/>
              <a:t> </a:t>
            </a:r>
            <a:r>
              <a:rPr dirty="0" err="1"/>
              <a:t>нужное</a:t>
            </a:r>
            <a:r>
              <a:rPr dirty="0"/>
              <a:t> </a:t>
            </a:r>
            <a:r>
              <a:rPr dirty="0" err="1"/>
              <a:t>действие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Авторизованный доступ и Samba-пользователь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Пользователь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существовать</a:t>
            </a:r>
            <a:r>
              <a:rPr dirty="0"/>
              <a:t> в Linux и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добавлен</a:t>
            </a:r>
            <a:r>
              <a:rPr dirty="0"/>
              <a:t> в </a:t>
            </a:r>
            <a:r>
              <a:rPr dirty="0" err="1"/>
              <a:t>базу</a:t>
            </a:r>
            <a:r>
              <a:rPr dirty="0"/>
              <a:t> Samba.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useradd</a:t>
            </a:r>
            <a:r>
              <a:rPr dirty="0"/>
              <a:t> -m -s /bin/bash </a:t>
            </a:r>
            <a:r>
              <a:rPr dirty="0" err="1"/>
              <a:t>ivanov</a:t>
            </a:r>
            <a:r>
              <a:rPr dirty="0"/>
              <a:t> </a:t>
            </a:r>
            <a:r>
              <a:rPr dirty="0" err="1"/>
              <a:t>создает</a:t>
            </a:r>
            <a:r>
              <a:rPr dirty="0"/>
              <a:t> Linux-</a:t>
            </a:r>
            <a:r>
              <a:rPr dirty="0" err="1"/>
              <a:t>пользователя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smbpasswd</a:t>
            </a:r>
            <a:r>
              <a:rPr dirty="0"/>
              <a:t> -a </a:t>
            </a:r>
            <a:r>
              <a:rPr dirty="0" err="1"/>
              <a:t>ivanov</a:t>
            </a:r>
            <a:r>
              <a:rPr dirty="0"/>
              <a:t> </a:t>
            </a:r>
            <a:r>
              <a:rPr dirty="0" err="1"/>
              <a:t>задает</a:t>
            </a:r>
            <a:r>
              <a:rPr dirty="0"/>
              <a:t> </a:t>
            </a:r>
            <a:r>
              <a:rPr dirty="0" err="1"/>
              <a:t>пароль</a:t>
            </a:r>
            <a:r>
              <a:rPr dirty="0"/>
              <a:t> Samba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этого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этого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 </a:t>
            </a:r>
            <a:r>
              <a:rPr dirty="0" err="1"/>
              <a:t>добавляют</a:t>
            </a:r>
            <a:r>
              <a:rPr dirty="0"/>
              <a:t> в </a:t>
            </a:r>
            <a:r>
              <a:rPr dirty="0" err="1"/>
              <a:t>нужную</a:t>
            </a:r>
            <a:r>
              <a:rPr dirty="0"/>
              <a:t> </a:t>
            </a:r>
            <a:r>
              <a:rPr dirty="0" err="1"/>
              <a:t>группу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, </a:t>
            </a:r>
            <a:r>
              <a:rPr dirty="0" err="1"/>
              <a:t>например</a:t>
            </a:r>
            <a:r>
              <a:rPr dirty="0"/>
              <a:t> office.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Параметр valid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442913">
              <a:defRPr sz="3600"/>
            </a:pPr>
            <a:r>
              <a:rPr dirty="0"/>
              <a:t>valid users </a:t>
            </a:r>
            <a:r>
              <a:rPr dirty="0" err="1"/>
              <a:t>ограничивает</a:t>
            </a:r>
            <a:r>
              <a:rPr dirty="0"/>
              <a:t> </a:t>
            </a:r>
            <a:r>
              <a:rPr dirty="0" err="1"/>
              <a:t>список</a:t>
            </a:r>
            <a:r>
              <a:rPr dirty="0"/>
              <a:t> </a:t>
            </a:r>
            <a:r>
              <a:rPr dirty="0" err="1"/>
              <a:t>пользователей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групп</a:t>
            </a:r>
            <a:r>
              <a:rPr dirty="0"/>
              <a:t>, </a:t>
            </a:r>
            <a:r>
              <a:rPr dirty="0" err="1"/>
              <a:t>которым</a:t>
            </a:r>
            <a:r>
              <a:rPr dirty="0"/>
              <a:t> </a:t>
            </a:r>
            <a:r>
              <a:rPr dirty="0" err="1"/>
              <a:t>разрешен</a:t>
            </a:r>
            <a:r>
              <a:rPr dirty="0"/>
              <a:t> </a:t>
            </a:r>
            <a:r>
              <a:rPr dirty="0" err="1"/>
              <a:t>вход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ресурс</a:t>
            </a:r>
            <a:r>
              <a:rPr dirty="0"/>
              <a:t>.</a:t>
            </a:r>
          </a:p>
          <a:p>
            <a:pPr indent="442913">
              <a:defRPr sz="3600"/>
            </a:pPr>
            <a:r>
              <a:rPr dirty="0" err="1"/>
              <a:t>Пример</a:t>
            </a:r>
            <a:r>
              <a:rPr dirty="0"/>
              <a:t>: valid users = @office </a:t>
            </a:r>
            <a:r>
              <a:rPr dirty="0" err="1"/>
              <a:t>разрешает</a:t>
            </a:r>
            <a:r>
              <a:rPr dirty="0"/>
              <a:t> </a:t>
            </a:r>
            <a:r>
              <a:rPr dirty="0" err="1"/>
              <a:t>доступ</a:t>
            </a:r>
            <a:r>
              <a:rPr dirty="0"/>
              <a:t> </a:t>
            </a:r>
            <a:r>
              <a:rPr dirty="0" err="1"/>
              <a:t>членам</a:t>
            </a:r>
            <a:r>
              <a:rPr dirty="0"/>
              <a:t> </a:t>
            </a:r>
            <a:r>
              <a:rPr dirty="0" err="1"/>
              <a:t>группы</a:t>
            </a:r>
            <a:r>
              <a:rPr dirty="0"/>
              <a:t> office.</a:t>
            </a:r>
          </a:p>
          <a:p>
            <a:pPr indent="442913">
              <a:defRPr sz="3600"/>
            </a:pPr>
            <a:r>
              <a:rPr dirty="0" err="1"/>
              <a:t>Этот</a:t>
            </a:r>
            <a:r>
              <a:rPr dirty="0"/>
              <a:t> </a:t>
            </a:r>
            <a:r>
              <a:rPr dirty="0" err="1"/>
              <a:t>параметр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заменяет</a:t>
            </a:r>
            <a:r>
              <a:rPr dirty="0"/>
              <a:t> Linux-</a:t>
            </a:r>
            <a:r>
              <a:rPr dirty="0" err="1"/>
              <a:t>права</a:t>
            </a:r>
            <a:r>
              <a:rPr dirty="0"/>
              <a:t>, а </a:t>
            </a:r>
            <a:r>
              <a:rPr dirty="0" err="1"/>
              <a:t>дополняет</a:t>
            </a:r>
            <a:r>
              <a:rPr dirty="0"/>
              <a:t> </a:t>
            </a:r>
            <a:r>
              <a:rPr dirty="0" err="1"/>
              <a:t>их</a:t>
            </a:r>
            <a:r>
              <a:rPr dirty="0"/>
              <a:t>.</a:t>
            </a:r>
          </a:p>
          <a:p>
            <a:pPr indent="4429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пользователь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входит</a:t>
            </a:r>
            <a:r>
              <a:rPr dirty="0"/>
              <a:t> в </a:t>
            </a:r>
            <a:r>
              <a:rPr dirty="0" err="1"/>
              <a:t>группу</a:t>
            </a:r>
            <a:r>
              <a:rPr dirty="0"/>
              <a:t> office, Samba </a:t>
            </a:r>
            <a:r>
              <a:rPr dirty="0" err="1"/>
              <a:t>откажет</a:t>
            </a:r>
            <a:r>
              <a:rPr dirty="0"/>
              <a:t> </a:t>
            </a:r>
            <a:r>
              <a:rPr dirty="0" err="1"/>
              <a:t>даже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правильном</a:t>
            </a:r>
            <a:r>
              <a:rPr dirty="0"/>
              <a:t> </a:t>
            </a:r>
            <a:r>
              <a:rPr dirty="0" err="1"/>
              <a:t>пароле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Типовые ошибки авторизованного доступа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Linux-</a:t>
            </a:r>
            <a:r>
              <a:rPr dirty="0" err="1"/>
              <a:t>пользователь</a:t>
            </a:r>
            <a:r>
              <a:rPr dirty="0"/>
              <a:t> </a:t>
            </a:r>
            <a:r>
              <a:rPr dirty="0" err="1"/>
              <a:t>создан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smbpasswd</a:t>
            </a:r>
            <a:r>
              <a:rPr dirty="0"/>
              <a:t> -a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него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выполнен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Пароль</a:t>
            </a:r>
            <a:r>
              <a:rPr dirty="0"/>
              <a:t> </a:t>
            </a:r>
            <a:r>
              <a:rPr dirty="0" err="1"/>
              <a:t>введен</a:t>
            </a:r>
            <a:r>
              <a:rPr dirty="0"/>
              <a:t> </a:t>
            </a:r>
            <a:r>
              <a:rPr dirty="0" err="1"/>
              <a:t>правильно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пользователь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входит</a:t>
            </a:r>
            <a:r>
              <a:rPr dirty="0"/>
              <a:t> в </a:t>
            </a:r>
            <a:r>
              <a:rPr dirty="0" err="1"/>
              <a:t>группу</a:t>
            </a:r>
            <a:r>
              <a:rPr dirty="0"/>
              <a:t> </a:t>
            </a:r>
            <a:r>
              <a:rPr dirty="0" err="1"/>
              <a:t>ресурса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valid users </a:t>
            </a:r>
            <a:r>
              <a:rPr dirty="0" err="1"/>
              <a:t>настроен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группу</a:t>
            </a:r>
            <a:r>
              <a:rPr dirty="0"/>
              <a:t>, </a:t>
            </a:r>
            <a:r>
              <a:rPr dirty="0" err="1"/>
              <a:t>которой</a:t>
            </a:r>
            <a:r>
              <a:rPr dirty="0"/>
              <a:t> </a:t>
            </a:r>
            <a:r>
              <a:rPr dirty="0" err="1"/>
              <a:t>нет</a:t>
            </a:r>
            <a:r>
              <a:rPr dirty="0"/>
              <a:t> в </a:t>
            </a:r>
            <a:r>
              <a:rPr dirty="0" err="1"/>
              <a:t>системе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Windows </a:t>
            </a:r>
            <a:r>
              <a:rPr dirty="0" err="1"/>
              <a:t>использует</a:t>
            </a:r>
            <a:r>
              <a:rPr dirty="0"/>
              <a:t> </a:t>
            </a:r>
            <a:r>
              <a:rPr dirty="0" err="1"/>
              <a:t>старые</a:t>
            </a:r>
            <a:r>
              <a:rPr dirty="0"/>
              <a:t> </a:t>
            </a:r>
            <a:r>
              <a:rPr dirty="0" err="1"/>
              <a:t>сохраненные</a:t>
            </a:r>
            <a:r>
              <a:rPr dirty="0"/>
              <a:t> </a:t>
            </a:r>
            <a:r>
              <a:rPr dirty="0" err="1"/>
              <a:t>учетные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, и </a:t>
            </a:r>
            <a:r>
              <a:rPr dirty="0" err="1"/>
              <a:t>подключение</a:t>
            </a:r>
            <a:r>
              <a:rPr dirty="0"/>
              <a:t> </a:t>
            </a:r>
            <a:r>
              <a:rPr dirty="0" err="1"/>
              <a:t>идет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тем</a:t>
            </a:r>
            <a:r>
              <a:rPr dirty="0"/>
              <a:t> </a:t>
            </a:r>
            <a:r>
              <a:rPr dirty="0" err="1"/>
              <a:t>пользователем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86443" y="182880"/>
            <a:ext cx="8588633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8. Backup-</a:t>
            </a:r>
            <a:r>
              <a:rPr dirty="0" err="1"/>
              <a:t>скрипт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Bash, </a:t>
            </a:r>
            <a:endParaRPr lang="ru-RU" dirty="0"/>
          </a:p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запуск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cron</a:t>
            </a:r>
            <a:r>
              <a:rPr dirty="0"/>
              <a:t> и </a:t>
            </a:r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резервной</a:t>
            </a:r>
            <a:r>
              <a:rPr dirty="0"/>
              <a:t> </a:t>
            </a:r>
            <a:r>
              <a:rPr dirty="0" err="1"/>
              <a:t>копии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199" y="1260098"/>
            <a:ext cx="11312013" cy="4866382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indent="354013">
              <a:defRPr sz="3600"/>
            </a:pPr>
            <a:r>
              <a:rPr dirty="0"/>
              <a:t>Backup - </a:t>
            </a:r>
            <a:r>
              <a:rPr dirty="0" err="1"/>
              <a:t>резервная</a:t>
            </a:r>
            <a:r>
              <a:rPr dirty="0"/>
              <a:t> </a:t>
            </a:r>
            <a:r>
              <a:rPr dirty="0" err="1"/>
              <a:t>копия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, </a:t>
            </a:r>
            <a:r>
              <a:rPr dirty="0" err="1"/>
              <a:t>созданная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восстановления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удаления</a:t>
            </a:r>
            <a:r>
              <a:rPr dirty="0"/>
              <a:t>, </a:t>
            </a:r>
            <a:r>
              <a:rPr dirty="0" err="1"/>
              <a:t>повреждения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аварии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файлового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 backup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охватывать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файлы</a:t>
            </a:r>
            <a:r>
              <a:rPr dirty="0"/>
              <a:t> </a:t>
            </a:r>
            <a:r>
              <a:rPr dirty="0" err="1"/>
              <a:t>пользователей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и </a:t>
            </a:r>
            <a:r>
              <a:rPr dirty="0" err="1"/>
              <a:t>конфигурацию</a:t>
            </a:r>
            <a:r>
              <a:rPr dirty="0"/>
              <a:t> Samba.</a:t>
            </a:r>
          </a:p>
          <a:p>
            <a:pPr indent="354013">
              <a:defRPr sz="3600"/>
            </a:pPr>
            <a:r>
              <a:rPr dirty="0" err="1"/>
              <a:t>Скрипт</a:t>
            </a:r>
            <a:r>
              <a:rPr dirty="0"/>
              <a:t> </a:t>
            </a:r>
            <a:r>
              <a:rPr dirty="0" err="1"/>
              <a:t>автоматизирует</a:t>
            </a:r>
            <a:r>
              <a:rPr dirty="0"/>
              <a:t> </a:t>
            </a:r>
            <a:r>
              <a:rPr dirty="0" err="1"/>
              <a:t>повторяющуюся</a:t>
            </a:r>
            <a:r>
              <a:rPr dirty="0"/>
              <a:t> </a:t>
            </a:r>
            <a:r>
              <a:rPr dirty="0" err="1"/>
              <a:t>операцию</a:t>
            </a:r>
            <a:r>
              <a:rPr dirty="0"/>
              <a:t>, </a:t>
            </a:r>
            <a:r>
              <a:rPr dirty="0" err="1"/>
              <a:t>чтобы</a:t>
            </a:r>
            <a:r>
              <a:rPr dirty="0"/>
              <a:t> </a:t>
            </a: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делал</a:t>
            </a:r>
            <a:r>
              <a:rPr dirty="0"/>
              <a:t> </a:t>
            </a:r>
            <a:r>
              <a:rPr dirty="0" err="1"/>
              <a:t>ее</a:t>
            </a:r>
            <a:r>
              <a:rPr dirty="0"/>
              <a:t> </a:t>
            </a:r>
            <a:r>
              <a:rPr dirty="0" err="1"/>
              <a:t>вручную</a:t>
            </a:r>
            <a:r>
              <a:rPr dirty="0"/>
              <a:t> </a:t>
            </a:r>
            <a:r>
              <a:rPr dirty="0" err="1"/>
              <a:t>каждый</a:t>
            </a:r>
            <a:r>
              <a:rPr dirty="0"/>
              <a:t> </a:t>
            </a:r>
            <a:r>
              <a:rPr dirty="0" err="1"/>
              <a:t>день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автоматический</a:t>
            </a:r>
            <a:r>
              <a:rPr dirty="0"/>
              <a:t> backup </a:t>
            </a:r>
            <a:r>
              <a:rPr dirty="0" err="1"/>
              <a:t>бесполезен</a:t>
            </a:r>
            <a:r>
              <a:rPr dirty="0"/>
              <a:t>,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его</a:t>
            </a:r>
            <a:r>
              <a:rPr dirty="0"/>
              <a:t> </a:t>
            </a:r>
            <a:r>
              <a:rPr dirty="0" err="1"/>
              <a:t>никогда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проверяли</a:t>
            </a:r>
            <a:r>
              <a:rPr dirty="0"/>
              <a:t> </a:t>
            </a:r>
            <a:r>
              <a:rPr dirty="0" err="1"/>
              <a:t>восстановлением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Что должен делать простой backup-скрипт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Создавать</a:t>
            </a:r>
            <a:r>
              <a:rPr dirty="0"/>
              <a:t> </a:t>
            </a:r>
            <a:r>
              <a:rPr dirty="0" err="1"/>
              <a:t>каталог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резервных</a:t>
            </a:r>
            <a:r>
              <a:rPr dirty="0"/>
              <a:t> </a:t>
            </a:r>
            <a:r>
              <a:rPr dirty="0" err="1"/>
              <a:t>копий</a:t>
            </a:r>
            <a:r>
              <a:rPr dirty="0"/>
              <a:t>,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его</a:t>
            </a:r>
            <a:r>
              <a:rPr dirty="0"/>
              <a:t> </a:t>
            </a:r>
            <a:r>
              <a:rPr dirty="0" err="1"/>
              <a:t>еще</a:t>
            </a:r>
            <a:r>
              <a:rPr dirty="0"/>
              <a:t> </a:t>
            </a:r>
            <a:r>
              <a:rPr dirty="0" err="1"/>
              <a:t>нет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Формировать</a:t>
            </a:r>
            <a:r>
              <a:rPr dirty="0"/>
              <a:t> </a:t>
            </a:r>
            <a:r>
              <a:rPr dirty="0" err="1"/>
              <a:t>имя</a:t>
            </a:r>
            <a:r>
              <a:rPr dirty="0"/>
              <a:t> </a:t>
            </a:r>
            <a:r>
              <a:rPr dirty="0" err="1"/>
              <a:t>архива</a:t>
            </a:r>
            <a:r>
              <a:rPr dirty="0"/>
              <a:t> с </a:t>
            </a:r>
            <a:r>
              <a:rPr dirty="0" err="1"/>
              <a:t>датой</a:t>
            </a:r>
            <a:r>
              <a:rPr dirty="0"/>
              <a:t>, </a:t>
            </a:r>
            <a:r>
              <a:rPr dirty="0" err="1"/>
              <a:t>чтобы</a:t>
            </a:r>
            <a:r>
              <a:rPr dirty="0"/>
              <a:t> </a:t>
            </a:r>
            <a:r>
              <a:rPr dirty="0" err="1"/>
              <a:t>копии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перезаписывали</a:t>
            </a:r>
            <a:r>
              <a:rPr dirty="0"/>
              <a:t> </a:t>
            </a:r>
            <a:r>
              <a:rPr dirty="0" err="1"/>
              <a:t>друг</a:t>
            </a:r>
            <a:r>
              <a:rPr dirty="0"/>
              <a:t> </a:t>
            </a:r>
            <a:r>
              <a:rPr dirty="0" err="1"/>
              <a:t>друга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Архивировать</a:t>
            </a:r>
            <a:r>
              <a:rPr dirty="0"/>
              <a:t> /</a:t>
            </a:r>
            <a:r>
              <a:rPr dirty="0" err="1"/>
              <a:t>srv</a:t>
            </a:r>
            <a:r>
              <a:rPr dirty="0"/>
              <a:t>/share и </a:t>
            </a:r>
            <a:r>
              <a:rPr dirty="0" err="1"/>
              <a:t>важные</a:t>
            </a:r>
            <a:r>
              <a:rPr dirty="0"/>
              <a:t> </a:t>
            </a:r>
            <a:r>
              <a:rPr dirty="0" err="1"/>
              <a:t>конфигурации</a:t>
            </a:r>
            <a:r>
              <a:rPr dirty="0"/>
              <a:t>, </a:t>
            </a:r>
            <a:r>
              <a:rPr dirty="0" err="1"/>
              <a:t>например</a:t>
            </a:r>
            <a:r>
              <a:rPr dirty="0"/>
              <a:t> /</a:t>
            </a:r>
            <a:r>
              <a:rPr dirty="0" err="1"/>
              <a:t>etc</a:t>
            </a:r>
            <a:r>
              <a:rPr dirty="0"/>
              <a:t>/samba/</a:t>
            </a:r>
            <a:r>
              <a:rPr dirty="0" err="1"/>
              <a:t>smb.conf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Возвращать</a:t>
            </a:r>
            <a:r>
              <a:rPr dirty="0"/>
              <a:t> </a:t>
            </a:r>
            <a:r>
              <a:rPr dirty="0" err="1"/>
              <a:t>понятный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 </a:t>
            </a:r>
            <a:r>
              <a:rPr dirty="0" err="1"/>
              <a:t>выполнения</a:t>
            </a:r>
            <a:r>
              <a:rPr dirty="0"/>
              <a:t> и, </a:t>
            </a:r>
            <a:r>
              <a:rPr dirty="0" err="1"/>
              <a:t>желательно</a:t>
            </a:r>
            <a:r>
              <a:rPr dirty="0"/>
              <a:t>, </a:t>
            </a:r>
            <a:r>
              <a:rPr dirty="0" err="1"/>
              <a:t>писать</a:t>
            </a:r>
            <a:r>
              <a:rPr dirty="0"/>
              <a:t> </a:t>
            </a:r>
            <a:r>
              <a:rPr dirty="0" err="1"/>
              <a:t>журнал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 команды tar для архива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tar </a:t>
            </a:r>
            <a:r>
              <a:rPr dirty="0" err="1"/>
              <a:t>создает</a:t>
            </a:r>
            <a:r>
              <a:rPr dirty="0"/>
              <a:t> </a:t>
            </a:r>
            <a:r>
              <a:rPr dirty="0" err="1"/>
              <a:t>архив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набора</a:t>
            </a:r>
            <a:r>
              <a:rPr dirty="0"/>
              <a:t> </a:t>
            </a:r>
            <a:r>
              <a:rPr dirty="0" err="1"/>
              <a:t>файлов</a:t>
            </a:r>
            <a:r>
              <a:rPr dirty="0"/>
              <a:t> и </a:t>
            </a:r>
            <a:r>
              <a:rPr dirty="0" err="1"/>
              <a:t>каталогов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dirty="0" err="1"/>
              <a:t>sudo</a:t>
            </a:r>
            <a:r>
              <a:rPr dirty="0"/>
              <a:t> tar -</a:t>
            </a:r>
            <a:r>
              <a:rPr dirty="0" err="1"/>
              <a:t>czf</a:t>
            </a:r>
            <a:r>
              <a:rPr dirty="0"/>
              <a:t> /backup/share-$(date +%F).tar.gz /</a:t>
            </a:r>
            <a:r>
              <a:rPr dirty="0" err="1"/>
              <a:t>srv</a:t>
            </a:r>
            <a:r>
              <a:rPr dirty="0"/>
              <a:t>/share /</a:t>
            </a:r>
            <a:r>
              <a:rPr dirty="0" err="1"/>
              <a:t>etc</a:t>
            </a:r>
            <a:r>
              <a:rPr dirty="0"/>
              <a:t>/samba/</a:t>
            </a:r>
            <a:r>
              <a:rPr dirty="0" err="1"/>
              <a:t>smb.conf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-c </a:t>
            </a:r>
            <a:r>
              <a:rPr dirty="0" err="1"/>
              <a:t>создает</a:t>
            </a:r>
            <a:r>
              <a:rPr dirty="0"/>
              <a:t> </a:t>
            </a:r>
            <a:r>
              <a:rPr dirty="0" err="1"/>
              <a:t>архив</a:t>
            </a:r>
            <a:r>
              <a:rPr dirty="0"/>
              <a:t>, -z </a:t>
            </a:r>
            <a:r>
              <a:rPr dirty="0" err="1"/>
              <a:t>включает</a:t>
            </a:r>
            <a:r>
              <a:rPr dirty="0"/>
              <a:t> </a:t>
            </a:r>
            <a:r>
              <a:rPr dirty="0" err="1"/>
              <a:t>gzip-сжатие</a:t>
            </a:r>
            <a:r>
              <a:rPr dirty="0"/>
              <a:t>, -f </a:t>
            </a:r>
            <a:r>
              <a:rPr dirty="0" err="1"/>
              <a:t>указывает</a:t>
            </a:r>
            <a:r>
              <a:rPr dirty="0"/>
              <a:t> </a:t>
            </a:r>
            <a:r>
              <a:rPr dirty="0" err="1"/>
              <a:t>имя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 </a:t>
            </a:r>
            <a:r>
              <a:rPr dirty="0" err="1"/>
              <a:t>архива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$(date +%F) </a:t>
            </a:r>
            <a:r>
              <a:rPr dirty="0" err="1"/>
              <a:t>добавляет</a:t>
            </a:r>
            <a:r>
              <a:rPr dirty="0"/>
              <a:t> </a:t>
            </a:r>
            <a:r>
              <a:rPr dirty="0" err="1"/>
              <a:t>дату</a:t>
            </a:r>
            <a:r>
              <a:rPr dirty="0"/>
              <a:t> в </a:t>
            </a:r>
            <a:r>
              <a:rPr dirty="0" err="1"/>
              <a:t>формате</a:t>
            </a:r>
            <a:r>
              <a:rPr dirty="0"/>
              <a:t> YYYY-MM-DD.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 структуры backup-скрипта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Первая</a:t>
            </a:r>
            <a:r>
              <a:rPr dirty="0"/>
              <a:t> </a:t>
            </a:r>
            <a:r>
              <a:rPr dirty="0" err="1"/>
              <a:t>строка</a:t>
            </a:r>
            <a:r>
              <a:rPr dirty="0"/>
              <a:t> #!/bin/bash </a:t>
            </a:r>
            <a:r>
              <a:rPr dirty="0" err="1"/>
              <a:t>указывает</a:t>
            </a:r>
            <a:r>
              <a:rPr dirty="0"/>
              <a:t> </a:t>
            </a:r>
            <a:r>
              <a:rPr dirty="0" err="1"/>
              <a:t>оболочку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выполнения</a:t>
            </a:r>
            <a:r>
              <a:rPr dirty="0"/>
              <a:t> </a:t>
            </a:r>
            <a:r>
              <a:rPr dirty="0" err="1"/>
              <a:t>скрипта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Переменная</a:t>
            </a:r>
            <a:r>
              <a:rPr dirty="0"/>
              <a:t> SRC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хранить</a:t>
            </a:r>
            <a:r>
              <a:rPr dirty="0"/>
              <a:t> </a:t>
            </a:r>
            <a:r>
              <a:rPr dirty="0" err="1"/>
              <a:t>список</a:t>
            </a:r>
            <a:r>
              <a:rPr dirty="0"/>
              <a:t> </a:t>
            </a:r>
            <a:r>
              <a:rPr dirty="0" err="1"/>
              <a:t>источников</a:t>
            </a:r>
            <a:r>
              <a:rPr dirty="0"/>
              <a:t>: /</a:t>
            </a:r>
            <a:r>
              <a:rPr dirty="0" err="1"/>
              <a:t>srv</a:t>
            </a:r>
            <a:r>
              <a:rPr dirty="0"/>
              <a:t>/share /</a:t>
            </a:r>
            <a:r>
              <a:rPr dirty="0" err="1"/>
              <a:t>etc</a:t>
            </a:r>
            <a:r>
              <a:rPr dirty="0"/>
              <a:t>/samba/</a:t>
            </a:r>
            <a:r>
              <a:rPr dirty="0" err="1"/>
              <a:t>smb.conf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Переменная</a:t>
            </a:r>
            <a:r>
              <a:rPr dirty="0"/>
              <a:t> DEST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хранить</a:t>
            </a:r>
            <a:r>
              <a:rPr dirty="0"/>
              <a:t> </a:t>
            </a:r>
            <a:r>
              <a:rPr dirty="0" err="1"/>
              <a:t>каталог</a:t>
            </a:r>
            <a:r>
              <a:rPr dirty="0"/>
              <a:t> </a:t>
            </a:r>
            <a:r>
              <a:rPr dirty="0" err="1"/>
              <a:t>назначения</a:t>
            </a:r>
            <a:r>
              <a:rPr dirty="0"/>
              <a:t>: /backup.</a:t>
            </a:r>
          </a:p>
          <a:p>
            <a:pPr indent="354013">
              <a:defRPr sz="3600"/>
            </a:pPr>
            <a:r>
              <a:rPr dirty="0" err="1"/>
              <a:t>Перед</a:t>
            </a:r>
            <a:r>
              <a:rPr dirty="0"/>
              <a:t> tar </a:t>
            </a:r>
            <a:r>
              <a:rPr dirty="0" err="1"/>
              <a:t>полезно</a:t>
            </a:r>
            <a:r>
              <a:rPr dirty="0"/>
              <a:t> </a:t>
            </a:r>
            <a:r>
              <a:rPr dirty="0" err="1"/>
              <a:t>выполнить</a:t>
            </a:r>
            <a:r>
              <a:rPr dirty="0"/>
              <a:t> </a:t>
            </a:r>
            <a:r>
              <a:rPr dirty="0" err="1"/>
              <a:t>mkdir</a:t>
            </a:r>
            <a:r>
              <a:rPr dirty="0"/>
              <a:t> -p "$DEST", </a:t>
            </a:r>
            <a:r>
              <a:rPr dirty="0" err="1"/>
              <a:t>чтобы</a:t>
            </a:r>
            <a:r>
              <a:rPr dirty="0"/>
              <a:t> </a:t>
            </a:r>
            <a:r>
              <a:rPr dirty="0" err="1"/>
              <a:t>каталог</a:t>
            </a:r>
            <a:r>
              <a:rPr dirty="0"/>
              <a:t> </a:t>
            </a:r>
            <a:r>
              <a:rPr dirty="0" err="1"/>
              <a:t>точно</a:t>
            </a:r>
            <a:r>
              <a:rPr dirty="0"/>
              <a:t> </a:t>
            </a:r>
            <a:r>
              <a:rPr dirty="0" err="1"/>
              <a:t>существовал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Права на выполнение скрипта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Скрипт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хранят</a:t>
            </a:r>
            <a:r>
              <a:rPr dirty="0"/>
              <a:t> в /</a:t>
            </a:r>
            <a:r>
              <a:rPr dirty="0" err="1"/>
              <a:t>usr</a:t>
            </a:r>
            <a:r>
              <a:rPr dirty="0"/>
              <a:t>/local/</a:t>
            </a:r>
            <a:r>
              <a:rPr dirty="0" err="1"/>
              <a:t>sbin</a:t>
            </a:r>
            <a:r>
              <a:rPr dirty="0"/>
              <a:t>,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предназначен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администратора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dirty="0" err="1"/>
              <a:t>sudo</a:t>
            </a:r>
            <a:r>
              <a:rPr dirty="0"/>
              <a:t> nano /usr/local/sbin/backup-share.sh </a:t>
            </a:r>
            <a:r>
              <a:rPr dirty="0" err="1"/>
              <a:t>создает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редактирует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 </a:t>
            </a:r>
            <a:r>
              <a:rPr dirty="0" err="1"/>
              <a:t>скрипта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chmod</a:t>
            </a:r>
            <a:r>
              <a:rPr dirty="0"/>
              <a:t> 750 /usr/local/sbin/backup-share.sh </a:t>
            </a:r>
            <a:r>
              <a:rPr dirty="0" err="1"/>
              <a:t>разрешает</a:t>
            </a:r>
            <a:r>
              <a:rPr dirty="0"/>
              <a:t> </a:t>
            </a:r>
            <a:r>
              <a:rPr dirty="0" err="1"/>
              <a:t>выполнение</a:t>
            </a:r>
            <a:r>
              <a:rPr dirty="0"/>
              <a:t> </a:t>
            </a:r>
            <a:r>
              <a:rPr dirty="0" err="1"/>
              <a:t>владельцу</a:t>
            </a:r>
            <a:r>
              <a:rPr dirty="0"/>
              <a:t> и </a:t>
            </a:r>
            <a:r>
              <a:rPr dirty="0" err="1"/>
              <a:t>группе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Ручной</a:t>
            </a:r>
            <a:r>
              <a:rPr dirty="0"/>
              <a:t> </a:t>
            </a:r>
            <a:r>
              <a:rPr dirty="0" err="1"/>
              <a:t>тест</a:t>
            </a:r>
            <a:r>
              <a:rPr dirty="0"/>
              <a:t> </a:t>
            </a:r>
            <a:r>
              <a:rPr dirty="0" err="1"/>
              <a:t>выполняют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cron</a:t>
            </a:r>
            <a:r>
              <a:rPr dirty="0"/>
              <a:t>: </a:t>
            </a:r>
            <a:r>
              <a:rPr dirty="0" err="1"/>
              <a:t>sudo</a:t>
            </a:r>
            <a:r>
              <a:rPr dirty="0"/>
              <a:t> /</a:t>
            </a:r>
            <a:r>
              <a:rPr dirty="0" err="1"/>
              <a:t>usr</a:t>
            </a:r>
            <a:r>
              <a:rPr dirty="0"/>
              <a:t>/local/</a:t>
            </a:r>
            <a:r>
              <a:rPr dirty="0" err="1"/>
              <a:t>sbin</a:t>
            </a:r>
            <a:r>
              <a:rPr dirty="0"/>
              <a:t>/backup-share.sh.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Запуск через cron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cron</a:t>
            </a:r>
            <a:r>
              <a:rPr dirty="0"/>
              <a:t> </a:t>
            </a:r>
            <a:r>
              <a:rPr dirty="0" err="1"/>
              <a:t>запускает</a:t>
            </a:r>
            <a:r>
              <a:rPr dirty="0"/>
              <a:t> </a:t>
            </a:r>
            <a:r>
              <a:rPr dirty="0" err="1"/>
              <a:t>команды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расписанию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строки</a:t>
            </a:r>
            <a:r>
              <a:rPr dirty="0"/>
              <a:t>: 30 23 * * * /</a:t>
            </a:r>
            <a:r>
              <a:rPr dirty="0" err="1"/>
              <a:t>usr</a:t>
            </a:r>
            <a:r>
              <a:rPr dirty="0"/>
              <a:t>/local/</a:t>
            </a:r>
            <a:r>
              <a:rPr dirty="0" err="1"/>
              <a:t>sbin</a:t>
            </a:r>
            <a:r>
              <a:rPr dirty="0"/>
              <a:t>/backup-share.sh.</a:t>
            </a:r>
          </a:p>
          <a:p>
            <a:pPr indent="354013">
              <a:defRPr sz="3600"/>
            </a:pP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означает</a:t>
            </a:r>
            <a:r>
              <a:rPr dirty="0"/>
              <a:t> </a:t>
            </a:r>
            <a:r>
              <a:rPr dirty="0" err="1"/>
              <a:t>запуск</a:t>
            </a:r>
            <a:r>
              <a:rPr dirty="0"/>
              <a:t> </a:t>
            </a:r>
            <a:r>
              <a:rPr dirty="0" err="1"/>
              <a:t>каждый</a:t>
            </a:r>
            <a:r>
              <a:rPr dirty="0"/>
              <a:t> </a:t>
            </a:r>
            <a:r>
              <a:rPr dirty="0" err="1"/>
              <a:t>день</a:t>
            </a:r>
            <a:r>
              <a:rPr dirty="0"/>
              <a:t> в 23:30.</a:t>
            </a:r>
          </a:p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настройки</a:t>
            </a:r>
            <a:r>
              <a:rPr dirty="0"/>
              <a:t> </a:t>
            </a:r>
            <a:r>
              <a:rPr dirty="0" err="1"/>
              <a:t>проверяют</a:t>
            </a:r>
            <a:r>
              <a:rPr dirty="0"/>
              <a:t>, </a:t>
            </a:r>
            <a:r>
              <a:rPr dirty="0" err="1"/>
              <a:t>появился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новый</a:t>
            </a:r>
            <a:r>
              <a:rPr dirty="0"/>
              <a:t> </a:t>
            </a:r>
            <a:r>
              <a:rPr dirty="0" err="1"/>
              <a:t>архив</a:t>
            </a:r>
            <a:r>
              <a:rPr dirty="0"/>
              <a:t> и </a:t>
            </a:r>
            <a:r>
              <a:rPr dirty="0" err="1"/>
              <a:t>нет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ошибок</a:t>
            </a:r>
            <a:r>
              <a:rPr dirty="0"/>
              <a:t> в </a:t>
            </a:r>
            <a:r>
              <a:rPr dirty="0" err="1"/>
              <a:t>системных</a:t>
            </a:r>
            <a:r>
              <a:rPr dirty="0"/>
              <a:t> </a:t>
            </a:r>
            <a:r>
              <a:rPr dirty="0" err="1"/>
              <a:t>журналах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резервной копии восстановлением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Архив</a:t>
            </a:r>
            <a:r>
              <a:rPr dirty="0"/>
              <a:t> </a:t>
            </a:r>
            <a:r>
              <a:rPr dirty="0" err="1"/>
              <a:t>проверяют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наличием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и </a:t>
            </a:r>
            <a:r>
              <a:rPr dirty="0" err="1"/>
              <a:t>пробным</a:t>
            </a:r>
            <a:r>
              <a:rPr dirty="0"/>
              <a:t> </a:t>
            </a:r>
            <a:r>
              <a:rPr dirty="0" err="1"/>
              <a:t>восстановлением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dirty="0" err="1"/>
              <a:t>mkdir</a:t>
            </a:r>
            <a:r>
              <a:rPr dirty="0"/>
              <a:t> -p /</a:t>
            </a:r>
            <a:r>
              <a:rPr dirty="0" err="1"/>
              <a:t>tmp</a:t>
            </a:r>
            <a:r>
              <a:rPr dirty="0"/>
              <a:t>/restore-test </a:t>
            </a:r>
            <a:r>
              <a:rPr dirty="0" err="1"/>
              <a:t>создает</a:t>
            </a:r>
            <a:r>
              <a:rPr dirty="0"/>
              <a:t> </a:t>
            </a:r>
            <a:r>
              <a:rPr dirty="0" err="1"/>
              <a:t>каталог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tar -</a:t>
            </a:r>
            <a:r>
              <a:rPr dirty="0" err="1"/>
              <a:t>tzf</a:t>
            </a:r>
            <a:r>
              <a:rPr dirty="0"/>
              <a:t> /backup/share-2026-07-15.tar.gz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содержимое</a:t>
            </a:r>
            <a:r>
              <a:rPr dirty="0"/>
              <a:t> </a:t>
            </a:r>
            <a:r>
              <a:rPr dirty="0" err="1"/>
              <a:t>архива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tar -</a:t>
            </a:r>
            <a:r>
              <a:rPr dirty="0" err="1"/>
              <a:t>xzf</a:t>
            </a:r>
            <a:r>
              <a:rPr dirty="0"/>
              <a:t> /backup/share-2026-07-15.tar.gz -C /</a:t>
            </a:r>
            <a:r>
              <a:rPr dirty="0" err="1"/>
              <a:t>tmp</a:t>
            </a:r>
            <a:r>
              <a:rPr dirty="0"/>
              <a:t>/restore-test </a:t>
            </a:r>
            <a:r>
              <a:rPr dirty="0" err="1"/>
              <a:t>распаковывает</a:t>
            </a:r>
            <a:r>
              <a:rPr dirty="0"/>
              <a:t> </a:t>
            </a:r>
            <a:r>
              <a:rPr dirty="0" err="1"/>
              <a:t>копию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Типовые ошибки 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Архив</a:t>
            </a:r>
            <a:r>
              <a:rPr dirty="0"/>
              <a:t> </a:t>
            </a:r>
            <a:r>
              <a:rPr dirty="0" err="1"/>
              <a:t>создается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том</a:t>
            </a:r>
            <a:r>
              <a:rPr dirty="0"/>
              <a:t> </a:t>
            </a:r>
            <a:r>
              <a:rPr dirty="0" err="1"/>
              <a:t>же</a:t>
            </a:r>
            <a:r>
              <a:rPr dirty="0"/>
              <a:t> </a:t>
            </a:r>
            <a:r>
              <a:rPr dirty="0" err="1"/>
              <a:t>диске</a:t>
            </a:r>
            <a:r>
              <a:rPr dirty="0"/>
              <a:t>, </a:t>
            </a:r>
            <a:r>
              <a:rPr dirty="0" err="1"/>
              <a:t>который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защищать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Скрипт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 </a:t>
            </a:r>
            <a:r>
              <a:rPr dirty="0" err="1"/>
              <a:t>вручную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cron</a:t>
            </a:r>
            <a:r>
              <a:rPr dirty="0"/>
              <a:t> </a:t>
            </a:r>
            <a:r>
              <a:rPr dirty="0" err="1"/>
              <a:t>из-за</a:t>
            </a:r>
            <a:r>
              <a:rPr dirty="0"/>
              <a:t> </a:t>
            </a:r>
            <a:r>
              <a:rPr dirty="0" err="1"/>
              <a:t>путей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прав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В </a:t>
            </a:r>
            <a:r>
              <a:rPr dirty="0" err="1"/>
              <a:t>архив</a:t>
            </a:r>
            <a:r>
              <a:rPr dirty="0"/>
              <a:t> </a:t>
            </a:r>
            <a:r>
              <a:rPr dirty="0" err="1"/>
              <a:t>попадает</a:t>
            </a:r>
            <a:r>
              <a:rPr dirty="0"/>
              <a:t> </a:t>
            </a:r>
            <a:r>
              <a:rPr dirty="0" err="1"/>
              <a:t>пустой</a:t>
            </a:r>
            <a:r>
              <a:rPr dirty="0"/>
              <a:t> </a:t>
            </a:r>
            <a:r>
              <a:rPr dirty="0" err="1"/>
              <a:t>каталог</a:t>
            </a:r>
            <a:r>
              <a:rPr dirty="0"/>
              <a:t>, </a:t>
            </a:r>
            <a:r>
              <a:rPr dirty="0" err="1"/>
              <a:t>потому</a:t>
            </a:r>
            <a:r>
              <a:rPr dirty="0"/>
              <a:t>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ресурс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был</a:t>
            </a:r>
            <a:r>
              <a:rPr dirty="0"/>
              <a:t> </a:t>
            </a:r>
            <a:r>
              <a:rPr dirty="0" err="1"/>
              <a:t>смонтирован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Backup </a:t>
            </a:r>
            <a:r>
              <a:rPr dirty="0" err="1"/>
              <a:t>есть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восстановление</a:t>
            </a:r>
            <a:r>
              <a:rPr dirty="0"/>
              <a:t> </a:t>
            </a:r>
            <a:r>
              <a:rPr dirty="0" err="1"/>
              <a:t>ни</a:t>
            </a:r>
            <a:r>
              <a:rPr dirty="0"/>
              <a:t> </a:t>
            </a:r>
            <a:r>
              <a:rPr dirty="0" err="1"/>
              <a:t>разу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проверялось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</a:t>
            </a:r>
            <a:r>
              <a:rPr dirty="0" err="1"/>
              <a:t>резервное</a:t>
            </a:r>
            <a:r>
              <a:rPr dirty="0"/>
              <a:t> </a:t>
            </a:r>
            <a:r>
              <a:rPr dirty="0" err="1"/>
              <a:t>копирование</a:t>
            </a:r>
            <a:r>
              <a:rPr dirty="0"/>
              <a:t> </a:t>
            </a:r>
            <a:r>
              <a:rPr dirty="0" err="1"/>
              <a:t>файлового</a:t>
            </a:r>
            <a:r>
              <a:rPr dirty="0"/>
              <a:t> </a:t>
            </a:r>
            <a:r>
              <a:rPr dirty="0" err="1"/>
              <a:t>ресурса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7F3975C-BED9-8D22-801C-8E462979D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Файловый</a:t>
            </a:r>
            <a:r>
              <a:rPr dirty="0"/>
              <a:t> </a:t>
            </a: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состоит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уровней</a:t>
            </a:r>
            <a:r>
              <a:rPr dirty="0"/>
              <a:t>: </a:t>
            </a:r>
            <a:r>
              <a:rPr dirty="0" err="1"/>
              <a:t>диски</a:t>
            </a:r>
            <a:r>
              <a:rPr dirty="0"/>
              <a:t>, RAID, </a:t>
            </a:r>
            <a:r>
              <a:rPr dirty="0" err="1"/>
              <a:t>файловая</a:t>
            </a:r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, </a:t>
            </a:r>
            <a:r>
              <a:rPr dirty="0" err="1"/>
              <a:t>монтирование</a:t>
            </a:r>
            <a:r>
              <a:rPr dirty="0"/>
              <a:t>, </a:t>
            </a:r>
            <a:r>
              <a:rPr dirty="0" err="1"/>
              <a:t>права</a:t>
            </a:r>
            <a:r>
              <a:rPr dirty="0"/>
              <a:t>, Samba и backup.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RAID1 </a:t>
            </a:r>
            <a:r>
              <a:rPr dirty="0" err="1"/>
              <a:t>повышает</a:t>
            </a:r>
            <a:r>
              <a:rPr dirty="0"/>
              <a:t> </a:t>
            </a:r>
            <a:r>
              <a:rPr dirty="0" err="1"/>
              <a:t>доступность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отказе</a:t>
            </a:r>
            <a:r>
              <a:rPr dirty="0"/>
              <a:t> </a:t>
            </a:r>
            <a:r>
              <a:rPr dirty="0" err="1"/>
              <a:t>диска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заменяет</a:t>
            </a:r>
            <a:r>
              <a:rPr dirty="0"/>
              <a:t> </a:t>
            </a:r>
            <a:r>
              <a:rPr dirty="0" err="1"/>
              <a:t>резервное</a:t>
            </a:r>
            <a:r>
              <a:rPr dirty="0"/>
              <a:t> </a:t>
            </a:r>
            <a:r>
              <a:rPr dirty="0" err="1"/>
              <a:t>копирование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UUID и /</a:t>
            </a:r>
            <a:r>
              <a:rPr dirty="0" err="1"/>
              <a:t>etc</a:t>
            </a:r>
            <a:r>
              <a:rPr dirty="0"/>
              <a:t>/</a:t>
            </a:r>
            <a:r>
              <a:rPr dirty="0" err="1"/>
              <a:t>fstab</a:t>
            </a:r>
            <a:r>
              <a:rPr dirty="0"/>
              <a:t> </a:t>
            </a:r>
            <a:r>
              <a:rPr dirty="0" err="1"/>
              <a:t>позволяют</a:t>
            </a:r>
            <a:r>
              <a:rPr dirty="0"/>
              <a:t> </a:t>
            </a:r>
            <a:r>
              <a:rPr dirty="0" err="1"/>
              <a:t>надежно</a:t>
            </a:r>
            <a:r>
              <a:rPr dirty="0"/>
              <a:t> </a:t>
            </a:r>
            <a:r>
              <a:rPr dirty="0" err="1"/>
              <a:t>подключать</a:t>
            </a:r>
            <a:r>
              <a:rPr dirty="0"/>
              <a:t> </a:t>
            </a:r>
            <a:r>
              <a:rPr dirty="0" err="1"/>
              <a:t>файловую</a:t>
            </a:r>
            <a:r>
              <a:rPr dirty="0"/>
              <a:t> </a:t>
            </a:r>
            <a:r>
              <a:rPr dirty="0" err="1"/>
              <a:t>систему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перезагрузки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Samba-</a:t>
            </a:r>
            <a:r>
              <a:rPr dirty="0" err="1"/>
              <a:t>доступ</a:t>
            </a:r>
            <a:r>
              <a:rPr dirty="0"/>
              <a:t> </a:t>
            </a:r>
            <a:r>
              <a:rPr dirty="0" err="1"/>
              <a:t>зависит</a:t>
            </a:r>
            <a:r>
              <a:rPr dirty="0"/>
              <a:t> </a:t>
            </a:r>
            <a:r>
              <a:rPr dirty="0" err="1"/>
              <a:t>одновременно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smb.conf</a:t>
            </a:r>
            <a:r>
              <a:rPr dirty="0"/>
              <a:t>, Samba-</a:t>
            </a:r>
            <a:r>
              <a:rPr dirty="0" err="1"/>
              <a:t>пользователей</a:t>
            </a:r>
            <a:r>
              <a:rPr dirty="0"/>
              <a:t> и Linux-</a:t>
            </a:r>
            <a:r>
              <a:rPr dirty="0" err="1"/>
              <a:t>прав</a:t>
            </a:r>
            <a:r>
              <a:rPr dirty="0"/>
              <a:t> </a:t>
            </a:r>
            <a:r>
              <a:rPr dirty="0" err="1"/>
              <a:t>каталога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Backup </a:t>
            </a:r>
            <a:r>
              <a:rPr dirty="0" err="1"/>
              <a:t>считается</a:t>
            </a:r>
            <a:r>
              <a:rPr dirty="0"/>
              <a:t> </a:t>
            </a:r>
            <a:r>
              <a:rPr dirty="0" err="1"/>
              <a:t>рабочим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</a:t>
            </a:r>
            <a:r>
              <a:rPr dirty="0" err="1"/>
              <a:t>восстановления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defRPr sz="3600"/>
            </a:pPr>
            <a:r>
              <a:rPr sz="3200" dirty="0"/>
              <a:t>1. </a:t>
            </a:r>
            <a:r>
              <a:rPr sz="3200" dirty="0" err="1"/>
              <a:t>Какие</a:t>
            </a:r>
            <a:r>
              <a:rPr sz="3200" dirty="0"/>
              <a:t> </a:t>
            </a:r>
            <a:r>
              <a:rPr sz="3200" dirty="0" err="1"/>
              <a:t>задачи</a:t>
            </a:r>
            <a:r>
              <a:rPr sz="3200" dirty="0"/>
              <a:t> </a:t>
            </a:r>
            <a:r>
              <a:rPr sz="3200" dirty="0" err="1"/>
              <a:t>решает</a:t>
            </a:r>
            <a:r>
              <a:rPr sz="3200" dirty="0"/>
              <a:t> </a:t>
            </a:r>
            <a:r>
              <a:rPr sz="3200" dirty="0" err="1"/>
              <a:t>файловый</a:t>
            </a:r>
            <a:r>
              <a:rPr sz="3200" dirty="0"/>
              <a:t> </a:t>
            </a:r>
            <a:r>
              <a:rPr sz="3200" dirty="0" err="1"/>
              <a:t>сервер</a:t>
            </a:r>
            <a:r>
              <a:rPr sz="3200" dirty="0"/>
              <a:t> Linux в </a:t>
            </a:r>
            <a:r>
              <a:rPr sz="3200" dirty="0" err="1"/>
              <a:t>предприятии</a:t>
            </a:r>
            <a:r>
              <a:rPr sz="3200" dirty="0"/>
              <a:t>?</a:t>
            </a:r>
          </a:p>
          <a:p>
            <a:pPr>
              <a:defRPr sz="3600"/>
            </a:pPr>
            <a:r>
              <a:rPr sz="3200" dirty="0"/>
              <a:t>2. </a:t>
            </a:r>
            <a:r>
              <a:rPr sz="3200" dirty="0" err="1"/>
              <a:t>Как</a:t>
            </a:r>
            <a:r>
              <a:rPr sz="3200" dirty="0"/>
              <a:t> </a:t>
            </a:r>
            <a:r>
              <a:rPr sz="3200" dirty="0" err="1"/>
              <a:t>работает</a:t>
            </a:r>
            <a:r>
              <a:rPr sz="3200" dirty="0"/>
              <a:t> RAID1 и </a:t>
            </a:r>
            <a:r>
              <a:rPr sz="3200" dirty="0" err="1"/>
              <a:t>от</a:t>
            </a:r>
            <a:r>
              <a:rPr sz="3200" dirty="0"/>
              <a:t> </a:t>
            </a:r>
            <a:r>
              <a:rPr sz="3200" dirty="0" err="1"/>
              <a:t>какого</a:t>
            </a:r>
            <a:r>
              <a:rPr sz="3200" dirty="0"/>
              <a:t> </a:t>
            </a:r>
            <a:r>
              <a:rPr sz="3200" dirty="0" err="1"/>
              <a:t>типа</a:t>
            </a:r>
            <a:r>
              <a:rPr sz="3200" dirty="0"/>
              <a:t> </a:t>
            </a:r>
            <a:r>
              <a:rPr sz="3200" dirty="0" err="1"/>
              <a:t>отказа</a:t>
            </a:r>
            <a:r>
              <a:rPr sz="3200" dirty="0"/>
              <a:t> </a:t>
            </a:r>
            <a:r>
              <a:rPr sz="3200" dirty="0" err="1"/>
              <a:t>он</a:t>
            </a:r>
            <a:r>
              <a:rPr sz="3200" dirty="0"/>
              <a:t> </a:t>
            </a:r>
            <a:r>
              <a:rPr sz="3200" dirty="0" err="1"/>
              <a:t>защищает</a:t>
            </a:r>
            <a:r>
              <a:rPr sz="3200" dirty="0"/>
              <a:t>?</a:t>
            </a:r>
          </a:p>
          <a:p>
            <a:pPr>
              <a:defRPr sz="3600"/>
            </a:pPr>
            <a:r>
              <a:rPr sz="3200" dirty="0"/>
              <a:t>3. </a:t>
            </a:r>
            <a:r>
              <a:rPr sz="3200" dirty="0" err="1"/>
              <a:t>Почему</a:t>
            </a:r>
            <a:r>
              <a:rPr sz="3200" dirty="0"/>
              <a:t> RAID </a:t>
            </a:r>
            <a:r>
              <a:rPr sz="3200" dirty="0" err="1"/>
              <a:t>не</a:t>
            </a:r>
            <a:r>
              <a:rPr sz="3200" dirty="0"/>
              <a:t> </a:t>
            </a:r>
            <a:r>
              <a:rPr sz="3200" dirty="0" err="1"/>
              <a:t>заменяет</a:t>
            </a:r>
            <a:r>
              <a:rPr sz="3200" dirty="0"/>
              <a:t> backup?</a:t>
            </a:r>
          </a:p>
          <a:p>
            <a:pPr>
              <a:defRPr sz="3600"/>
            </a:pPr>
            <a:r>
              <a:rPr sz="3200" dirty="0"/>
              <a:t>4. </a:t>
            </a:r>
            <a:r>
              <a:rPr sz="3200" dirty="0" err="1"/>
              <a:t>Зачем</a:t>
            </a:r>
            <a:r>
              <a:rPr sz="3200" dirty="0"/>
              <a:t> </a:t>
            </a:r>
            <a:r>
              <a:rPr sz="3200" dirty="0" err="1"/>
              <a:t>использовать</a:t>
            </a:r>
            <a:r>
              <a:rPr sz="3200" dirty="0"/>
              <a:t> UUID в /</a:t>
            </a:r>
            <a:r>
              <a:rPr sz="3200" dirty="0" err="1"/>
              <a:t>etc</a:t>
            </a:r>
            <a:r>
              <a:rPr sz="3200" dirty="0"/>
              <a:t>/</a:t>
            </a:r>
            <a:r>
              <a:rPr sz="3200" dirty="0" err="1"/>
              <a:t>fstab</a:t>
            </a:r>
            <a:r>
              <a:rPr sz="3200" dirty="0"/>
              <a:t>?</a:t>
            </a:r>
          </a:p>
          <a:p>
            <a:pPr>
              <a:defRPr sz="3600"/>
            </a:pPr>
            <a:r>
              <a:rPr sz="3200" dirty="0"/>
              <a:t>5. </a:t>
            </a:r>
            <a:r>
              <a:rPr sz="3200" dirty="0" err="1"/>
              <a:t>Как</a:t>
            </a:r>
            <a:r>
              <a:rPr sz="3200" dirty="0"/>
              <a:t> Linux-</a:t>
            </a:r>
            <a:r>
              <a:rPr sz="3200" dirty="0" err="1"/>
              <a:t>права</a:t>
            </a:r>
            <a:r>
              <a:rPr sz="3200" dirty="0"/>
              <a:t> </a:t>
            </a:r>
            <a:r>
              <a:rPr sz="3200" dirty="0" err="1"/>
              <a:t>каталога</a:t>
            </a:r>
            <a:r>
              <a:rPr sz="3200" dirty="0"/>
              <a:t> </a:t>
            </a:r>
            <a:r>
              <a:rPr sz="3200" dirty="0" err="1"/>
              <a:t>влияют</a:t>
            </a:r>
            <a:r>
              <a:rPr sz="3200" dirty="0"/>
              <a:t> </a:t>
            </a:r>
            <a:r>
              <a:rPr sz="3200" dirty="0" err="1"/>
              <a:t>на</a:t>
            </a:r>
            <a:r>
              <a:rPr sz="3200" dirty="0"/>
              <a:t> </a:t>
            </a:r>
            <a:r>
              <a:rPr sz="3200" dirty="0" err="1"/>
              <a:t>доступ</a:t>
            </a:r>
            <a:r>
              <a:rPr sz="3200" dirty="0"/>
              <a:t> </a:t>
            </a:r>
            <a:r>
              <a:rPr sz="3200" dirty="0" err="1"/>
              <a:t>через</a:t>
            </a:r>
            <a:r>
              <a:rPr sz="3200" dirty="0"/>
              <a:t> Samba?</a:t>
            </a:r>
          </a:p>
          <a:p>
            <a:pPr>
              <a:defRPr sz="3600"/>
            </a:pPr>
            <a:r>
              <a:rPr sz="3200" dirty="0"/>
              <a:t>6. </a:t>
            </a:r>
            <a:r>
              <a:rPr sz="3200" dirty="0" err="1"/>
              <a:t>Чем</a:t>
            </a:r>
            <a:r>
              <a:rPr sz="3200" dirty="0"/>
              <a:t> </a:t>
            </a:r>
            <a:r>
              <a:rPr sz="3200" dirty="0" err="1"/>
              <a:t>гостевой</a:t>
            </a:r>
            <a:r>
              <a:rPr sz="3200" dirty="0"/>
              <a:t> </a:t>
            </a:r>
            <a:r>
              <a:rPr sz="3200" dirty="0" err="1"/>
              <a:t>доступ</a:t>
            </a:r>
            <a:r>
              <a:rPr sz="3200" dirty="0"/>
              <a:t> </a:t>
            </a:r>
            <a:r>
              <a:rPr sz="3200" dirty="0" err="1"/>
              <a:t>отличается</a:t>
            </a:r>
            <a:r>
              <a:rPr sz="3200" dirty="0"/>
              <a:t> </a:t>
            </a:r>
            <a:r>
              <a:rPr sz="3200" dirty="0" err="1"/>
              <a:t>от</a:t>
            </a:r>
            <a:r>
              <a:rPr sz="3200" dirty="0"/>
              <a:t> </a:t>
            </a:r>
            <a:r>
              <a:rPr sz="3200" dirty="0" err="1"/>
              <a:t>авторизованного</a:t>
            </a:r>
            <a:r>
              <a:rPr sz="3200" dirty="0"/>
              <a:t> </a:t>
            </a:r>
            <a:r>
              <a:rPr sz="3200" dirty="0" err="1"/>
              <a:t>доступа</a:t>
            </a:r>
            <a:r>
              <a:rPr sz="3200" dirty="0"/>
              <a:t>?</a:t>
            </a:r>
          </a:p>
          <a:p>
            <a:pPr>
              <a:defRPr sz="3600"/>
            </a:pPr>
            <a:r>
              <a:rPr sz="3200" dirty="0"/>
              <a:t>7. </a:t>
            </a:r>
            <a:r>
              <a:rPr sz="3200" dirty="0" err="1"/>
              <a:t>Какие</a:t>
            </a:r>
            <a:r>
              <a:rPr sz="3200" dirty="0"/>
              <a:t> </a:t>
            </a:r>
            <a:r>
              <a:rPr sz="3200" dirty="0" err="1"/>
              <a:t>команды</a:t>
            </a:r>
            <a:r>
              <a:rPr sz="3200" dirty="0"/>
              <a:t> </a:t>
            </a:r>
            <a:r>
              <a:rPr sz="3200" dirty="0" err="1"/>
              <a:t>помогают</a:t>
            </a:r>
            <a:r>
              <a:rPr sz="3200" dirty="0"/>
              <a:t> </a:t>
            </a:r>
            <a:r>
              <a:rPr sz="3200" dirty="0" err="1"/>
              <a:t>проверить</a:t>
            </a:r>
            <a:r>
              <a:rPr sz="3200" dirty="0"/>
              <a:t> Samba-</a:t>
            </a:r>
            <a:r>
              <a:rPr sz="3200" dirty="0" err="1"/>
              <a:t>ресурс</a:t>
            </a:r>
            <a:r>
              <a:rPr sz="3200" dirty="0"/>
              <a:t>?</a:t>
            </a:r>
          </a:p>
          <a:p>
            <a:pPr>
              <a:defRPr sz="3600"/>
            </a:pPr>
            <a:r>
              <a:rPr sz="3200" dirty="0"/>
              <a:t>8. </a:t>
            </a:r>
            <a:r>
              <a:rPr sz="3200" dirty="0" err="1"/>
              <a:t>Почему</a:t>
            </a:r>
            <a:r>
              <a:rPr sz="3200" dirty="0"/>
              <a:t> </a:t>
            </a:r>
            <a:r>
              <a:rPr sz="3200" dirty="0" err="1"/>
              <a:t>резервную</a:t>
            </a:r>
            <a:r>
              <a:rPr sz="3200" dirty="0"/>
              <a:t> </a:t>
            </a:r>
            <a:r>
              <a:rPr sz="3200" dirty="0" err="1"/>
              <a:t>копию</a:t>
            </a:r>
            <a:r>
              <a:rPr sz="3200" dirty="0"/>
              <a:t> </a:t>
            </a:r>
            <a:r>
              <a:rPr sz="3200" dirty="0" err="1"/>
              <a:t>нужно</a:t>
            </a:r>
            <a:r>
              <a:rPr sz="3200" dirty="0"/>
              <a:t> </a:t>
            </a:r>
            <a:r>
              <a:rPr sz="3200" dirty="0" err="1"/>
              <a:t>проверять</a:t>
            </a:r>
            <a:r>
              <a:rPr sz="3200" dirty="0"/>
              <a:t> </a:t>
            </a:r>
            <a:r>
              <a:rPr sz="3200" dirty="0" err="1"/>
              <a:t>восстановлением</a:t>
            </a:r>
            <a:r>
              <a:rPr sz="3200" dirty="0"/>
              <a:t>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3287</Words>
  <Application>Microsoft Office PowerPoint</Application>
  <PresentationFormat>Широкоэкранный</PresentationFormat>
  <Paragraphs>295</Paragraphs>
  <Slides>61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61</vt:i4>
      </vt:variant>
    </vt:vector>
  </HeadingPairs>
  <TitlesOfParts>
    <vt:vector size="64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2026-07-16T07:56:54Z</dcterms:modified>
  <cp:category/>
</cp:coreProperties>
</file>