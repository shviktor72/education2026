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86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7" r:id="rId21"/>
    <p:sldId id="275" r:id="rId22"/>
    <p:sldId id="276" r:id="rId23"/>
    <p:sldId id="277" r:id="rId24"/>
    <p:sldId id="288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7865" y="2890391"/>
            <a:ext cx="850579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5.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Linux: </a:t>
            </a:r>
            <a:r>
              <a:rPr dirty="0" err="1"/>
              <a:t>chmod</a:t>
            </a:r>
            <a:r>
              <a:rPr dirty="0"/>
              <a:t>, </a:t>
            </a:r>
            <a:r>
              <a:rPr dirty="0" err="1"/>
              <a:t>chown</a:t>
            </a:r>
            <a:r>
              <a:rPr dirty="0"/>
              <a:t>,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специальные</a:t>
            </a:r>
            <a:r>
              <a:rPr dirty="0"/>
              <a:t> </a:t>
            </a:r>
            <a:r>
              <a:rPr dirty="0" err="1"/>
              <a:t>биты</a:t>
            </a:r>
            <a:r>
              <a:rPr dirty="0"/>
              <a:t>, </a:t>
            </a:r>
            <a:r>
              <a:rPr dirty="0" err="1"/>
              <a:t>совместные</a:t>
            </a:r>
            <a:r>
              <a:rPr dirty="0"/>
              <a:t> </a:t>
            </a:r>
            <a:r>
              <a:rPr dirty="0" err="1"/>
              <a:t>каталоги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020529" y="280218"/>
            <a:ext cx="10972800" cy="10530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Научиться объяснять модель прав Linux и настраивать владельца, группу, режим доступа и специальные биты для учебного сценария.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sz="3200" dirty="0" err="1"/>
              <a:t>Модель</a:t>
            </a:r>
            <a:r>
              <a:rPr sz="3200" dirty="0"/>
              <a:t> </a:t>
            </a:r>
            <a:r>
              <a:rPr sz="3200" dirty="0" err="1"/>
              <a:t>прав</a:t>
            </a:r>
            <a:r>
              <a:rPr sz="3200" dirty="0"/>
              <a:t> </a:t>
            </a:r>
            <a:r>
              <a:rPr sz="3200" dirty="0" err="1"/>
              <a:t>доступа</a:t>
            </a:r>
            <a:r>
              <a:rPr sz="3200" dirty="0"/>
              <a:t> Linux: </a:t>
            </a:r>
            <a:r>
              <a:rPr sz="3200" dirty="0" err="1"/>
              <a:t>владелец</a:t>
            </a:r>
            <a:r>
              <a:rPr sz="3200" dirty="0"/>
              <a:t>, </a:t>
            </a:r>
            <a:r>
              <a:rPr sz="3200" dirty="0" err="1"/>
              <a:t>группа</a:t>
            </a:r>
            <a:r>
              <a:rPr sz="3200" dirty="0"/>
              <a:t>, </a:t>
            </a:r>
            <a:r>
              <a:rPr sz="3200" dirty="0" err="1"/>
              <a:t>остальные</a:t>
            </a:r>
            <a:endParaRPr sz="3200" dirty="0"/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Права</a:t>
            </a:r>
            <a:r>
              <a:rPr sz="3200" dirty="0"/>
              <a:t> r, w, x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файлов</a:t>
            </a:r>
            <a:endParaRPr sz="3200" dirty="0"/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Права</a:t>
            </a:r>
            <a:r>
              <a:rPr sz="3200" dirty="0"/>
              <a:t> r, w, x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каталогов</a:t>
            </a:r>
            <a:endParaRPr sz="3200" dirty="0"/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Символьная</a:t>
            </a:r>
            <a:r>
              <a:rPr sz="3200" dirty="0"/>
              <a:t> </a:t>
            </a:r>
            <a:r>
              <a:rPr sz="3200" dirty="0" err="1"/>
              <a:t>запись</a:t>
            </a:r>
            <a:r>
              <a:rPr sz="3200" dirty="0"/>
              <a:t> </a:t>
            </a:r>
            <a:r>
              <a:rPr sz="3200" dirty="0" err="1"/>
              <a:t>прав</a:t>
            </a:r>
            <a:endParaRPr sz="3200" dirty="0"/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Числовая</a:t>
            </a:r>
            <a:r>
              <a:rPr sz="3200" dirty="0"/>
              <a:t> </a:t>
            </a:r>
            <a:r>
              <a:rPr sz="3200" dirty="0" err="1"/>
              <a:t>запись</a:t>
            </a:r>
            <a:r>
              <a:rPr sz="3200" dirty="0"/>
              <a:t> </a:t>
            </a:r>
            <a:r>
              <a:rPr sz="3200" dirty="0" err="1"/>
              <a:t>прав</a:t>
            </a:r>
            <a:endParaRPr sz="3200" dirty="0"/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Изменение</a:t>
            </a:r>
            <a:r>
              <a:rPr sz="3200" dirty="0"/>
              <a:t> </a:t>
            </a:r>
            <a:r>
              <a:rPr sz="3200" dirty="0" err="1"/>
              <a:t>прав</a:t>
            </a:r>
            <a:r>
              <a:rPr sz="3200" dirty="0"/>
              <a:t> </a:t>
            </a:r>
            <a:r>
              <a:rPr sz="3200" dirty="0" err="1"/>
              <a:t>командой</a:t>
            </a:r>
            <a:r>
              <a:rPr sz="3200" dirty="0"/>
              <a:t> </a:t>
            </a:r>
            <a:r>
              <a:rPr sz="3200" dirty="0" err="1"/>
              <a:t>chmod</a:t>
            </a:r>
            <a:endParaRPr sz="3200" dirty="0"/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Изменение</a:t>
            </a:r>
            <a:r>
              <a:rPr sz="3200" dirty="0"/>
              <a:t> </a:t>
            </a:r>
            <a:r>
              <a:rPr sz="3200" dirty="0" err="1"/>
              <a:t>владельца</a:t>
            </a:r>
            <a:r>
              <a:rPr sz="3200" dirty="0"/>
              <a:t> и </a:t>
            </a:r>
            <a:r>
              <a:rPr sz="3200" dirty="0" err="1"/>
              <a:t>группы</a:t>
            </a:r>
            <a:r>
              <a:rPr sz="3200" dirty="0"/>
              <a:t> </a:t>
            </a:r>
            <a:r>
              <a:rPr sz="3200" dirty="0" err="1"/>
              <a:t>командой</a:t>
            </a:r>
            <a:r>
              <a:rPr sz="3200" dirty="0"/>
              <a:t> </a:t>
            </a:r>
            <a:r>
              <a:rPr sz="3200" dirty="0" err="1"/>
              <a:t>chown</a:t>
            </a:r>
            <a:endParaRPr sz="3200" dirty="0"/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Специальные</a:t>
            </a:r>
            <a:r>
              <a:rPr sz="3200" dirty="0"/>
              <a:t> </a:t>
            </a:r>
            <a:r>
              <a:rPr sz="3200" dirty="0" err="1"/>
              <a:t>биты</a:t>
            </a:r>
            <a:r>
              <a:rPr sz="3200" dirty="0"/>
              <a:t>: SUID, SGID, sticky bit</a:t>
            </a:r>
          </a:p>
          <a:p>
            <a:pPr>
              <a:defRPr sz="3600"/>
            </a:pPr>
            <a:r>
              <a:rPr sz="3200" dirty="0"/>
              <a:t>9. </a:t>
            </a:r>
            <a:r>
              <a:rPr sz="3200" dirty="0" err="1"/>
              <a:t>Совместные</a:t>
            </a:r>
            <a:r>
              <a:rPr sz="3200" dirty="0"/>
              <a:t> </a:t>
            </a:r>
            <a:r>
              <a:rPr sz="3200" dirty="0" err="1"/>
              <a:t>каталоги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группы</a:t>
            </a:r>
            <a:r>
              <a:rPr sz="3200" dirty="0"/>
              <a:t> и </a:t>
            </a:r>
            <a:r>
              <a:rPr sz="3200" dirty="0" err="1"/>
              <a:t>типовые</a:t>
            </a:r>
            <a:r>
              <a:rPr sz="3200" dirty="0"/>
              <a:t> </a:t>
            </a:r>
            <a:r>
              <a:rPr sz="3200" dirty="0" err="1"/>
              <a:t>ошибки</a:t>
            </a:r>
            <a:r>
              <a:rPr sz="3200" dirty="0"/>
              <a:t> </a:t>
            </a:r>
            <a:r>
              <a:rPr sz="3200" dirty="0" err="1"/>
              <a:t>настройки</a:t>
            </a:r>
            <a:r>
              <a:rPr sz="3200" dirty="0"/>
              <a:t> </a:t>
            </a:r>
            <a:r>
              <a:rPr sz="3200" dirty="0" err="1"/>
              <a:t>прав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Модель прав доступа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и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группу</a:t>
            </a:r>
            <a:r>
              <a:rPr dirty="0"/>
              <a:t> и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трех</a:t>
            </a:r>
            <a:r>
              <a:rPr dirty="0"/>
              <a:t> </a:t>
            </a:r>
            <a:r>
              <a:rPr dirty="0" err="1"/>
              <a:t>категорий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Категории</a:t>
            </a:r>
            <a:r>
              <a:rPr dirty="0"/>
              <a:t>: user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владелец</a:t>
            </a:r>
            <a:r>
              <a:rPr dirty="0"/>
              <a:t>, group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группа</a:t>
            </a:r>
            <a:r>
              <a:rPr dirty="0"/>
              <a:t>, other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остальные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, </a:t>
            </a:r>
            <a:r>
              <a:rPr dirty="0" err="1"/>
              <a:t>изменять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механизм</a:t>
            </a:r>
            <a:r>
              <a:rPr dirty="0"/>
              <a:t> </a:t>
            </a:r>
            <a:r>
              <a:rPr dirty="0" err="1"/>
              <a:t>защиты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каталогов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ls -l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b="1" dirty="0" err="1">
                <a:solidFill>
                  <a:srgbClr val="002060"/>
                </a:solidFill>
              </a:rPr>
              <a:t>rw</a:t>
            </a:r>
            <a:r>
              <a:rPr b="1" dirty="0">
                <a:solidFill>
                  <a:srgbClr val="002060"/>
                </a:solidFill>
              </a:rPr>
              <a:t>-r----- 1 student developer 1200 file.txt</a:t>
            </a:r>
            <a:endParaRPr dirty="0"/>
          </a:p>
          <a:p>
            <a:pPr indent="354013">
              <a:defRPr sz="3600"/>
            </a:pP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символ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Далее</a:t>
            </a:r>
            <a:r>
              <a:rPr dirty="0"/>
              <a:t> </a:t>
            </a:r>
            <a:r>
              <a:rPr dirty="0" err="1"/>
              <a:t>идут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тройки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: </a:t>
            </a:r>
            <a:r>
              <a:rPr dirty="0" err="1"/>
              <a:t>владелец</a:t>
            </a:r>
            <a:r>
              <a:rPr dirty="0"/>
              <a:t>, </a:t>
            </a:r>
            <a:r>
              <a:rPr dirty="0" err="1"/>
              <a:t>группа</a:t>
            </a:r>
            <a:r>
              <a:rPr dirty="0"/>
              <a:t>, </a:t>
            </a:r>
            <a:r>
              <a:rPr dirty="0" err="1"/>
              <a:t>остальные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student — </a:t>
            </a:r>
            <a:r>
              <a:rPr dirty="0" err="1"/>
              <a:t>владелец</a:t>
            </a:r>
            <a:r>
              <a:rPr dirty="0"/>
              <a:t>, developer — </a:t>
            </a:r>
            <a:r>
              <a:rPr dirty="0" err="1"/>
              <a:t>группа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строке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объекту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962A-5A9E-86FA-41F7-C63542C3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39F6C-E860-D010-2926-342105D86C22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ls -l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1793AA-99DE-E926-A3E4-54A6D379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5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Права r, w, x для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r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b="1" dirty="0">
                <a:solidFill>
                  <a:srgbClr val="002060"/>
                </a:solidFill>
              </a:rPr>
              <a:t>w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изменять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b="1" dirty="0">
                <a:solidFill>
                  <a:srgbClr val="002060"/>
                </a:solidFill>
              </a:rPr>
              <a:t>x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скрипт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Наличие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x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текстовый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правильной</a:t>
            </a:r>
            <a:r>
              <a:rPr dirty="0"/>
              <a:t> </a:t>
            </a:r>
            <a:r>
              <a:rPr dirty="0" err="1"/>
              <a:t>программой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попытку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прав на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b="1" dirty="0" err="1">
                <a:solidFill>
                  <a:srgbClr val="002060"/>
                </a:solidFill>
              </a:rPr>
              <a:t>rwxr</a:t>
            </a:r>
            <a:r>
              <a:rPr b="1" dirty="0">
                <a:solidFill>
                  <a:srgbClr val="002060"/>
                </a:solidFill>
              </a:rPr>
              <a:t>-x--- </a:t>
            </a:r>
            <a:r>
              <a:rPr dirty="0" err="1"/>
              <a:t>означают</a:t>
            </a:r>
            <a:r>
              <a:rPr dirty="0"/>
              <a:t>: </a:t>
            </a:r>
            <a:r>
              <a:rPr dirty="0" err="1"/>
              <a:t>владелец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, </a:t>
            </a:r>
            <a:r>
              <a:rPr dirty="0" err="1"/>
              <a:t>писать</a:t>
            </a:r>
            <a:r>
              <a:rPr dirty="0"/>
              <a:t> и </a:t>
            </a:r>
            <a:r>
              <a:rPr dirty="0" err="1"/>
              <a:t>запускать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и </a:t>
            </a:r>
            <a:r>
              <a:rPr dirty="0" err="1"/>
              <a:t>запускать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изменять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скрипта</a:t>
            </a:r>
            <a:r>
              <a:rPr dirty="0"/>
              <a:t> </a:t>
            </a:r>
            <a:r>
              <a:rPr dirty="0" err="1"/>
              <a:t>отдела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Права r, w, x для каталогов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r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dirty="0">
                <a:solidFill>
                  <a:srgbClr val="002060"/>
                </a:solidFill>
              </a:rPr>
              <a:t>w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, </a:t>
            </a:r>
            <a:r>
              <a:rPr dirty="0" err="1"/>
              <a:t>удалять</a:t>
            </a:r>
            <a:r>
              <a:rPr dirty="0"/>
              <a:t> и </a:t>
            </a:r>
            <a:r>
              <a:rPr dirty="0" err="1"/>
              <a:t>переименовывать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x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входить</a:t>
            </a:r>
            <a:r>
              <a:rPr dirty="0"/>
              <a:t> в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объектам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x на каталоге критичен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у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x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,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пройти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 к </a:t>
            </a:r>
            <a:r>
              <a:rPr dirty="0" err="1"/>
              <a:t>файлу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,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заблокирован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/</a:t>
            </a:r>
            <a:r>
              <a:rPr dirty="0" err="1"/>
              <a:t>srv</a:t>
            </a:r>
            <a:r>
              <a:rPr dirty="0"/>
              <a:t>/project/report.txt </a:t>
            </a:r>
            <a:r>
              <a:rPr dirty="0" err="1"/>
              <a:t>нужен</a:t>
            </a:r>
            <a:r>
              <a:rPr dirty="0"/>
              <a:t> x </a:t>
            </a:r>
            <a:r>
              <a:rPr dirty="0" err="1"/>
              <a:t>на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 и /</a:t>
            </a:r>
            <a:r>
              <a:rPr dirty="0" err="1"/>
              <a:t>srv</a:t>
            </a:r>
            <a:r>
              <a:rPr dirty="0"/>
              <a:t>/project.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частая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</a:t>
            </a:r>
            <a:r>
              <a:rPr dirty="0" err="1"/>
              <a:t>общих</a:t>
            </a:r>
            <a:r>
              <a:rPr dirty="0"/>
              <a:t> </a:t>
            </a:r>
            <a:r>
              <a:rPr dirty="0" err="1"/>
              <a:t>папок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Символьная запись прав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Символьная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u, g, o, a и </a:t>
            </a:r>
            <a:r>
              <a:rPr dirty="0" err="1"/>
              <a:t>операции</a:t>
            </a:r>
            <a:r>
              <a:rPr dirty="0"/>
              <a:t> +, -, =.</a:t>
            </a:r>
          </a:p>
          <a:p>
            <a:pPr>
              <a:defRPr sz="3600"/>
            </a:pPr>
            <a:r>
              <a:rPr dirty="0"/>
              <a:t>u — </a:t>
            </a:r>
            <a:r>
              <a:rPr dirty="0" err="1"/>
              <a:t>владелец</a:t>
            </a:r>
            <a:r>
              <a:rPr dirty="0"/>
              <a:t>, g — </a:t>
            </a:r>
            <a:r>
              <a:rPr dirty="0" err="1"/>
              <a:t>группа</a:t>
            </a:r>
            <a:r>
              <a:rPr dirty="0"/>
              <a:t>, o — </a:t>
            </a:r>
            <a:r>
              <a:rPr dirty="0" err="1"/>
              <a:t>остальные</a:t>
            </a:r>
            <a:r>
              <a:rPr dirty="0"/>
              <a:t>, a — </a:t>
            </a:r>
            <a:r>
              <a:rPr dirty="0" err="1"/>
              <a:t>все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chmod</a:t>
            </a:r>
            <a:r>
              <a:rPr dirty="0"/>
              <a:t> </a:t>
            </a:r>
            <a:r>
              <a:rPr dirty="0" err="1"/>
              <a:t>g+w</a:t>
            </a:r>
            <a:r>
              <a:rPr dirty="0"/>
              <a:t> report.txt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группе</a:t>
            </a:r>
            <a:r>
              <a:rPr dirty="0"/>
              <a:t> </a:t>
            </a:r>
            <a:r>
              <a:rPr dirty="0" err="1"/>
              <a:t>право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chmod</a:t>
            </a:r>
            <a:r>
              <a:rPr dirty="0"/>
              <a:t> o-r secret.txt </a:t>
            </a:r>
            <a:r>
              <a:rPr dirty="0" err="1"/>
              <a:t>забирает</a:t>
            </a:r>
            <a:r>
              <a:rPr dirty="0"/>
              <a:t> </a:t>
            </a:r>
            <a:r>
              <a:rPr dirty="0" err="1"/>
              <a:t>чтение</a:t>
            </a:r>
            <a:r>
              <a:rPr dirty="0"/>
              <a:t> у </a:t>
            </a:r>
            <a:r>
              <a:rPr dirty="0" err="1"/>
              <a:t>остальных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символьного chmod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b="1" dirty="0" err="1">
                <a:solidFill>
                  <a:srgbClr val="002060"/>
                </a:solidFill>
              </a:rPr>
              <a:t>chmod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u+x</a:t>
            </a:r>
            <a:r>
              <a:rPr b="1" dirty="0">
                <a:solidFill>
                  <a:srgbClr val="002060"/>
                </a:solidFill>
              </a:rPr>
              <a:t> script.sh </a:t>
            </a:r>
            <a:r>
              <a:rPr dirty="0"/>
              <a:t>— </a:t>
            </a:r>
            <a:r>
              <a:rPr dirty="0" err="1"/>
              <a:t>разрешить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скрипта</a:t>
            </a:r>
            <a:r>
              <a:rPr dirty="0"/>
              <a:t>.</a:t>
            </a:r>
          </a:p>
          <a:p>
            <a:pPr>
              <a:defRPr sz="3600"/>
            </a:pPr>
            <a:r>
              <a:rPr sz="3600" b="1" dirty="0" err="1">
                <a:solidFill>
                  <a:srgbClr val="002060"/>
                </a:solidFill>
              </a:rPr>
              <a:t>chmod</a:t>
            </a:r>
            <a:r>
              <a:rPr sz="3600" b="1" dirty="0">
                <a:solidFill>
                  <a:srgbClr val="002060"/>
                </a:solidFill>
              </a:rPr>
              <a:t> g-w file.txt </a:t>
            </a:r>
            <a:r>
              <a:rPr dirty="0"/>
              <a:t>— </a:t>
            </a: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у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>
              <a:defRPr sz="3600"/>
            </a:pPr>
            <a:r>
              <a:rPr sz="3600" b="1" dirty="0" err="1">
                <a:solidFill>
                  <a:srgbClr val="002060"/>
                </a:solidFill>
              </a:rPr>
              <a:t>chmod</a:t>
            </a:r>
            <a:r>
              <a:rPr sz="3600" b="1" dirty="0">
                <a:solidFill>
                  <a:srgbClr val="002060"/>
                </a:solidFill>
              </a:rPr>
              <a:t> o= file.txt </a:t>
            </a:r>
            <a:r>
              <a:rPr dirty="0"/>
              <a:t>— </a:t>
            </a: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у </a:t>
            </a:r>
            <a:r>
              <a:rPr dirty="0" err="1"/>
              <a:t>остальных</a:t>
            </a:r>
            <a:r>
              <a:rPr dirty="0"/>
              <a:t>.</a:t>
            </a:r>
          </a:p>
          <a:p>
            <a:pPr>
              <a:defRPr sz="3600"/>
            </a:pPr>
            <a:r>
              <a:rPr sz="3600" b="1" dirty="0" err="1">
                <a:solidFill>
                  <a:srgbClr val="002060"/>
                </a:solidFill>
              </a:rPr>
              <a:t>chmod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a+r</a:t>
            </a:r>
            <a:r>
              <a:rPr sz="3600" b="1" dirty="0">
                <a:solidFill>
                  <a:srgbClr val="002060"/>
                </a:solidFill>
              </a:rPr>
              <a:t> README.md </a:t>
            </a:r>
            <a:r>
              <a:rPr dirty="0"/>
              <a:t>— </a:t>
            </a:r>
            <a:r>
              <a:rPr dirty="0" err="1"/>
              <a:t>разрешить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Числовая запись прав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Числовая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складывает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: r=4, w=2, x=1.</a:t>
            </a:r>
          </a:p>
          <a:p>
            <a:pPr indent="354013">
              <a:defRPr sz="3600"/>
            </a:pPr>
            <a:r>
              <a:rPr dirty="0"/>
              <a:t>7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rwx</a:t>
            </a:r>
            <a:r>
              <a:rPr dirty="0"/>
              <a:t>, 6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rw</a:t>
            </a:r>
            <a:r>
              <a:rPr dirty="0"/>
              <a:t>-, 5 </a:t>
            </a:r>
            <a:r>
              <a:rPr dirty="0" err="1"/>
              <a:t>означает</a:t>
            </a:r>
            <a:r>
              <a:rPr dirty="0"/>
              <a:t> r-x, 0 </a:t>
            </a:r>
            <a:r>
              <a:rPr dirty="0" err="1"/>
              <a:t>означает</a:t>
            </a:r>
            <a:r>
              <a:rPr dirty="0"/>
              <a:t> ---.</a:t>
            </a:r>
          </a:p>
          <a:p>
            <a:pPr indent="354013">
              <a:defRPr sz="3600"/>
            </a:pP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цифры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группы</a:t>
            </a:r>
            <a:r>
              <a:rPr dirty="0"/>
              <a:t> и </a:t>
            </a:r>
            <a:r>
              <a:rPr dirty="0" err="1"/>
              <a:t>остальных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, 750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rwx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r-x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, ---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остальных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считать режим 640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08774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цифра</a:t>
            </a:r>
            <a:r>
              <a:rPr dirty="0"/>
              <a:t> 6: </a:t>
            </a:r>
            <a:r>
              <a:rPr dirty="0" err="1"/>
              <a:t>владелец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и </a:t>
            </a:r>
            <a:r>
              <a:rPr dirty="0" err="1"/>
              <a:t>пишет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Вторая</a:t>
            </a:r>
            <a:r>
              <a:rPr dirty="0"/>
              <a:t> </a:t>
            </a:r>
            <a:r>
              <a:rPr dirty="0" err="1"/>
              <a:t>цифра</a:t>
            </a:r>
            <a:r>
              <a:rPr dirty="0"/>
              <a:t> 4: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Третья</a:t>
            </a:r>
            <a:r>
              <a:rPr dirty="0"/>
              <a:t> </a:t>
            </a:r>
            <a:r>
              <a:rPr dirty="0" err="1"/>
              <a:t>цифра</a:t>
            </a:r>
            <a:r>
              <a:rPr dirty="0"/>
              <a:t> 0: </a:t>
            </a: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Итог</a:t>
            </a:r>
            <a:r>
              <a:rPr dirty="0"/>
              <a:t>: -</a:t>
            </a:r>
            <a:r>
              <a:rPr dirty="0" err="1"/>
              <a:t>rw</a:t>
            </a:r>
            <a:r>
              <a:rPr dirty="0"/>
              <a:t>-r-----.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показывать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Изменение прав chmod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chmod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файлу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каталогу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chmod</a:t>
            </a:r>
            <a:r>
              <a:rPr b="1" dirty="0">
                <a:solidFill>
                  <a:srgbClr val="002060"/>
                </a:solidFill>
              </a:rPr>
              <a:t> 750 script.sh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sz="3600" b="1" dirty="0" err="1">
                <a:solidFill>
                  <a:srgbClr val="002060"/>
                </a:solidFill>
              </a:rPr>
              <a:t>chmod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g+w</a:t>
            </a:r>
            <a:r>
              <a:rPr sz="3600" b="1" dirty="0">
                <a:solidFill>
                  <a:srgbClr val="002060"/>
                </a:solidFill>
              </a:rPr>
              <a:t> project.txt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ls -l и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итог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используйте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777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универсальное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: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плохая</a:t>
            </a:r>
            <a:r>
              <a:rPr dirty="0"/>
              <a:t> </a:t>
            </a:r>
            <a:r>
              <a:rPr dirty="0" err="1"/>
              <a:t>практика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chmod для каталогов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совместного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и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chmod</a:t>
            </a:r>
            <a:r>
              <a:rPr dirty="0"/>
              <a:t> 2770 /</a:t>
            </a:r>
            <a:r>
              <a:rPr dirty="0" err="1"/>
              <a:t>srv</a:t>
            </a:r>
            <a:r>
              <a:rPr dirty="0"/>
              <a:t>/project.</a:t>
            </a:r>
          </a:p>
          <a:p>
            <a:pPr indent="354013">
              <a:defRPr sz="3600"/>
            </a:pPr>
            <a:r>
              <a:rPr dirty="0" err="1"/>
              <a:t>Здесь</a:t>
            </a:r>
            <a:r>
              <a:rPr dirty="0"/>
              <a:t> 770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 и </a:t>
            </a:r>
            <a:r>
              <a:rPr dirty="0" err="1"/>
              <a:t>группе</a:t>
            </a:r>
            <a:r>
              <a:rPr dirty="0"/>
              <a:t>, а 2 </a:t>
            </a:r>
            <a:r>
              <a:rPr dirty="0" err="1"/>
              <a:t>включает</a:t>
            </a:r>
            <a:r>
              <a:rPr dirty="0"/>
              <a:t> SGID.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проверьте</a:t>
            </a:r>
            <a:r>
              <a:rPr dirty="0"/>
              <a:t>: ls -</a:t>
            </a:r>
            <a:r>
              <a:rPr dirty="0" err="1"/>
              <a:t>ld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/project.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Рекурсивный chmod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-R</a:t>
            </a:r>
            <a:r>
              <a:rPr dirty="0"/>
              <a:t> </a:t>
            </a:r>
            <a:r>
              <a:rPr dirty="0" err="1"/>
              <a:t>применяет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ко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вложенным</a:t>
            </a:r>
            <a:r>
              <a:rPr dirty="0"/>
              <a:t> </a:t>
            </a:r>
            <a:r>
              <a:rPr dirty="0" err="1"/>
              <a:t>объектам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sz="3600" b="1" dirty="0" err="1">
                <a:solidFill>
                  <a:srgbClr val="002060"/>
                </a:solidFill>
              </a:rPr>
              <a:t>chmod</a:t>
            </a:r>
            <a:r>
              <a:rPr sz="3600" b="1" dirty="0">
                <a:solidFill>
                  <a:srgbClr val="002060"/>
                </a:solidFill>
              </a:rPr>
              <a:t> -R </a:t>
            </a:r>
            <a:r>
              <a:rPr sz="3600" b="1" dirty="0" err="1">
                <a:solidFill>
                  <a:srgbClr val="002060"/>
                </a:solidFill>
              </a:rPr>
              <a:t>g+rw</a:t>
            </a:r>
            <a:r>
              <a:rPr sz="3600" b="1" dirty="0">
                <a:solidFill>
                  <a:srgbClr val="002060"/>
                </a:solidFill>
              </a:rPr>
              <a:t> /</a:t>
            </a:r>
            <a:r>
              <a:rPr sz="3600" b="1" dirty="0" err="1">
                <a:solidFill>
                  <a:srgbClr val="002060"/>
                </a:solidFill>
              </a:rPr>
              <a:t>srv</a:t>
            </a:r>
            <a:r>
              <a:rPr sz="3600" b="1" dirty="0">
                <a:solidFill>
                  <a:srgbClr val="002060"/>
                </a:solidFill>
              </a:rPr>
              <a:t>/project</a:t>
            </a:r>
            <a:endParaRPr dirty="0"/>
          </a:p>
          <a:p>
            <a:pPr indent="4429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каталогов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отличаться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Перед</a:t>
            </a:r>
            <a:r>
              <a:rPr dirty="0"/>
              <a:t> -R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выполните</a:t>
            </a:r>
            <a:r>
              <a:rPr dirty="0"/>
              <a:t> find и </a:t>
            </a:r>
            <a:r>
              <a:rPr dirty="0" err="1"/>
              <a:t>посмотрите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затронуто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Изменение владельца и группы chown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chown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и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смены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chown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ivanov</a:t>
            </a:r>
            <a:r>
              <a:rPr b="1" dirty="0">
                <a:solidFill>
                  <a:srgbClr val="002060"/>
                </a:solidFill>
              </a:rPr>
              <a:t> report.txt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смены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и </a:t>
            </a:r>
            <a:r>
              <a:rPr dirty="0" err="1"/>
              <a:t>группы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chown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ivanov:developer</a:t>
            </a:r>
            <a:r>
              <a:rPr b="1" dirty="0">
                <a:solidFill>
                  <a:srgbClr val="002060"/>
                </a:solidFill>
              </a:rPr>
              <a:t> report.txt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смены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chgrp</a:t>
            </a:r>
            <a:r>
              <a:rPr b="1" dirty="0">
                <a:solidFill>
                  <a:srgbClr val="002060"/>
                </a:solidFill>
              </a:rPr>
              <a:t> developer report.txt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ls -l.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Рекурсивный chown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>
                <a:solidFill>
                  <a:srgbClr val="002060"/>
                </a:solidFill>
              </a:rPr>
              <a:t>chown</a:t>
            </a:r>
            <a:r>
              <a:rPr b="1" dirty="0">
                <a:solidFill>
                  <a:srgbClr val="002060"/>
                </a:solidFill>
              </a:rPr>
              <a:t> -R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у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chown</a:t>
            </a:r>
            <a:r>
              <a:rPr b="1" dirty="0">
                <a:solidFill>
                  <a:srgbClr val="002060"/>
                </a:solidFill>
              </a:rPr>
              <a:t> -R </a:t>
            </a:r>
            <a:r>
              <a:rPr b="1" dirty="0" err="1">
                <a:solidFill>
                  <a:srgbClr val="002060"/>
                </a:solidFill>
              </a:rPr>
              <a:t>root:developer</a:t>
            </a:r>
            <a:r>
              <a:rPr b="1" dirty="0">
                <a:solidFill>
                  <a:srgbClr val="002060"/>
                </a:solidFill>
              </a:rPr>
              <a:t> /</a:t>
            </a:r>
            <a:r>
              <a:rPr b="1" dirty="0" err="1">
                <a:solidFill>
                  <a:srgbClr val="002060"/>
                </a:solidFill>
              </a:rPr>
              <a:t>srv</a:t>
            </a:r>
            <a:r>
              <a:rPr b="1" dirty="0">
                <a:solidFill>
                  <a:srgbClr val="002060"/>
                </a:solidFill>
              </a:rPr>
              <a:t>/project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полезна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подготовке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</a:t>
            </a:r>
            <a:r>
              <a:rPr dirty="0" err="1"/>
              <a:t>владельцев</a:t>
            </a:r>
            <a:r>
              <a:rPr dirty="0"/>
              <a:t> </a:t>
            </a:r>
            <a:r>
              <a:rPr dirty="0" err="1"/>
              <a:t>большого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выполнением</a:t>
            </a:r>
            <a:r>
              <a:rPr dirty="0"/>
              <a:t> </a:t>
            </a:r>
            <a:r>
              <a:rPr dirty="0" err="1"/>
              <a:t>проверьте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ls -</a:t>
            </a:r>
            <a:r>
              <a:rPr dirty="0" err="1"/>
              <a:t>ld</a:t>
            </a:r>
            <a:r>
              <a:rPr dirty="0"/>
              <a:t> и find.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BBE9-8095-D729-A1AF-193677B3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05B4D1-1430-37A8-D0F4-80FE2C85393E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Рекурсивный chown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567BF0-6053-8A37-03B7-A6FE1C57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22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SUID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SUID — </a:t>
            </a:r>
            <a:r>
              <a:rPr dirty="0" err="1"/>
              <a:t>специальный</a:t>
            </a:r>
            <a:r>
              <a:rPr dirty="0"/>
              <a:t> </a:t>
            </a:r>
            <a:r>
              <a:rPr dirty="0" err="1"/>
              <a:t>бит</a:t>
            </a:r>
            <a:r>
              <a:rPr dirty="0"/>
              <a:t>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с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passwd, </a:t>
            </a:r>
            <a:r>
              <a:rPr dirty="0" err="1"/>
              <a:t>которому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shadow.</a:t>
            </a:r>
          </a:p>
          <a:p>
            <a:pPr indent="354013">
              <a:defRPr sz="3600"/>
            </a:pPr>
            <a:r>
              <a:rPr dirty="0"/>
              <a:t>В ls -l SUID </a:t>
            </a:r>
            <a:r>
              <a:rPr dirty="0" err="1"/>
              <a:t>отображается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s в </a:t>
            </a:r>
            <a:r>
              <a:rPr dirty="0" err="1"/>
              <a:t>правах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Ставить</a:t>
            </a:r>
            <a:r>
              <a:rPr dirty="0"/>
              <a:t> SUID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собственные</a:t>
            </a:r>
            <a:r>
              <a:rPr dirty="0"/>
              <a:t> </a:t>
            </a:r>
            <a:r>
              <a:rPr dirty="0" err="1"/>
              <a:t>скрипты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 и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SGID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SGID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файле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с </a:t>
            </a:r>
            <a:r>
              <a:rPr dirty="0" err="1"/>
              <a:t>группой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SGID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 </a:t>
            </a:r>
            <a:r>
              <a:rPr dirty="0" err="1"/>
              <a:t>заставляет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наследовать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совместных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chmod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g+s</a:t>
            </a:r>
            <a:r>
              <a:rPr b="1" dirty="0">
                <a:solidFill>
                  <a:srgbClr val="002060"/>
                </a:solidFill>
              </a:rPr>
              <a:t> /</a:t>
            </a:r>
            <a:r>
              <a:rPr b="1" dirty="0" err="1">
                <a:solidFill>
                  <a:srgbClr val="002060"/>
                </a:solidFill>
              </a:rPr>
              <a:t>srv</a:t>
            </a:r>
            <a:r>
              <a:rPr b="1" dirty="0">
                <a:solidFill>
                  <a:srgbClr val="002060"/>
                </a:solidFill>
              </a:rPr>
              <a:t>/project </a:t>
            </a:r>
            <a:r>
              <a:rPr dirty="0" err="1"/>
              <a:t>или</a:t>
            </a:r>
            <a:r>
              <a:rPr dirty="0"/>
              <a:t> </a:t>
            </a:r>
            <a:r>
              <a:rPr b="1" dirty="0" err="1">
                <a:solidFill>
                  <a:srgbClr val="002060"/>
                </a:solidFill>
              </a:rPr>
              <a:t>chmod</a:t>
            </a:r>
            <a:r>
              <a:rPr b="1" dirty="0">
                <a:solidFill>
                  <a:srgbClr val="002060"/>
                </a:solidFill>
              </a:rPr>
              <a:t> 2770 /</a:t>
            </a:r>
            <a:r>
              <a:rPr b="1" dirty="0" err="1">
                <a:solidFill>
                  <a:srgbClr val="002060"/>
                </a:solidFill>
              </a:rPr>
              <a:t>srv</a:t>
            </a:r>
            <a:r>
              <a:rPr b="1" dirty="0">
                <a:solidFill>
                  <a:srgbClr val="002060"/>
                </a:solidFill>
              </a:rPr>
              <a:t>/project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Sticky 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Sticky bit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удалять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dirty="0" err="1"/>
              <a:t>владельцу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root.</a:t>
            </a:r>
          </a:p>
          <a:p>
            <a:pPr indent="354013">
              <a:defRPr sz="3600"/>
            </a:pP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: /</a:t>
            </a:r>
            <a:r>
              <a:rPr dirty="0" err="1"/>
              <a:t>tmp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ls -</a:t>
            </a:r>
            <a:r>
              <a:rPr dirty="0" err="1"/>
              <a:t>ld</a:t>
            </a:r>
            <a:r>
              <a:rPr dirty="0"/>
              <a:t> sticky bit </a:t>
            </a:r>
            <a:r>
              <a:rPr dirty="0" err="1"/>
              <a:t>отображается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t в </a:t>
            </a:r>
            <a:r>
              <a:rPr dirty="0" err="1"/>
              <a:t>правах</a:t>
            </a:r>
            <a:r>
              <a:rPr dirty="0"/>
              <a:t> </a:t>
            </a:r>
            <a:r>
              <a:rPr dirty="0" err="1"/>
              <a:t>остальных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chmod</a:t>
            </a:r>
            <a:r>
              <a:rPr b="1" dirty="0">
                <a:solidFill>
                  <a:srgbClr val="002060"/>
                </a:solidFill>
              </a:rPr>
              <a:t> +t /</a:t>
            </a:r>
            <a:r>
              <a:rPr b="1" dirty="0" err="1">
                <a:solidFill>
                  <a:srgbClr val="002060"/>
                </a:solidFill>
              </a:rPr>
              <a:t>srv</a:t>
            </a:r>
            <a:r>
              <a:rPr b="1" dirty="0">
                <a:solidFill>
                  <a:srgbClr val="002060"/>
                </a:solidFill>
              </a:rPr>
              <a:t>/exchange</a:t>
            </a:r>
            <a:endParaRPr dirty="0"/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многие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5C7D-68AB-8A7D-76C0-26F285EA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25FF74-4F5D-8EBD-99FE-BD7F605AB5A8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Sticky bit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E7E2E6-F84E-8448-788E-835DD370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3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12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Совместный каталог группы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совместной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создают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назначают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владельцем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groupadd</a:t>
            </a:r>
            <a:r>
              <a:rPr dirty="0"/>
              <a:t> developer.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srv</a:t>
            </a:r>
            <a:r>
              <a:rPr dirty="0"/>
              <a:t>/project.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chown</a:t>
            </a:r>
            <a:r>
              <a:rPr dirty="0"/>
              <a:t> </a:t>
            </a:r>
            <a:r>
              <a:rPr dirty="0" err="1"/>
              <a:t>root:developer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/project.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2770 /</a:t>
            </a:r>
            <a:r>
              <a:rPr dirty="0" err="1"/>
              <a:t>srv</a:t>
            </a:r>
            <a:r>
              <a:rPr dirty="0"/>
              <a:t>/project.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совместного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Проверьте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: ls -</a:t>
            </a:r>
            <a:r>
              <a:rPr dirty="0" err="1"/>
              <a:t>ld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/project.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похож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drwxrws</a:t>
            </a:r>
            <a:r>
              <a:rPr dirty="0"/>
              <a:t>--- root developer.</a:t>
            </a:r>
          </a:p>
          <a:p>
            <a:pPr indent="354013">
              <a:defRPr sz="3600"/>
            </a:pPr>
            <a:r>
              <a:rPr dirty="0" err="1"/>
              <a:t>Добавьте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в </a:t>
            </a:r>
            <a:r>
              <a:rPr dirty="0" err="1"/>
              <a:t>группу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usermod</a:t>
            </a:r>
            <a:r>
              <a:rPr dirty="0"/>
              <a:t> -</a:t>
            </a:r>
            <a:r>
              <a:rPr dirty="0" err="1"/>
              <a:t>aG</a:t>
            </a:r>
            <a:r>
              <a:rPr dirty="0"/>
              <a:t> developer </a:t>
            </a:r>
            <a:r>
              <a:rPr dirty="0" err="1"/>
              <a:t>ivanov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перелогиниться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новую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создайте</a:t>
            </a:r>
            <a:r>
              <a:rPr dirty="0"/>
              <a:t> </a:t>
            </a:r>
            <a:r>
              <a:rPr dirty="0" err="1"/>
              <a:t>тестовый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и </a:t>
            </a:r>
            <a:r>
              <a:rPr dirty="0" err="1"/>
              <a:t>проверьте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прав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Нет</a:t>
            </a:r>
            <a:r>
              <a:rPr dirty="0"/>
              <a:t> x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пройти</a:t>
            </a:r>
            <a:r>
              <a:rPr dirty="0"/>
              <a:t> к </a:t>
            </a:r>
            <a:r>
              <a:rPr dirty="0" err="1"/>
              <a:t>файлу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Забыли</a:t>
            </a:r>
            <a:r>
              <a:rPr dirty="0"/>
              <a:t> -a в </a:t>
            </a:r>
            <a:r>
              <a:rPr dirty="0" err="1"/>
              <a:t>usermod</a:t>
            </a:r>
            <a:r>
              <a:rPr dirty="0"/>
              <a:t> -G и </a:t>
            </a:r>
            <a:r>
              <a:rPr dirty="0" err="1"/>
              <a:t>удалили</a:t>
            </a:r>
            <a:r>
              <a:rPr dirty="0"/>
              <a:t> </a:t>
            </a:r>
            <a:r>
              <a:rPr dirty="0" err="1"/>
              <a:t>старые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Поставили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777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включили</a:t>
            </a:r>
            <a:r>
              <a:rPr dirty="0"/>
              <a:t> SGID, и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получают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ту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Проверяли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root,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заметили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права доступа — основа безопасности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, </a:t>
            </a:r>
            <a:r>
              <a:rPr dirty="0" err="1"/>
              <a:t>изменять</a:t>
            </a:r>
            <a:r>
              <a:rPr dirty="0"/>
              <a:t> и </a:t>
            </a:r>
            <a:r>
              <a:rPr dirty="0" err="1"/>
              <a:t>запускать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открыть</a:t>
            </a:r>
            <a:r>
              <a:rPr dirty="0"/>
              <a:t> </a:t>
            </a:r>
            <a:r>
              <a:rPr dirty="0" err="1"/>
              <a:t>конфиденциальные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сломать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отдельных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настраивать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минимально</a:t>
            </a:r>
            <a:r>
              <a:rPr dirty="0"/>
              <a:t> </a:t>
            </a:r>
            <a:r>
              <a:rPr dirty="0" err="1"/>
              <a:t>необходимыми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максимально</a:t>
            </a:r>
            <a:r>
              <a:rPr dirty="0"/>
              <a:t> </a:t>
            </a:r>
            <a:r>
              <a:rPr dirty="0" err="1"/>
              <a:t>удобными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строку прав в ls -l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символ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: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ссылка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Далее</a:t>
            </a:r>
            <a:r>
              <a:rPr dirty="0"/>
              <a:t> </a:t>
            </a:r>
            <a:r>
              <a:rPr dirty="0" err="1"/>
              <a:t>идут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: </a:t>
            </a:r>
            <a:r>
              <a:rPr dirty="0" err="1"/>
              <a:t>владелец</a:t>
            </a:r>
            <a:r>
              <a:rPr dirty="0"/>
              <a:t>, </a:t>
            </a:r>
            <a:r>
              <a:rPr dirty="0" err="1"/>
              <a:t>группа</a:t>
            </a:r>
            <a:r>
              <a:rPr dirty="0"/>
              <a:t>, </a:t>
            </a:r>
            <a:r>
              <a:rPr dirty="0" err="1"/>
              <a:t>остальные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чтение</a:t>
            </a:r>
            <a:r>
              <a:rPr dirty="0"/>
              <a:t>, w — </a:t>
            </a:r>
            <a:r>
              <a:rPr dirty="0" err="1"/>
              <a:t>запись</a:t>
            </a:r>
            <a:r>
              <a:rPr dirty="0"/>
              <a:t>, x —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в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Владелец</a:t>
            </a:r>
            <a:r>
              <a:rPr dirty="0"/>
              <a:t> и </a:t>
            </a: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, </a:t>
            </a:r>
            <a:r>
              <a:rPr dirty="0" err="1"/>
              <a:t>кому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принадлежат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каталога отличаются от прав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x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скрипта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x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войти</a:t>
            </a:r>
            <a:r>
              <a:rPr dirty="0"/>
              <a:t> в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объектам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w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и </a:t>
            </a:r>
            <a:r>
              <a:rPr dirty="0" err="1"/>
              <a:t>удалять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Команды</a:t>
            </a:r>
            <a:r>
              <a:rPr dirty="0"/>
              <a:t> Linux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, с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Любое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завершается</a:t>
            </a:r>
            <a:r>
              <a:rPr dirty="0"/>
              <a:t>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Опасные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предварительной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, </a:t>
            </a:r>
            <a:r>
              <a:rPr dirty="0" err="1"/>
              <a:t>прав</a:t>
            </a:r>
            <a:r>
              <a:rPr dirty="0"/>
              <a:t> и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содержать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выводы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результатам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 ls -l?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r, w, x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отличаются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посчитать</a:t>
            </a:r>
            <a:r>
              <a:rPr dirty="0"/>
              <a:t>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750?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SGID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совместном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777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плохое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1526</Words>
  <Application>Microsoft Office PowerPoint</Application>
  <PresentationFormat>Широкоэкранный</PresentationFormat>
  <Paragraphs>158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2026-07-04T13:25:35Z</dcterms:modified>
  <cp:category/>
</cp:coreProperties>
</file>