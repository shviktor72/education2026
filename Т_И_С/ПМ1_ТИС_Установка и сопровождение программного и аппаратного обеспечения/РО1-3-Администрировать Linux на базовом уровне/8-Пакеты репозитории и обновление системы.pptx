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55577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8. </a:t>
            </a:r>
            <a:r>
              <a:rPr dirty="0" err="1"/>
              <a:t>Пакеты</a:t>
            </a:r>
            <a:r>
              <a:rPr dirty="0"/>
              <a:t>, </a:t>
            </a:r>
            <a:r>
              <a:rPr dirty="0" err="1"/>
              <a:t>репозитории</a:t>
            </a:r>
            <a:r>
              <a:rPr dirty="0"/>
              <a:t> и </a:t>
            </a:r>
            <a:r>
              <a:rPr dirty="0" err="1"/>
              <a:t>обновление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84903" y="457199"/>
            <a:ext cx="10972800" cy="128900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sz="3200" b="1" dirty="0">
                <a:solidFill>
                  <a:srgbClr val="143764"/>
                </a:solidFill>
              </a:rPr>
              <a:t>РО 1.3. Базовое </a:t>
            </a:r>
            <a:r>
              <a:rPr sz="3200" b="1" dirty="0" err="1">
                <a:solidFill>
                  <a:srgbClr val="143764"/>
                </a:solidFill>
              </a:rPr>
              <a:t>администрирование</a:t>
            </a:r>
            <a:r>
              <a:rPr sz="3200" b="1" dirty="0">
                <a:solidFill>
                  <a:srgbClr val="143764"/>
                </a:solidFill>
              </a:rPr>
              <a:t> Linux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в Linux </a:t>
            </a:r>
            <a:r>
              <a:rPr dirty="0" err="1"/>
              <a:t>устанавливают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 и </a:t>
            </a:r>
            <a:r>
              <a:rPr dirty="0" err="1"/>
              <a:t>репозитории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Научиться</a:t>
            </a:r>
            <a:r>
              <a:rPr dirty="0"/>
              <a:t> </a:t>
            </a:r>
            <a:r>
              <a:rPr dirty="0" err="1"/>
              <a:t>объяснять</a:t>
            </a:r>
            <a:r>
              <a:rPr dirty="0"/>
              <a:t> </a:t>
            </a:r>
            <a:r>
              <a:rPr dirty="0" err="1"/>
              <a:t>различие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apt, </a:t>
            </a:r>
            <a:r>
              <a:rPr dirty="0" err="1"/>
              <a:t>dpkg</a:t>
            </a:r>
            <a:r>
              <a:rPr dirty="0"/>
              <a:t>, </a:t>
            </a:r>
            <a:r>
              <a:rPr dirty="0" err="1"/>
              <a:t>dnf</a:t>
            </a:r>
            <a:r>
              <a:rPr dirty="0"/>
              <a:t>/yum и snap.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Научиться</a:t>
            </a:r>
            <a:r>
              <a:rPr dirty="0"/>
              <a:t> </a:t>
            </a:r>
            <a:r>
              <a:rPr dirty="0" err="1"/>
              <a:t>безопасно</a:t>
            </a:r>
            <a:r>
              <a:rPr dirty="0"/>
              <a:t> </a:t>
            </a:r>
            <a:r>
              <a:rPr dirty="0" err="1"/>
              <a:t>устанавливать</a:t>
            </a:r>
            <a:r>
              <a:rPr dirty="0"/>
              <a:t>, </a:t>
            </a:r>
            <a:r>
              <a:rPr dirty="0" err="1"/>
              <a:t>обновлять</a:t>
            </a:r>
            <a:r>
              <a:rPr dirty="0"/>
              <a:t>, </a:t>
            </a:r>
            <a:r>
              <a:rPr dirty="0" err="1"/>
              <a:t>удалять</a:t>
            </a:r>
            <a:r>
              <a:rPr dirty="0"/>
              <a:t> и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риски</a:t>
            </a:r>
            <a:r>
              <a:rPr dirty="0"/>
              <a:t> </a:t>
            </a:r>
            <a:r>
              <a:rPr dirty="0" err="1"/>
              <a:t>сторонних</a:t>
            </a:r>
            <a:r>
              <a:rPr dirty="0"/>
              <a:t> </a:t>
            </a:r>
            <a:r>
              <a:rPr dirty="0" err="1"/>
              <a:t>репозиториев</a:t>
            </a:r>
            <a:r>
              <a:rPr dirty="0"/>
              <a:t> и </a:t>
            </a:r>
            <a:r>
              <a:rPr dirty="0" err="1"/>
              <a:t>обновлений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sz="2800" dirty="0"/>
              <a:t>1. </a:t>
            </a:r>
            <a:r>
              <a:rPr sz="2800" dirty="0" err="1"/>
              <a:t>Пакет</a:t>
            </a:r>
            <a:r>
              <a:rPr sz="2800" dirty="0"/>
              <a:t> </a:t>
            </a:r>
            <a:r>
              <a:rPr sz="2800" dirty="0" err="1"/>
              <a:t>как</a:t>
            </a:r>
            <a:r>
              <a:rPr sz="2800" dirty="0"/>
              <a:t> </a:t>
            </a:r>
            <a:r>
              <a:rPr sz="2800" dirty="0" err="1"/>
              <a:t>способ</a:t>
            </a:r>
            <a:r>
              <a:rPr sz="2800" dirty="0"/>
              <a:t> </a:t>
            </a:r>
            <a:r>
              <a:rPr sz="2800" dirty="0" err="1"/>
              <a:t>установки</a:t>
            </a:r>
            <a:r>
              <a:rPr sz="2800" dirty="0"/>
              <a:t> </a:t>
            </a:r>
            <a:r>
              <a:rPr sz="2800" dirty="0" err="1"/>
              <a:t>программ</a:t>
            </a:r>
            <a:r>
              <a:rPr sz="2800" dirty="0"/>
              <a:t> в Linux.</a:t>
            </a:r>
          </a:p>
          <a:p>
            <a:pPr>
              <a:defRPr sz="3600"/>
            </a:pPr>
            <a:r>
              <a:rPr sz="2800" dirty="0"/>
              <a:t>2. </a:t>
            </a:r>
            <a:r>
              <a:rPr sz="2800" dirty="0" err="1"/>
              <a:t>Репозиторий</a:t>
            </a:r>
            <a:r>
              <a:rPr sz="2800" dirty="0"/>
              <a:t>: </a:t>
            </a:r>
            <a:r>
              <a:rPr sz="2800" dirty="0" err="1"/>
              <a:t>назначение</a:t>
            </a:r>
            <a:r>
              <a:rPr sz="2800" dirty="0"/>
              <a:t> и </a:t>
            </a:r>
            <a:r>
              <a:rPr sz="2800" dirty="0" err="1"/>
              <a:t>доверенный</a:t>
            </a:r>
            <a:r>
              <a:rPr sz="2800" dirty="0"/>
              <a:t> </a:t>
            </a:r>
            <a:r>
              <a:rPr sz="2800" dirty="0" err="1"/>
              <a:t>источник</a:t>
            </a:r>
            <a:r>
              <a:rPr sz="2800" dirty="0"/>
              <a:t> </a:t>
            </a:r>
            <a:r>
              <a:rPr sz="2800" dirty="0" err="1"/>
              <a:t>пакетов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3. </a:t>
            </a:r>
            <a:r>
              <a:rPr sz="2800" dirty="0" err="1"/>
              <a:t>Индекс</a:t>
            </a:r>
            <a:r>
              <a:rPr sz="2800" dirty="0"/>
              <a:t> </a:t>
            </a:r>
            <a:r>
              <a:rPr sz="2800" dirty="0" err="1"/>
              <a:t>пакетов</a:t>
            </a:r>
            <a:r>
              <a:rPr sz="2800" dirty="0"/>
              <a:t> и </a:t>
            </a:r>
            <a:r>
              <a:rPr sz="2800" dirty="0" err="1"/>
              <a:t>обновление</a:t>
            </a:r>
            <a:r>
              <a:rPr sz="2800" dirty="0"/>
              <a:t> </a:t>
            </a:r>
            <a:r>
              <a:rPr sz="2800" dirty="0" err="1"/>
              <a:t>списка</a:t>
            </a:r>
            <a:r>
              <a:rPr sz="2800" dirty="0"/>
              <a:t> </a:t>
            </a:r>
            <a:r>
              <a:rPr sz="2800" dirty="0" err="1"/>
              <a:t>пакетов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4. apt: </a:t>
            </a:r>
            <a:r>
              <a:rPr sz="2800" dirty="0" err="1"/>
              <a:t>установка</a:t>
            </a:r>
            <a:r>
              <a:rPr sz="2800" dirty="0"/>
              <a:t>, </a:t>
            </a:r>
            <a:r>
              <a:rPr sz="2800" dirty="0" err="1"/>
              <a:t>удаление</a:t>
            </a:r>
            <a:r>
              <a:rPr sz="2800" dirty="0"/>
              <a:t>, </a:t>
            </a:r>
            <a:r>
              <a:rPr sz="2800" dirty="0" err="1"/>
              <a:t>обновление</a:t>
            </a:r>
            <a:r>
              <a:rPr sz="2800" dirty="0"/>
              <a:t> </a:t>
            </a:r>
            <a:r>
              <a:rPr sz="2800" dirty="0" err="1"/>
              <a:t>пакетов</a:t>
            </a:r>
            <a:r>
              <a:rPr sz="2800" dirty="0"/>
              <a:t> в Debian/Ubuntu.</a:t>
            </a:r>
          </a:p>
          <a:p>
            <a:pPr>
              <a:defRPr sz="3600"/>
            </a:pPr>
            <a:r>
              <a:rPr sz="2800" dirty="0"/>
              <a:t>5. </a:t>
            </a:r>
            <a:r>
              <a:rPr sz="2800" dirty="0" err="1"/>
              <a:t>dpkg</a:t>
            </a:r>
            <a:r>
              <a:rPr sz="2800" dirty="0"/>
              <a:t>: </a:t>
            </a:r>
            <a:r>
              <a:rPr sz="2800" dirty="0" err="1"/>
              <a:t>работа</a:t>
            </a:r>
            <a:r>
              <a:rPr sz="2800" dirty="0"/>
              <a:t> с </a:t>
            </a:r>
            <a:r>
              <a:rPr sz="2800" dirty="0" err="1"/>
              <a:t>локальными</a:t>
            </a:r>
            <a:r>
              <a:rPr sz="2800" dirty="0"/>
              <a:t> .deb-</a:t>
            </a:r>
            <a:r>
              <a:rPr sz="2800" dirty="0" err="1"/>
              <a:t>пакетами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6. </a:t>
            </a:r>
            <a:r>
              <a:rPr sz="2800" dirty="0" err="1"/>
              <a:t>dnf</a:t>
            </a:r>
            <a:r>
              <a:rPr sz="2800" dirty="0"/>
              <a:t>/yum: </a:t>
            </a:r>
            <a:r>
              <a:rPr sz="2800" dirty="0" err="1"/>
              <a:t>пакетные</a:t>
            </a:r>
            <a:r>
              <a:rPr sz="2800" dirty="0"/>
              <a:t> </a:t>
            </a:r>
            <a:r>
              <a:rPr sz="2800" dirty="0" err="1"/>
              <a:t>менеджеры</a:t>
            </a:r>
            <a:r>
              <a:rPr sz="2800" dirty="0"/>
              <a:t> </a:t>
            </a:r>
            <a:r>
              <a:rPr sz="2800" dirty="0" err="1"/>
              <a:t>семейства</a:t>
            </a:r>
            <a:r>
              <a:rPr sz="2800" dirty="0"/>
              <a:t> RHEL </a:t>
            </a:r>
            <a:r>
              <a:rPr sz="2800" dirty="0" err="1"/>
              <a:t>на</a:t>
            </a:r>
            <a:r>
              <a:rPr sz="2800" dirty="0"/>
              <a:t> </a:t>
            </a:r>
            <a:r>
              <a:rPr sz="2800" dirty="0" err="1"/>
              <a:t>уровне</a:t>
            </a:r>
            <a:r>
              <a:rPr sz="2800" dirty="0"/>
              <a:t> </a:t>
            </a:r>
            <a:r>
              <a:rPr sz="2800" dirty="0" err="1"/>
              <a:t>сравнения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7. snap: </a:t>
            </a:r>
            <a:r>
              <a:rPr sz="2800" dirty="0" err="1"/>
              <a:t>назначение</a:t>
            </a:r>
            <a:r>
              <a:rPr sz="2800" dirty="0"/>
              <a:t> и </a:t>
            </a:r>
            <a:r>
              <a:rPr sz="2800" dirty="0" err="1"/>
              <a:t>отличие</a:t>
            </a:r>
            <a:r>
              <a:rPr sz="2800" dirty="0"/>
              <a:t> </a:t>
            </a:r>
            <a:r>
              <a:rPr sz="2800" dirty="0" err="1"/>
              <a:t>от</a:t>
            </a:r>
            <a:r>
              <a:rPr sz="2800" dirty="0"/>
              <a:t> </a:t>
            </a:r>
            <a:r>
              <a:rPr sz="2800" dirty="0" err="1"/>
              <a:t>классических</a:t>
            </a:r>
            <a:r>
              <a:rPr sz="2800" dirty="0"/>
              <a:t> </a:t>
            </a:r>
            <a:r>
              <a:rPr sz="2800" dirty="0" err="1"/>
              <a:t>пакетов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8. </a:t>
            </a:r>
            <a:r>
              <a:rPr sz="2800" dirty="0" err="1"/>
              <a:t>Проверка</a:t>
            </a:r>
            <a:r>
              <a:rPr sz="2800" dirty="0"/>
              <a:t> </a:t>
            </a:r>
            <a:r>
              <a:rPr sz="2800" dirty="0" err="1"/>
              <a:t>установленного</a:t>
            </a:r>
            <a:r>
              <a:rPr sz="2800" dirty="0"/>
              <a:t> </a:t>
            </a:r>
            <a:r>
              <a:rPr sz="2800" dirty="0" err="1"/>
              <a:t>пакета</a:t>
            </a:r>
            <a:r>
              <a:rPr sz="2800" dirty="0"/>
              <a:t> и </a:t>
            </a:r>
            <a:r>
              <a:rPr sz="2800" dirty="0" err="1"/>
              <a:t>версии</a:t>
            </a:r>
            <a:r>
              <a:rPr sz="2800" dirty="0"/>
              <a:t> </a:t>
            </a:r>
            <a:r>
              <a:rPr sz="2800" dirty="0" err="1"/>
              <a:t>программы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9. </a:t>
            </a:r>
            <a:r>
              <a:rPr sz="2800" dirty="0" err="1"/>
              <a:t>Безопасность</a:t>
            </a:r>
            <a:r>
              <a:rPr sz="2800" dirty="0"/>
              <a:t> </a:t>
            </a:r>
            <a:r>
              <a:rPr sz="2800" dirty="0" err="1"/>
              <a:t>обновлений</a:t>
            </a:r>
            <a:r>
              <a:rPr sz="2800" dirty="0"/>
              <a:t> и </a:t>
            </a:r>
            <a:r>
              <a:rPr sz="2800" dirty="0" err="1"/>
              <a:t>аккуратность</a:t>
            </a:r>
            <a:r>
              <a:rPr sz="2800" dirty="0"/>
              <a:t> </a:t>
            </a:r>
            <a:r>
              <a:rPr sz="2800" dirty="0" err="1"/>
              <a:t>при</a:t>
            </a:r>
            <a:r>
              <a:rPr sz="2800" dirty="0"/>
              <a:t> </a:t>
            </a:r>
            <a:r>
              <a:rPr sz="2800" dirty="0" err="1"/>
              <a:t>подключении</a:t>
            </a:r>
            <a:r>
              <a:rPr sz="2800" dirty="0"/>
              <a:t> </a:t>
            </a:r>
            <a:r>
              <a:rPr sz="2800" dirty="0" err="1"/>
              <a:t>сторонних</a:t>
            </a:r>
            <a:r>
              <a:rPr sz="2800" dirty="0"/>
              <a:t> </a:t>
            </a:r>
            <a:r>
              <a:rPr sz="2800" dirty="0" err="1"/>
              <a:t>репозиториев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Пакет как способ установки программ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Пакет</a:t>
            </a:r>
            <a:r>
              <a:rPr dirty="0"/>
              <a:t> -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архив</a:t>
            </a:r>
            <a:r>
              <a:rPr dirty="0"/>
              <a:t> с </a:t>
            </a:r>
            <a:r>
              <a:rPr dirty="0" err="1"/>
              <a:t>программой</a:t>
            </a:r>
            <a:r>
              <a:rPr dirty="0"/>
              <a:t>, </a:t>
            </a:r>
            <a:r>
              <a:rPr dirty="0" err="1"/>
              <a:t>служебными</a:t>
            </a:r>
            <a:r>
              <a:rPr dirty="0"/>
              <a:t> </a:t>
            </a:r>
            <a:r>
              <a:rPr dirty="0" err="1"/>
              <a:t>файлами</a:t>
            </a:r>
            <a:r>
              <a:rPr dirty="0"/>
              <a:t> и </a:t>
            </a:r>
            <a:r>
              <a:rPr dirty="0" err="1"/>
              <a:t>метаданными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в </a:t>
            </a:r>
            <a:r>
              <a:rPr dirty="0" err="1"/>
              <a:t>систему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Метаданные</a:t>
            </a:r>
            <a:r>
              <a:rPr dirty="0"/>
              <a:t> </a:t>
            </a:r>
            <a:r>
              <a:rPr dirty="0" err="1"/>
              <a:t>описывают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, </a:t>
            </a:r>
            <a:r>
              <a:rPr dirty="0" err="1"/>
              <a:t>версию</a:t>
            </a:r>
            <a:r>
              <a:rPr dirty="0"/>
              <a:t>, </a:t>
            </a:r>
            <a:r>
              <a:rPr dirty="0" err="1"/>
              <a:t>зависимости</a:t>
            </a:r>
            <a:r>
              <a:rPr dirty="0"/>
              <a:t>, </a:t>
            </a:r>
            <a:r>
              <a:rPr dirty="0" err="1"/>
              <a:t>файлы</a:t>
            </a:r>
            <a:r>
              <a:rPr dirty="0"/>
              <a:t> и </a:t>
            </a:r>
            <a:r>
              <a:rPr dirty="0" err="1"/>
              <a:t>сценарии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Пакетный</a:t>
            </a:r>
            <a:r>
              <a:rPr dirty="0"/>
              <a:t> </a:t>
            </a:r>
            <a:r>
              <a:rPr dirty="0" err="1"/>
              <a:t>менеджер</a:t>
            </a:r>
            <a:r>
              <a:rPr dirty="0"/>
              <a:t> </a:t>
            </a:r>
            <a:r>
              <a:rPr dirty="0" err="1"/>
              <a:t>устанавливает</a:t>
            </a:r>
            <a:r>
              <a:rPr dirty="0"/>
              <a:t> </a:t>
            </a:r>
            <a:r>
              <a:rPr dirty="0" err="1"/>
              <a:t>программу</a:t>
            </a:r>
            <a:r>
              <a:rPr dirty="0"/>
              <a:t> </a:t>
            </a:r>
            <a:r>
              <a:rPr dirty="0" err="1"/>
              <a:t>контролируемо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копированием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Debian/Ubuntu </a:t>
            </a:r>
            <a:r>
              <a:rPr dirty="0" err="1"/>
              <a:t>типичный</a:t>
            </a:r>
            <a:r>
              <a:rPr dirty="0"/>
              <a:t> </a:t>
            </a:r>
            <a:r>
              <a:rPr dirty="0" err="1"/>
              <a:t>формат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 - </a:t>
            </a:r>
            <a:r>
              <a:rPr b="1" dirty="0">
                <a:solidFill>
                  <a:srgbClr val="002060"/>
                </a:solidFill>
              </a:rPr>
              <a:t>.deb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RHEL-</a:t>
            </a:r>
            <a:r>
              <a:rPr dirty="0" err="1"/>
              <a:t>подобных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 </a:t>
            </a:r>
            <a:r>
              <a:rPr dirty="0" err="1"/>
              <a:t>типичный</a:t>
            </a:r>
            <a:r>
              <a:rPr dirty="0"/>
              <a:t> </a:t>
            </a:r>
            <a:r>
              <a:rPr dirty="0" err="1"/>
              <a:t>формат</a:t>
            </a:r>
            <a:r>
              <a:rPr dirty="0"/>
              <a:t> - </a:t>
            </a:r>
            <a:r>
              <a:rPr b="1" dirty="0">
                <a:solidFill>
                  <a:srgbClr val="002060"/>
                </a:solidFill>
              </a:rPr>
              <a:t>.rpm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входит в пакет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Исполняемые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Конфигурационные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Документация</a:t>
            </a:r>
            <a:r>
              <a:rPr dirty="0"/>
              <a:t>, man-</a:t>
            </a:r>
            <a:r>
              <a:rPr dirty="0" err="1"/>
              <a:t>страницы</a:t>
            </a:r>
            <a:r>
              <a:rPr dirty="0"/>
              <a:t> и </a:t>
            </a:r>
            <a:r>
              <a:rPr dirty="0" err="1"/>
              <a:t>служебные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Сценарии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и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зависимостей</a:t>
            </a:r>
            <a:r>
              <a:rPr dirty="0"/>
              <a:t>: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библиотеки</a:t>
            </a:r>
            <a:r>
              <a:rPr dirty="0"/>
              <a:t> и 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пакет лучше ручной установки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Пакетный</a:t>
            </a:r>
            <a:r>
              <a:rPr dirty="0"/>
              <a:t> </a:t>
            </a:r>
            <a:r>
              <a:rPr dirty="0" err="1"/>
              <a:t>менеджер</a:t>
            </a:r>
            <a:r>
              <a:rPr dirty="0"/>
              <a:t> </a:t>
            </a:r>
            <a:r>
              <a:rPr dirty="0" err="1"/>
              <a:t>знает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были</a:t>
            </a:r>
            <a:r>
              <a:rPr dirty="0"/>
              <a:t> </a:t>
            </a:r>
            <a:r>
              <a:rPr dirty="0" err="1"/>
              <a:t>установлены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обновить</a:t>
            </a:r>
            <a:r>
              <a:rPr dirty="0"/>
              <a:t>, </a:t>
            </a:r>
            <a:r>
              <a:rPr dirty="0" err="1"/>
              <a:t>удалить</a:t>
            </a:r>
            <a:r>
              <a:rPr dirty="0"/>
              <a:t> и </a:t>
            </a:r>
            <a:r>
              <a:rPr dirty="0" err="1"/>
              <a:t>проверить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Зависимости</a:t>
            </a:r>
            <a:r>
              <a:rPr dirty="0"/>
              <a:t> </a:t>
            </a:r>
            <a:r>
              <a:rPr dirty="0" err="1"/>
              <a:t>устанавливаются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явно</a:t>
            </a:r>
            <a:r>
              <a:rPr dirty="0"/>
              <a:t> </a:t>
            </a:r>
            <a:r>
              <a:rPr dirty="0" err="1"/>
              <a:t>показываются</a:t>
            </a:r>
            <a:r>
              <a:rPr dirty="0"/>
              <a:t> </a:t>
            </a:r>
            <a:r>
              <a:rPr dirty="0" err="1"/>
              <a:t>администратору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Обновления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 </a:t>
            </a:r>
            <a:r>
              <a:rPr dirty="0" err="1"/>
              <a:t>приходят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репозитория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хаос</a:t>
            </a:r>
            <a:r>
              <a:rPr dirty="0"/>
              <a:t> и </a:t>
            </a:r>
            <a:r>
              <a:rPr dirty="0" err="1"/>
              <a:t>делает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</a:t>
            </a:r>
            <a:r>
              <a:rPr dirty="0" err="1"/>
              <a:t>документируемой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пакет</a:t>
            </a:r>
            <a:r>
              <a:rPr dirty="0"/>
              <a:t>, </a:t>
            </a:r>
            <a:r>
              <a:rPr dirty="0" err="1"/>
              <a:t>зависимости</a:t>
            </a:r>
            <a:r>
              <a:rPr dirty="0"/>
              <a:t> и </a:t>
            </a:r>
            <a:r>
              <a:rPr dirty="0" err="1"/>
              <a:t>установка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C81CA5-9E85-5052-645C-343C5578C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Зависимости пакетов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Зависимость</a:t>
            </a:r>
            <a:r>
              <a:rPr dirty="0"/>
              <a:t> -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,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которого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сможет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Например</a:t>
            </a:r>
            <a:r>
              <a:rPr dirty="0"/>
              <a:t>, </a:t>
            </a:r>
            <a:r>
              <a:rPr dirty="0" err="1"/>
              <a:t>веб-серверу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понадобиться</a:t>
            </a:r>
            <a:r>
              <a:rPr dirty="0"/>
              <a:t> </a:t>
            </a:r>
            <a:r>
              <a:rPr dirty="0" err="1"/>
              <a:t>библиотеки</a:t>
            </a:r>
            <a:r>
              <a:rPr dirty="0"/>
              <a:t> TLS, </a:t>
            </a:r>
            <a:r>
              <a:rPr dirty="0" err="1"/>
              <a:t>модули</a:t>
            </a:r>
            <a:r>
              <a:rPr dirty="0"/>
              <a:t> и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APT </a:t>
            </a:r>
            <a:r>
              <a:rPr dirty="0" err="1"/>
              <a:t>старается</a:t>
            </a:r>
            <a:r>
              <a:rPr dirty="0"/>
              <a:t> </a:t>
            </a:r>
            <a:r>
              <a:rPr dirty="0" err="1"/>
              <a:t>подобрать</a:t>
            </a:r>
            <a:r>
              <a:rPr dirty="0"/>
              <a:t> и </a:t>
            </a:r>
            <a:r>
              <a:rPr dirty="0" err="1"/>
              <a:t>установить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 </a:t>
            </a:r>
            <a:r>
              <a:rPr dirty="0" err="1"/>
              <a:t>конфликтуют</a:t>
            </a:r>
            <a:r>
              <a:rPr dirty="0"/>
              <a:t>, </a:t>
            </a:r>
            <a:r>
              <a:rPr dirty="0" err="1"/>
              <a:t>установка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остановлена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исправления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изменений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подтверждением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чтения информации о пакете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установкой</a:t>
            </a:r>
            <a:r>
              <a:rPr dirty="0"/>
              <a:t> </a:t>
            </a:r>
            <a:r>
              <a:rPr dirty="0" err="1"/>
              <a:t>незнакомого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 </a:t>
            </a:r>
            <a:r>
              <a:rPr dirty="0" err="1"/>
              <a:t>полезно</a:t>
            </a:r>
            <a:r>
              <a:rPr dirty="0"/>
              <a:t> </a:t>
            </a:r>
            <a:r>
              <a:rPr dirty="0" err="1"/>
              <a:t>посмотреть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описание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apt show nginx.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выводе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поля</a:t>
            </a:r>
            <a:r>
              <a:rPr dirty="0"/>
              <a:t> Package, Version, Depends, Description и Download-Size.</a:t>
            </a:r>
          </a:p>
          <a:p>
            <a:pPr indent="354013">
              <a:defRPr sz="3600"/>
            </a:pPr>
            <a:r>
              <a:rPr dirty="0"/>
              <a:t>Depends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установлены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с </a:t>
            </a:r>
            <a:r>
              <a:rPr dirty="0" err="1"/>
              <a:t>пакетом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Description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убедиться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выбран</a:t>
            </a:r>
            <a:r>
              <a:rPr dirty="0"/>
              <a:t> </a:t>
            </a:r>
            <a:r>
              <a:rPr dirty="0" err="1"/>
              <a:t>нужный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Репозиторий: назначение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Репозиторий</a:t>
            </a:r>
            <a:r>
              <a:rPr dirty="0"/>
              <a:t> -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конкретного</a:t>
            </a:r>
            <a:r>
              <a:rPr dirty="0"/>
              <a:t> </a:t>
            </a:r>
            <a:r>
              <a:rPr dirty="0" err="1"/>
              <a:t>дистрибутива</a:t>
            </a:r>
            <a:r>
              <a:rPr dirty="0"/>
              <a:t> и </a:t>
            </a:r>
            <a:r>
              <a:rPr dirty="0" err="1"/>
              <a:t>версии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репозитории</a:t>
            </a:r>
            <a:r>
              <a:rPr dirty="0"/>
              <a:t> </a:t>
            </a:r>
            <a:r>
              <a:rPr dirty="0" err="1"/>
              <a:t>хранятся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, </a:t>
            </a:r>
            <a:r>
              <a:rPr dirty="0" err="1"/>
              <a:t>метаданные</a:t>
            </a:r>
            <a:r>
              <a:rPr dirty="0"/>
              <a:t>, </a:t>
            </a:r>
            <a:r>
              <a:rPr dirty="0" err="1"/>
              <a:t>подписи</a:t>
            </a:r>
            <a:r>
              <a:rPr dirty="0"/>
              <a:t> и </a:t>
            </a:r>
            <a:r>
              <a:rPr dirty="0" err="1"/>
              <a:t>информация</a:t>
            </a:r>
            <a:r>
              <a:rPr dirty="0"/>
              <a:t> о </a:t>
            </a:r>
            <a:r>
              <a:rPr dirty="0" err="1"/>
              <a:t>версиях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случайных</a:t>
            </a:r>
            <a:r>
              <a:rPr dirty="0"/>
              <a:t> </a:t>
            </a:r>
            <a:r>
              <a:rPr dirty="0" err="1"/>
              <a:t>сайтов</a:t>
            </a:r>
            <a:r>
              <a:rPr dirty="0"/>
              <a:t>, а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настроенных</a:t>
            </a:r>
            <a:r>
              <a:rPr dirty="0"/>
              <a:t> </a:t>
            </a:r>
            <a:r>
              <a:rPr dirty="0" err="1"/>
              <a:t>источников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доверенные</a:t>
            </a:r>
            <a:r>
              <a:rPr dirty="0"/>
              <a:t> и </a:t>
            </a:r>
            <a:r>
              <a:rPr dirty="0" err="1"/>
              <a:t>совместимые</a:t>
            </a:r>
            <a:r>
              <a:rPr dirty="0"/>
              <a:t> </a:t>
            </a:r>
            <a:r>
              <a:rPr dirty="0" err="1"/>
              <a:t>репозитории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Доверенный источник пакетов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Доверенный</a:t>
            </a:r>
            <a:r>
              <a:rPr dirty="0"/>
              <a:t> </a:t>
            </a:r>
            <a:r>
              <a:rPr dirty="0" err="1"/>
              <a:t>репозиторий</a:t>
            </a:r>
            <a:r>
              <a:rPr dirty="0"/>
              <a:t> </a:t>
            </a:r>
            <a:r>
              <a:rPr dirty="0" err="1"/>
              <a:t>подписывает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криптографическим</a:t>
            </a:r>
            <a:r>
              <a:rPr dirty="0"/>
              <a:t> </a:t>
            </a:r>
            <a:r>
              <a:rPr dirty="0" err="1"/>
              <a:t>ключом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APT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подпись</a:t>
            </a:r>
            <a:r>
              <a:rPr dirty="0"/>
              <a:t> </a:t>
            </a:r>
            <a:r>
              <a:rPr dirty="0" err="1"/>
              <a:t>индекса</a:t>
            </a:r>
            <a:r>
              <a:rPr dirty="0"/>
              <a:t> и </a:t>
            </a:r>
            <a:r>
              <a:rPr dirty="0" err="1"/>
              <a:t>пакетов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снизить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подмены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подключить</a:t>
            </a:r>
            <a:r>
              <a:rPr dirty="0"/>
              <a:t> </a:t>
            </a:r>
            <a:r>
              <a:rPr dirty="0" err="1"/>
              <a:t>случайный</a:t>
            </a:r>
            <a:r>
              <a:rPr dirty="0"/>
              <a:t> </a:t>
            </a:r>
            <a:r>
              <a:rPr dirty="0" err="1"/>
              <a:t>репозиторий</a:t>
            </a:r>
            <a:r>
              <a:rPr dirty="0"/>
              <a:t>,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получить</a:t>
            </a:r>
            <a:r>
              <a:rPr dirty="0"/>
              <a:t> </a:t>
            </a:r>
            <a:r>
              <a:rPr dirty="0" err="1"/>
              <a:t>несовместимые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вредоносные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Репозиторий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соответствовать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 </a:t>
            </a:r>
            <a:r>
              <a:rPr dirty="0" err="1"/>
              <a:t>дистрибутива</a:t>
            </a:r>
            <a:r>
              <a:rPr dirty="0"/>
              <a:t>: </a:t>
            </a:r>
            <a:r>
              <a:rPr dirty="0" err="1"/>
              <a:t>например</a:t>
            </a:r>
            <a:r>
              <a:rPr dirty="0"/>
              <a:t>, Ubuntu 24.04 к Ubuntu 24.04.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Где описаны источники 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источников</a:t>
            </a:r>
            <a:r>
              <a:rPr dirty="0"/>
              <a:t>: /</a:t>
            </a:r>
            <a:r>
              <a:rPr dirty="0" err="1"/>
              <a:t>etc</a:t>
            </a:r>
            <a:r>
              <a:rPr dirty="0"/>
              <a:t>/apt/</a:t>
            </a:r>
            <a:r>
              <a:rPr dirty="0" err="1"/>
              <a:t>sources.list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источники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лежат</a:t>
            </a:r>
            <a:r>
              <a:rPr dirty="0"/>
              <a:t> в /</a:t>
            </a:r>
            <a:r>
              <a:rPr dirty="0" err="1"/>
              <a:t>etc</a:t>
            </a:r>
            <a:r>
              <a:rPr dirty="0"/>
              <a:t>/apt/</a:t>
            </a:r>
            <a:r>
              <a:rPr dirty="0" err="1"/>
              <a:t>sources.list.d</a:t>
            </a:r>
            <a:r>
              <a:rPr dirty="0"/>
              <a:t>/.</a:t>
            </a:r>
          </a:p>
          <a:p>
            <a:pPr indent="354013">
              <a:defRPr sz="3600"/>
            </a:pPr>
            <a:r>
              <a:rPr dirty="0" err="1"/>
              <a:t>Современные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формат</a:t>
            </a:r>
            <a:r>
              <a:rPr dirty="0"/>
              <a:t> .sources.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источников</a:t>
            </a:r>
            <a:r>
              <a:rPr dirty="0"/>
              <a:t> </a:t>
            </a:r>
            <a:r>
              <a:rPr dirty="0" err="1"/>
              <a:t>обязательно</a:t>
            </a:r>
            <a:r>
              <a:rPr dirty="0"/>
              <a:t> </a:t>
            </a:r>
            <a:r>
              <a:rPr dirty="0" err="1"/>
              <a:t>выполняют</a:t>
            </a:r>
            <a:r>
              <a:rPr dirty="0"/>
              <a:t>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apt update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обновления</a:t>
            </a:r>
            <a:r>
              <a:rPr dirty="0"/>
              <a:t> </a:t>
            </a:r>
            <a:r>
              <a:rPr dirty="0" err="1"/>
              <a:t>индекса</a:t>
            </a:r>
            <a:r>
              <a:rPr dirty="0"/>
              <a:t> APT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узнает</a:t>
            </a:r>
            <a:r>
              <a:rPr dirty="0"/>
              <a:t> о </a:t>
            </a:r>
            <a:r>
              <a:rPr dirty="0" err="1"/>
              <a:t>пакетах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нового</a:t>
            </a:r>
            <a:r>
              <a:rPr dirty="0"/>
              <a:t> </a:t>
            </a:r>
            <a:r>
              <a:rPr dirty="0" err="1"/>
              <a:t>источника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репозиторий</a:t>
            </a:r>
            <a:r>
              <a:rPr dirty="0"/>
              <a:t>, </a:t>
            </a:r>
            <a:r>
              <a:rPr dirty="0" err="1"/>
              <a:t>индекс</a:t>
            </a:r>
            <a:r>
              <a:rPr dirty="0"/>
              <a:t> и </a:t>
            </a:r>
            <a:r>
              <a:rPr dirty="0" err="1"/>
              <a:t>пакетный</a:t>
            </a:r>
            <a:r>
              <a:rPr dirty="0"/>
              <a:t> </a:t>
            </a:r>
            <a:r>
              <a:rPr dirty="0" err="1"/>
              <a:t>менеджер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26C8F2-D0A8-6274-FF3B-B478AAC08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источника пакета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установкой</a:t>
            </a:r>
            <a:r>
              <a:rPr dirty="0"/>
              <a:t> </a:t>
            </a:r>
            <a:r>
              <a:rPr dirty="0" err="1"/>
              <a:t>полезно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какого</a:t>
            </a:r>
            <a:r>
              <a:rPr dirty="0"/>
              <a:t> </a:t>
            </a:r>
            <a:r>
              <a:rPr dirty="0" err="1"/>
              <a:t>репозитория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взят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apt-cache policy nginx.</a:t>
            </a:r>
          </a:p>
          <a:p>
            <a:pPr indent="354013">
              <a:defRPr sz="3600"/>
            </a:pPr>
            <a:r>
              <a:rPr dirty="0"/>
              <a:t>Candidate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версию</a:t>
            </a:r>
            <a:r>
              <a:rPr dirty="0"/>
              <a:t>, </a:t>
            </a:r>
            <a:r>
              <a:rPr dirty="0" err="1"/>
              <a:t>которую</a:t>
            </a:r>
            <a:r>
              <a:rPr dirty="0"/>
              <a:t> APT </a:t>
            </a:r>
            <a:r>
              <a:rPr dirty="0" err="1"/>
              <a:t>предлагает</a:t>
            </a:r>
            <a:r>
              <a:rPr dirty="0"/>
              <a:t> </a:t>
            </a:r>
            <a:r>
              <a:rPr dirty="0" err="1"/>
              <a:t>установить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версий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источники</a:t>
            </a:r>
            <a:r>
              <a:rPr dirty="0"/>
              <a:t> и </a:t>
            </a:r>
            <a:r>
              <a:rPr dirty="0" err="1"/>
              <a:t>приоритеты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Так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обнаружить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приходит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ожидаемого</a:t>
            </a:r>
            <a:r>
              <a:rPr dirty="0"/>
              <a:t> </a:t>
            </a:r>
            <a:r>
              <a:rPr dirty="0" err="1"/>
              <a:t>репозитория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Индекс пакетов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Индекс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 - </a:t>
            </a:r>
            <a:r>
              <a:rPr dirty="0" err="1"/>
              <a:t>локальная</a:t>
            </a:r>
            <a:r>
              <a:rPr dirty="0"/>
              <a:t> </a:t>
            </a:r>
            <a:r>
              <a:rPr dirty="0" err="1"/>
              <a:t>база</a:t>
            </a:r>
            <a:r>
              <a:rPr dirty="0"/>
              <a:t> </a:t>
            </a:r>
            <a:r>
              <a:rPr dirty="0" err="1"/>
              <a:t>сведений</a:t>
            </a:r>
            <a:r>
              <a:rPr dirty="0"/>
              <a:t> о </a:t>
            </a:r>
            <a:r>
              <a:rPr dirty="0" err="1"/>
              <a:t>доступных</a:t>
            </a:r>
            <a:r>
              <a:rPr dirty="0"/>
              <a:t> </a:t>
            </a:r>
            <a:r>
              <a:rPr dirty="0" err="1"/>
              <a:t>пакетах</a:t>
            </a:r>
            <a:r>
              <a:rPr dirty="0"/>
              <a:t> и </a:t>
            </a:r>
            <a:r>
              <a:rPr dirty="0" err="1"/>
              <a:t>версиях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APT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обращается</a:t>
            </a:r>
            <a:r>
              <a:rPr dirty="0"/>
              <a:t> к </a:t>
            </a:r>
            <a:r>
              <a:rPr dirty="0" err="1"/>
              <a:t>репозиторию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каждым</a:t>
            </a:r>
            <a:r>
              <a:rPr dirty="0"/>
              <a:t> </a:t>
            </a:r>
            <a:r>
              <a:rPr dirty="0" err="1"/>
              <a:t>поиском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скачивает</a:t>
            </a:r>
            <a:r>
              <a:rPr dirty="0"/>
              <a:t> </a:t>
            </a:r>
            <a:r>
              <a:rPr dirty="0" err="1"/>
              <a:t>индекс</a:t>
            </a:r>
            <a:r>
              <a:rPr dirty="0"/>
              <a:t>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локально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индекс</a:t>
            </a:r>
            <a:r>
              <a:rPr dirty="0"/>
              <a:t> </a:t>
            </a:r>
            <a:r>
              <a:rPr dirty="0" err="1"/>
              <a:t>устарел</a:t>
            </a:r>
            <a:r>
              <a:rPr dirty="0"/>
              <a:t>, APT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видеть</a:t>
            </a:r>
            <a:r>
              <a:rPr dirty="0"/>
              <a:t>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apt update: что делает на самом деле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apt update </a:t>
            </a:r>
            <a:r>
              <a:rPr dirty="0" err="1"/>
              <a:t>обновляет</a:t>
            </a:r>
            <a:r>
              <a:rPr dirty="0"/>
              <a:t> </a:t>
            </a: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индекс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Эта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обновляет</a:t>
            </a:r>
            <a:r>
              <a:rPr dirty="0"/>
              <a:t> </a:t>
            </a:r>
            <a:r>
              <a:rPr dirty="0" err="1"/>
              <a:t>установленные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скачивает</a:t>
            </a:r>
            <a:r>
              <a:rPr dirty="0"/>
              <a:t> </a:t>
            </a:r>
            <a:r>
              <a:rPr dirty="0" err="1"/>
              <a:t>свежие</a:t>
            </a:r>
            <a:r>
              <a:rPr dirty="0"/>
              <a:t> </a:t>
            </a:r>
            <a:r>
              <a:rPr dirty="0" err="1"/>
              <a:t>списки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настроенных</a:t>
            </a:r>
            <a:r>
              <a:rPr dirty="0"/>
              <a:t> </a:t>
            </a:r>
            <a:r>
              <a:rPr dirty="0" err="1"/>
              <a:t>репозиториев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apt update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корректно</a:t>
            </a:r>
            <a:r>
              <a:rPr dirty="0"/>
              <a:t> </a:t>
            </a:r>
            <a:r>
              <a:rPr dirty="0" err="1"/>
              <a:t>искать</a:t>
            </a:r>
            <a:r>
              <a:rPr dirty="0"/>
              <a:t>, </a:t>
            </a:r>
            <a:r>
              <a:rPr dirty="0" err="1"/>
              <a:t>устанавливать</a:t>
            </a:r>
            <a:r>
              <a:rPr dirty="0"/>
              <a:t> и </a:t>
            </a:r>
            <a:r>
              <a:rPr dirty="0" err="1"/>
              <a:t>обновлять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apt update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читать результат apt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>
                <a:solidFill>
                  <a:srgbClr val="002060"/>
                </a:solidFill>
              </a:rPr>
              <a:t>Hit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доступен</a:t>
            </a:r>
            <a:r>
              <a:rPr dirty="0"/>
              <a:t> и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изменились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>
                <a:solidFill>
                  <a:srgbClr val="002060"/>
                </a:solidFill>
              </a:rPr>
              <a:t>Get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APT </a:t>
            </a:r>
            <a:r>
              <a:rPr dirty="0" err="1"/>
              <a:t>скачал</a:t>
            </a:r>
            <a:r>
              <a:rPr dirty="0"/>
              <a:t>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индекса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>
                <a:solidFill>
                  <a:srgbClr val="002060"/>
                </a:solidFill>
              </a:rPr>
              <a:t>Err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, </a:t>
            </a:r>
            <a:r>
              <a:rPr dirty="0" err="1"/>
              <a:t>подписи</a:t>
            </a:r>
            <a:r>
              <a:rPr dirty="0"/>
              <a:t>, DNS,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репозитория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репозитория</a:t>
            </a:r>
            <a:r>
              <a:rPr dirty="0"/>
              <a:t>, </a:t>
            </a:r>
            <a:r>
              <a:rPr dirty="0" err="1"/>
              <a:t>устанавливать</a:t>
            </a:r>
            <a:r>
              <a:rPr dirty="0"/>
              <a:t> и </a:t>
            </a:r>
            <a:r>
              <a:rPr dirty="0" err="1"/>
              <a:t>обновлять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рискованно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исправляют</a:t>
            </a:r>
            <a:r>
              <a:rPr dirty="0"/>
              <a:t> </a:t>
            </a:r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проблемы</a:t>
            </a:r>
            <a:r>
              <a:rPr dirty="0"/>
              <a:t>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повторяют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 apt update.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apt list --upgradable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обновления</a:t>
            </a:r>
            <a:r>
              <a:rPr dirty="0"/>
              <a:t> </a:t>
            </a:r>
            <a:r>
              <a:rPr dirty="0" err="1"/>
              <a:t>индекса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посмотреть</a:t>
            </a:r>
            <a:r>
              <a:rPr dirty="0"/>
              <a:t> </a:t>
            </a:r>
            <a:r>
              <a:rPr dirty="0" err="1"/>
              <a:t>доступные</a:t>
            </a:r>
            <a:r>
              <a:rPr dirty="0"/>
              <a:t> </a:t>
            </a:r>
            <a:r>
              <a:rPr dirty="0" err="1"/>
              <a:t>обновления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apt list --upgradable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,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которых</a:t>
            </a:r>
            <a:r>
              <a:rPr dirty="0"/>
              <a:t> </a:t>
            </a:r>
            <a:r>
              <a:rPr dirty="0" err="1"/>
              <a:t>доступна</a:t>
            </a:r>
            <a:r>
              <a:rPr dirty="0"/>
              <a:t> </a:t>
            </a:r>
            <a:r>
              <a:rPr dirty="0" err="1"/>
              <a:t>новая</a:t>
            </a:r>
            <a:r>
              <a:rPr dirty="0"/>
              <a:t> </a:t>
            </a:r>
            <a:r>
              <a:rPr dirty="0" err="1"/>
              <a:t>версия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безопасный</a:t>
            </a:r>
            <a:r>
              <a:rPr dirty="0"/>
              <a:t> </a:t>
            </a:r>
            <a:r>
              <a:rPr dirty="0" err="1"/>
              <a:t>подготовительный</a:t>
            </a:r>
            <a:r>
              <a:rPr dirty="0"/>
              <a:t> </a:t>
            </a:r>
            <a:r>
              <a:rPr dirty="0" err="1"/>
              <a:t>шаг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upgrade.</a:t>
            </a:r>
          </a:p>
          <a:p>
            <a:pPr indent="354013"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обновлений</a:t>
            </a:r>
            <a:r>
              <a:rPr dirty="0"/>
              <a:t> </a:t>
            </a:r>
            <a:r>
              <a:rPr dirty="0" err="1"/>
              <a:t>стоит</a:t>
            </a:r>
            <a:r>
              <a:rPr dirty="0"/>
              <a:t> </a:t>
            </a:r>
            <a:r>
              <a:rPr dirty="0" err="1"/>
              <a:t>просмотреть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apt: роль и область применения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apt</a:t>
            </a:r>
            <a:r>
              <a:rPr dirty="0"/>
              <a:t> -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высокоуровневый</a:t>
            </a:r>
            <a:r>
              <a:rPr dirty="0"/>
              <a:t> </a:t>
            </a:r>
            <a:r>
              <a:rPr dirty="0" err="1"/>
              <a:t>инструмент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пакетами</a:t>
            </a:r>
            <a:r>
              <a:rPr dirty="0"/>
              <a:t> в Debian/Ubuntu.</a:t>
            </a:r>
          </a:p>
          <a:p>
            <a:pPr indent="3540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с </a:t>
            </a:r>
            <a:r>
              <a:rPr dirty="0" err="1"/>
              <a:t>репозиториями</a:t>
            </a:r>
            <a:r>
              <a:rPr dirty="0"/>
              <a:t>, </a:t>
            </a:r>
            <a:r>
              <a:rPr dirty="0" err="1"/>
              <a:t>зависимостями</a:t>
            </a:r>
            <a:r>
              <a:rPr dirty="0"/>
              <a:t> и </a:t>
            </a:r>
            <a:r>
              <a:rPr dirty="0" err="1"/>
              <a:t>установленными</a:t>
            </a:r>
            <a:r>
              <a:rPr dirty="0"/>
              <a:t> </a:t>
            </a:r>
            <a:r>
              <a:rPr dirty="0" err="1"/>
              <a:t>пакетами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apt </a:t>
            </a: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ручного</a:t>
            </a:r>
            <a:r>
              <a:rPr dirty="0"/>
              <a:t> </a:t>
            </a:r>
            <a:r>
              <a:rPr dirty="0" err="1"/>
              <a:t>администрирования</a:t>
            </a:r>
            <a:r>
              <a:rPr dirty="0"/>
              <a:t> в </a:t>
            </a:r>
            <a:r>
              <a:rPr dirty="0" err="1"/>
              <a:t>терминале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сценариев</a:t>
            </a:r>
            <a:r>
              <a:rPr dirty="0"/>
              <a:t> </a:t>
            </a:r>
            <a:r>
              <a:rPr dirty="0" err="1"/>
              <a:t>иногда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apt-get,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стабильнее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практике</a:t>
            </a:r>
            <a:r>
              <a:rPr dirty="0"/>
              <a:t> apt </a:t>
            </a:r>
            <a:r>
              <a:rPr dirty="0" err="1"/>
              <a:t>достаточно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, </a:t>
            </a:r>
            <a:r>
              <a:rPr dirty="0" err="1"/>
              <a:t>удаления</a:t>
            </a:r>
            <a:r>
              <a:rPr dirty="0"/>
              <a:t> и </a:t>
            </a:r>
            <a:r>
              <a:rPr dirty="0" err="1"/>
              <a:t>обновления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Поиск пакета через apt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точное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 </a:t>
            </a:r>
            <a:r>
              <a:rPr dirty="0" err="1"/>
              <a:t>неизвестно</a:t>
            </a:r>
            <a:r>
              <a:rPr dirty="0"/>
              <a:t>,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поиск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apt search web server</a:t>
            </a:r>
          </a:p>
          <a:p>
            <a:pPr indent="354013">
              <a:defRPr sz="3600"/>
            </a:pPr>
            <a:r>
              <a:rPr dirty="0"/>
              <a:t>apt search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и </a:t>
            </a:r>
            <a:r>
              <a:rPr dirty="0" err="1"/>
              <a:t>описанию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внимательно</a:t>
            </a:r>
            <a:r>
              <a:rPr dirty="0"/>
              <a:t>: </a:t>
            </a:r>
            <a:r>
              <a:rPr dirty="0" err="1"/>
              <a:t>похожие</a:t>
            </a:r>
            <a:r>
              <a:rPr dirty="0"/>
              <a:t> </a:t>
            </a:r>
            <a:r>
              <a:rPr dirty="0" err="1"/>
              <a:t>названия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относиться</a:t>
            </a:r>
            <a:r>
              <a:rPr dirty="0"/>
              <a:t> к </a:t>
            </a:r>
            <a:r>
              <a:rPr dirty="0" err="1"/>
              <a:t>разным</a:t>
            </a:r>
            <a:r>
              <a:rPr dirty="0"/>
              <a:t> </a:t>
            </a:r>
            <a:r>
              <a:rPr dirty="0" err="1"/>
              <a:t>программам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 </a:t>
            </a:r>
            <a:r>
              <a:rPr dirty="0" err="1"/>
              <a:t>желательно</a:t>
            </a:r>
            <a:r>
              <a:rPr dirty="0"/>
              <a:t> </a:t>
            </a:r>
            <a:r>
              <a:rPr dirty="0" err="1"/>
              <a:t>уточнить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apt show.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пакета через apt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apt show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подробную</a:t>
            </a:r>
            <a:r>
              <a:rPr dirty="0"/>
              <a:t> </a:t>
            </a:r>
            <a:r>
              <a:rPr dirty="0" err="1"/>
              <a:t>карточку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apt show nginx</a:t>
            </a:r>
          </a:p>
          <a:p>
            <a:pPr indent="354013">
              <a:defRPr sz="3600"/>
            </a:pPr>
            <a:r>
              <a:rPr dirty="0" err="1"/>
              <a:t>Поля</a:t>
            </a:r>
            <a:r>
              <a:rPr dirty="0"/>
              <a:t> Version и Repository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источник</a:t>
            </a:r>
            <a:r>
              <a:rPr dirty="0"/>
              <a:t> и </a:t>
            </a:r>
            <a:r>
              <a:rPr dirty="0" err="1"/>
              <a:t>версию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Depends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Description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пакета через apt install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Установка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и </a:t>
            </a:r>
            <a:r>
              <a:rPr dirty="0" err="1"/>
              <a:t>описания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apt install nginx</a:t>
            </a:r>
          </a:p>
          <a:p>
            <a:pPr indent="354013">
              <a:defRPr sz="3600"/>
            </a:pPr>
            <a:r>
              <a:rPr dirty="0"/>
              <a:t>APT </a:t>
            </a:r>
            <a:r>
              <a:rPr dirty="0" err="1"/>
              <a:t>покажет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новых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, </a:t>
            </a:r>
            <a:r>
              <a:rPr dirty="0" err="1"/>
              <a:t>зависимостей</a:t>
            </a:r>
            <a:r>
              <a:rPr dirty="0"/>
              <a:t> и </a:t>
            </a:r>
            <a:r>
              <a:rPr dirty="0" err="1"/>
              <a:t>объем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подтверждением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прочитать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установлено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выполняют</a:t>
            </a:r>
            <a:r>
              <a:rPr dirty="0"/>
              <a:t> </a:t>
            </a:r>
            <a:r>
              <a:rPr dirty="0" err="1"/>
              <a:t>отдельную</a:t>
            </a:r>
            <a:r>
              <a:rPr dirty="0"/>
              <a:t> </a:t>
            </a:r>
            <a:r>
              <a:rPr dirty="0" err="1"/>
              <a:t>проверку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после установки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наличие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: </a:t>
            </a:r>
            <a:endParaRPr lang="en-US" dirty="0"/>
          </a:p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dpkg</a:t>
            </a:r>
            <a:r>
              <a:rPr b="1" dirty="0">
                <a:solidFill>
                  <a:srgbClr val="002060"/>
                </a:solidFill>
              </a:rPr>
              <a:t> -l | grep nginx</a:t>
            </a:r>
          </a:p>
          <a:p>
            <a:pPr indent="354013">
              <a:defRPr sz="3600"/>
            </a:pP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версию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: nginx -v.</a:t>
            </a:r>
          </a:p>
          <a:p>
            <a:pPr indent="354013">
              <a:defRPr sz="3600"/>
            </a:pP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к </a:t>
            </a:r>
            <a:r>
              <a:rPr dirty="0" err="1"/>
              <a:t>исполняемому</a:t>
            </a:r>
            <a:r>
              <a:rPr dirty="0"/>
              <a:t> </a:t>
            </a:r>
            <a:r>
              <a:rPr dirty="0" err="1"/>
              <a:t>файлу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which nginx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устанавливает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, </a:t>
            </a:r>
            <a:r>
              <a:rPr dirty="0" err="1"/>
              <a:t>проверяют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status nginx</a:t>
            </a:r>
          </a:p>
          <a:p>
            <a:pPr indent="354013">
              <a:defRPr sz="3600"/>
            </a:pPr>
            <a:r>
              <a:rPr dirty="0" err="1"/>
              <a:t>Так</a:t>
            </a:r>
            <a:r>
              <a:rPr dirty="0"/>
              <a:t> </a:t>
            </a: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подтверждает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факт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и </a:t>
            </a:r>
            <a:r>
              <a:rPr dirty="0" err="1"/>
              <a:t>работоспособность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Удаление: remove и purge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apt remove </a:t>
            </a:r>
            <a:r>
              <a:rPr dirty="0" err="1"/>
              <a:t>удаляет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оставляет</a:t>
            </a:r>
            <a:r>
              <a:rPr dirty="0"/>
              <a:t> </a:t>
            </a:r>
            <a:r>
              <a:rPr dirty="0" err="1"/>
              <a:t>конфигурационные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apt remove nginx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apt purge </a:t>
            </a:r>
            <a:r>
              <a:rPr dirty="0" err="1"/>
              <a:t>удаляет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с </a:t>
            </a:r>
            <a:r>
              <a:rPr dirty="0" err="1"/>
              <a:t>конфигурацией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apt purge nginx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purge </a:t>
            </a:r>
            <a:r>
              <a:rPr dirty="0" err="1"/>
              <a:t>применяют</a:t>
            </a:r>
            <a:r>
              <a:rPr dirty="0"/>
              <a:t> </a:t>
            </a:r>
            <a:r>
              <a:rPr dirty="0" err="1"/>
              <a:t>осторожно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autoremove: очистка зависимостей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остаться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очистки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apt </a:t>
            </a:r>
            <a:r>
              <a:rPr b="1" dirty="0" err="1">
                <a:solidFill>
                  <a:srgbClr val="002060"/>
                </a:solidFill>
              </a:rPr>
              <a:t>autoremove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подтверждением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прочитать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удаляемых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 </a:t>
            </a:r>
            <a:r>
              <a:rPr dirty="0" err="1"/>
              <a:t>соглашаться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понимая</a:t>
            </a:r>
            <a:r>
              <a:rPr dirty="0"/>
              <a:t> </a:t>
            </a:r>
            <a:r>
              <a:rPr dirty="0" err="1"/>
              <a:t>последствий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в </a:t>
            </a:r>
            <a:r>
              <a:rPr dirty="0" err="1"/>
              <a:t>списке</a:t>
            </a:r>
            <a:r>
              <a:rPr dirty="0"/>
              <a:t> </a:t>
            </a:r>
            <a:r>
              <a:rPr dirty="0" err="1"/>
              <a:t>важная</a:t>
            </a:r>
            <a:r>
              <a:rPr dirty="0"/>
              <a:t> </a:t>
            </a:r>
            <a:r>
              <a:rPr dirty="0" err="1"/>
              <a:t>библиотека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, </a:t>
            </a:r>
            <a:r>
              <a:rPr dirty="0" err="1"/>
              <a:t>действие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остановить</a:t>
            </a:r>
            <a:r>
              <a:rPr dirty="0"/>
              <a:t> и </a:t>
            </a:r>
            <a:r>
              <a:rPr dirty="0" err="1"/>
              <a:t>разобраться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Обновление: upgrade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apt upgrade </a:t>
            </a:r>
            <a:r>
              <a:rPr dirty="0" err="1"/>
              <a:t>устанавливает</a:t>
            </a:r>
            <a:r>
              <a:rPr dirty="0"/>
              <a:t> </a:t>
            </a:r>
            <a:r>
              <a:rPr dirty="0" err="1"/>
              <a:t>доступные</a:t>
            </a:r>
            <a:r>
              <a:rPr dirty="0"/>
              <a:t> </a:t>
            </a:r>
            <a:r>
              <a:rPr dirty="0" err="1"/>
              <a:t>обновления</a:t>
            </a:r>
            <a:r>
              <a:rPr dirty="0"/>
              <a:t> </a:t>
            </a:r>
            <a:r>
              <a:rPr dirty="0" err="1"/>
              <a:t>установленных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ним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выполняют</a:t>
            </a:r>
            <a:r>
              <a:rPr dirty="0"/>
              <a:t>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apt update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apt upgrade.</a:t>
            </a:r>
          </a:p>
          <a:p>
            <a:pPr indent="354013">
              <a:defRPr sz="3600"/>
            </a:pPr>
            <a:r>
              <a:rPr dirty="0"/>
              <a:t>APT </a:t>
            </a:r>
            <a:r>
              <a:rPr dirty="0" err="1"/>
              <a:t>покажет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обновляемых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 и </a:t>
            </a:r>
            <a:r>
              <a:rPr dirty="0" err="1"/>
              <a:t>объем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обновления</a:t>
            </a:r>
            <a:r>
              <a:rPr dirty="0"/>
              <a:t> </a:t>
            </a:r>
            <a:r>
              <a:rPr dirty="0" err="1"/>
              <a:t>важных</a:t>
            </a:r>
            <a:r>
              <a:rPr dirty="0"/>
              <a:t> </a:t>
            </a:r>
            <a:r>
              <a:rPr dirty="0" err="1"/>
              <a:t>компонентов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потребоваться</a:t>
            </a:r>
            <a:r>
              <a:rPr dirty="0"/>
              <a:t> </a:t>
            </a:r>
            <a:r>
              <a:rPr dirty="0" err="1"/>
              <a:t>перезагрузка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update, upgrade и full-upgrade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apt update </a:t>
            </a:r>
            <a:r>
              <a:rPr dirty="0" err="1"/>
              <a:t>обновляет</a:t>
            </a:r>
            <a:r>
              <a:rPr dirty="0"/>
              <a:t> </a:t>
            </a:r>
            <a:r>
              <a:rPr dirty="0" err="1"/>
              <a:t>индекс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меняет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apt upgrade </a:t>
            </a:r>
            <a:r>
              <a:rPr dirty="0" err="1"/>
              <a:t>обновляет</a:t>
            </a:r>
            <a:r>
              <a:rPr dirty="0"/>
              <a:t> </a:t>
            </a:r>
            <a:r>
              <a:rPr dirty="0" err="1"/>
              <a:t>установленные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важных</a:t>
            </a:r>
            <a:r>
              <a:rPr dirty="0"/>
              <a:t> </a:t>
            </a:r>
            <a:r>
              <a:rPr dirty="0" err="1"/>
              <a:t>зависимостей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apt full-upgrade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удалять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заменять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разрешения</a:t>
            </a:r>
            <a:r>
              <a:rPr dirty="0"/>
              <a:t> </a:t>
            </a:r>
            <a:r>
              <a:rPr dirty="0" err="1"/>
              <a:t>зависимостей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учебном</a:t>
            </a:r>
            <a:r>
              <a:rPr dirty="0"/>
              <a:t> </a:t>
            </a:r>
            <a:r>
              <a:rPr dirty="0" err="1"/>
              <a:t>стенде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различия</a:t>
            </a:r>
            <a:r>
              <a:rPr dirty="0"/>
              <a:t>, а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-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изменений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базового</a:t>
            </a:r>
            <a:r>
              <a:rPr dirty="0"/>
              <a:t> </a:t>
            </a:r>
            <a:r>
              <a:rPr dirty="0" err="1"/>
              <a:t>администрирования</a:t>
            </a:r>
            <a:r>
              <a:rPr dirty="0"/>
              <a:t> </a:t>
            </a:r>
            <a:r>
              <a:rPr dirty="0" err="1"/>
              <a:t>чаще</a:t>
            </a:r>
            <a:r>
              <a:rPr dirty="0"/>
              <a:t> </a:t>
            </a:r>
            <a:r>
              <a:rPr dirty="0" err="1"/>
              <a:t>достаточно</a:t>
            </a:r>
            <a:r>
              <a:rPr dirty="0"/>
              <a:t> update, list --upgradable и upgrade.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dpkg: назначение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dpkg</a:t>
            </a:r>
            <a:r>
              <a:rPr dirty="0"/>
              <a:t> - </a:t>
            </a:r>
            <a:r>
              <a:rPr dirty="0" err="1"/>
              <a:t>низкоуровневый</a:t>
            </a:r>
            <a:r>
              <a:rPr dirty="0"/>
              <a:t> </a:t>
            </a:r>
            <a:r>
              <a:rPr dirty="0" err="1"/>
              <a:t>инструмент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с .deb-</a:t>
            </a:r>
            <a:r>
              <a:rPr dirty="0" err="1"/>
              <a:t>пакетами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умеет</a:t>
            </a:r>
            <a:r>
              <a:rPr dirty="0"/>
              <a:t> </a:t>
            </a:r>
            <a:r>
              <a:rPr dirty="0" err="1"/>
              <a:t>устанавливать</a:t>
            </a:r>
            <a:r>
              <a:rPr dirty="0"/>
              <a:t> </a:t>
            </a:r>
            <a:r>
              <a:rPr b="1" dirty="0" err="1"/>
              <a:t>локальный</a:t>
            </a:r>
            <a:r>
              <a:rPr dirty="0"/>
              <a:t> .deb-</a:t>
            </a:r>
            <a:r>
              <a:rPr dirty="0" err="1"/>
              <a:t>файл</a:t>
            </a:r>
            <a:r>
              <a:rPr dirty="0"/>
              <a:t>, </a:t>
            </a:r>
            <a:r>
              <a:rPr dirty="0" err="1"/>
              <a:t>смотреть</a:t>
            </a:r>
            <a:r>
              <a:rPr dirty="0"/>
              <a:t> </a:t>
            </a:r>
            <a:r>
              <a:rPr dirty="0" err="1"/>
              <a:t>установленные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 и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dpkg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скачивает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репозитория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apt.</a:t>
            </a:r>
          </a:p>
          <a:p>
            <a:pPr indent="354013">
              <a:defRPr sz="3600"/>
            </a:pP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dpkg</a:t>
            </a:r>
            <a:r>
              <a:rPr dirty="0"/>
              <a:t> -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иногда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исправлять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apt.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локального .deb через dpkg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устанавливают</a:t>
            </a:r>
            <a:r>
              <a:rPr dirty="0"/>
              <a:t> </a:t>
            </a:r>
            <a:r>
              <a:rPr dirty="0" err="1"/>
              <a:t>так</a:t>
            </a:r>
            <a:r>
              <a:rPr dirty="0"/>
              <a:t>: </a:t>
            </a:r>
            <a:endParaRPr lang="en-US" dirty="0"/>
          </a:p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dpkg</a:t>
            </a:r>
            <a:r>
              <a:rPr b="1" dirty="0">
                <a:solidFill>
                  <a:srgbClr val="002060"/>
                </a:solidFill>
              </a:rPr>
              <a:t> -</a:t>
            </a:r>
            <a:r>
              <a:rPr b="1" dirty="0" err="1">
                <a:solidFill>
                  <a:srgbClr val="002060"/>
                </a:solidFill>
              </a:rPr>
              <a:t>i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package.deb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зависимостей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хватает</a:t>
            </a:r>
            <a:r>
              <a:rPr dirty="0"/>
              <a:t>, </a:t>
            </a:r>
            <a:r>
              <a:rPr dirty="0" err="1"/>
              <a:t>dpkg</a:t>
            </a:r>
            <a:r>
              <a:rPr dirty="0"/>
              <a:t> </a:t>
            </a:r>
            <a:r>
              <a:rPr dirty="0" err="1"/>
              <a:t>сообщит</a:t>
            </a:r>
            <a:r>
              <a:rPr dirty="0"/>
              <a:t> </a:t>
            </a:r>
            <a:r>
              <a:rPr dirty="0" err="1"/>
              <a:t>об</a:t>
            </a:r>
            <a:r>
              <a:rPr dirty="0"/>
              <a:t> </a:t>
            </a:r>
            <a:r>
              <a:rPr dirty="0" err="1"/>
              <a:t>ошибке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endParaRPr lang="en-US" dirty="0"/>
          </a:p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apt -f install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apt -f install </a:t>
            </a:r>
            <a:r>
              <a:rPr dirty="0" err="1"/>
              <a:t>пытается</a:t>
            </a:r>
            <a:r>
              <a:rPr dirty="0"/>
              <a:t> </a:t>
            </a:r>
            <a:r>
              <a:rPr dirty="0" err="1"/>
              <a:t>установить</a:t>
            </a:r>
            <a:r>
              <a:rPr dirty="0"/>
              <a:t> </a:t>
            </a:r>
            <a:r>
              <a:rPr dirty="0" err="1"/>
              <a:t>недостающие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репозиториев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возможности</a:t>
            </a:r>
            <a:r>
              <a:rPr dirty="0"/>
              <a:t> </a:t>
            </a:r>
            <a:r>
              <a:rPr dirty="0" err="1"/>
              <a:t>устанавливать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apt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доверенного</a:t>
            </a:r>
            <a:r>
              <a:rPr dirty="0"/>
              <a:t> </a:t>
            </a:r>
            <a:r>
              <a:rPr dirty="0" err="1"/>
              <a:t>репозитория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пакета через dpkg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установленных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dpkg</a:t>
            </a:r>
            <a:r>
              <a:rPr b="1" dirty="0">
                <a:solidFill>
                  <a:srgbClr val="002060"/>
                </a:solidFill>
              </a:rPr>
              <a:t> -l.</a:t>
            </a:r>
          </a:p>
          <a:p>
            <a:pPr indent="354013">
              <a:defRPr sz="3600"/>
            </a:pP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конкретного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dpkg</a:t>
            </a:r>
            <a:r>
              <a:rPr b="1" dirty="0">
                <a:solidFill>
                  <a:srgbClr val="002060"/>
                </a:solidFill>
              </a:rPr>
              <a:t> -l | grep nginx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dpkg</a:t>
            </a:r>
            <a:r>
              <a:rPr b="1" dirty="0">
                <a:solidFill>
                  <a:srgbClr val="002060"/>
                </a:solidFill>
              </a:rPr>
              <a:t> -L nginx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Определить</a:t>
            </a:r>
            <a:r>
              <a:rPr dirty="0"/>
              <a:t>, </a:t>
            </a:r>
            <a:r>
              <a:rPr dirty="0" err="1"/>
              <a:t>какому</a:t>
            </a:r>
            <a:r>
              <a:rPr dirty="0"/>
              <a:t> </a:t>
            </a:r>
            <a:r>
              <a:rPr dirty="0" err="1"/>
              <a:t>пакету</a:t>
            </a:r>
            <a:r>
              <a:rPr dirty="0"/>
              <a:t> </a:t>
            </a:r>
            <a:r>
              <a:rPr dirty="0" err="1"/>
              <a:t>принадлежит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: </a:t>
            </a:r>
            <a:endParaRPr lang="en-US" dirty="0"/>
          </a:p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dpkg</a:t>
            </a:r>
            <a:r>
              <a:rPr b="1" dirty="0">
                <a:solidFill>
                  <a:srgbClr val="002060"/>
                </a:solidFill>
              </a:rPr>
              <a:t> -S /</a:t>
            </a:r>
            <a:r>
              <a:rPr b="1" dirty="0" err="1">
                <a:solidFill>
                  <a:srgbClr val="002060"/>
                </a:solidFill>
              </a:rPr>
              <a:t>usr</a:t>
            </a:r>
            <a:r>
              <a:rPr b="1" dirty="0">
                <a:solidFill>
                  <a:srgbClr val="002060"/>
                </a:solidFill>
              </a:rPr>
              <a:t>/</a:t>
            </a:r>
            <a:r>
              <a:rPr b="1" dirty="0" err="1">
                <a:solidFill>
                  <a:srgbClr val="002060"/>
                </a:solidFill>
              </a:rPr>
              <a:t>sbin</a:t>
            </a:r>
            <a:r>
              <a:rPr b="1" dirty="0">
                <a:solidFill>
                  <a:srgbClr val="002060"/>
                </a:solidFill>
              </a:rPr>
              <a:t>/nginx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Эти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полезны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аудите</a:t>
            </a:r>
            <a:r>
              <a:rPr dirty="0"/>
              <a:t> и </a:t>
            </a:r>
            <a:r>
              <a:rPr dirty="0" err="1"/>
              <a:t>диагностике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APT и </a:t>
            </a:r>
            <a:r>
              <a:rPr dirty="0" err="1"/>
              <a:t>dpkg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уровни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пакетами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D5CF29-BB8D-0EFD-FB15-64FA30254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dnf и yum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dnf</a:t>
            </a:r>
            <a:r>
              <a:rPr dirty="0"/>
              <a:t> и </a:t>
            </a:r>
            <a:r>
              <a:rPr b="1" dirty="0">
                <a:solidFill>
                  <a:srgbClr val="002060"/>
                </a:solidFill>
              </a:rPr>
              <a:t>yum</a:t>
            </a:r>
            <a:r>
              <a:rPr dirty="0"/>
              <a:t> </a:t>
            </a:r>
            <a:r>
              <a:rPr dirty="0" err="1"/>
              <a:t>используются</a:t>
            </a:r>
            <a:r>
              <a:rPr dirty="0"/>
              <a:t> в RHEL-</a:t>
            </a:r>
            <a:r>
              <a:rPr dirty="0" err="1"/>
              <a:t>подобных</a:t>
            </a:r>
            <a:r>
              <a:rPr dirty="0"/>
              <a:t> </a:t>
            </a:r>
            <a:r>
              <a:rPr dirty="0" err="1"/>
              <a:t>системах</a:t>
            </a:r>
            <a:r>
              <a:rPr dirty="0"/>
              <a:t>: Rocky Linux, </a:t>
            </a:r>
            <a:r>
              <a:rPr dirty="0" err="1"/>
              <a:t>AlmaLinux</a:t>
            </a:r>
            <a:r>
              <a:rPr dirty="0"/>
              <a:t>, Fedora, CentOS Stream.</a:t>
            </a:r>
          </a:p>
          <a:p>
            <a:pPr indent="354013">
              <a:defRPr sz="3600"/>
            </a:pP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работают</a:t>
            </a:r>
            <a:r>
              <a:rPr dirty="0"/>
              <a:t> с RPM-</a:t>
            </a:r>
            <a:r>
              <a:rPr dirty="0" err="1"/>
              <a:t>пакетами</a:t>
            </a:r>
            <a:r>
              <a:rPr dirty="0"/>
              <a:t> и </a:t>
            </a:r>
            <a:r>
              <a:rPr dirty="0" err="1"/>
              <a:t>репозиториями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yum -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старый</a:t>
            </a:r>
            <a:r>
              <a:rPr dirty="0"/>
              <a:t> </a:t>
            </a:r>
            <a:r>
              <a:rPr dirty="0" err="1"/>
              <a:t>инструмент</a:t>
            </a:r>
            <a:r>
              <a:rPr dirty="0"/>
              <a:t>, </a:t>
            </a:r>
            <a:r>
              <a:rPr dirty="0" err="1"/>
              <a:t>dnf</a:t>
            </a:r>
            <a:r>
              <a:rPr dirty="0"/>
              <a:t> - </a:t>
            </a:r>
            <a:r>
              <a:rPr dirty="0" err="1"/>
              <a:t>современная</a:t>
            </a:r>
            <a:r>
              <a:rPr dirty="0"/>
              <a:t> </a:t>
            </a:r>
            <a:r>
              <a:rPr dirty="0" err="1"/>
              <a:t>замена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Логика</a:t>
            </a:r>
            <a:r>
              <a:rPr dirty="0"/>
              <a:t> </a:t>
            </a:r>
            <a:r>
              <a:rPr dirty="0" err="1"/>
              <a:t>похожа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apt: </a:t>
            </a:r>
            <a:r>
              <a:rPr dirty="0" err="1"/>
              <a:t>поиск</a:t>
            </a:r>
            <a:r>
              <a:rPr dirty="0"/>
              <a:t>, </a:t>
            </a:r>
            <a:r>
              <a:rPr dirty="0" err="1"/>
              <a:t>установка</a:t>
            </a:r>
            <a:r>
              <a:rPr dirty="0"/>
              <a:t>, </a:t>
            </a:r>
            <a:r>
              <a:rPr dirty="0" err="1"/>
              <a:t>обновление</a:t>
            </a:r>
            <a:r>
              <a:rPr dirty="0"/>
              <a:t>, </a:t>
            </a:r>
            <a:r>
              <a:rPr dirty="0" err="1"/>
              <a:t>удаление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Синтаксис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механически</a:t>
            </a:r>
            <a:r>
              <a:rPr dirty="0"/>
              <a:t> </a:t>
            </a:r>
            <a:r>
              <a:rPr dirty="0" err="1"/>
              <a:t>переносить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семействами</a:t>
            </a:r>
            <a:r>
              <a:rPr dirty="0"/>
              <a:t> Linux.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Примеры dnf/yum на уровне сравнения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Установка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dnf</a:t>
            </a:r>
            <a:r>
              <a:rPr dirty="0"/>
              <a:t> install nginx.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Обновление</a:t>
            </a:r>
            <a:r>
              <a:rPr dirty="0"/>
              <a:t> </a:t>
            </a:r>
            <a:r>
              <a:rPr dirty="0" err="1"/>
              <a:t>индекса</a:t>
            </a:r>
            <a:r>
              <a:rPr dirty="0"/>
              <a:t> и </a:t>
            </a:r>
            <a:r>
              <a:rPr dirty="0" err="1"/>
              <a:t>пакетов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dnf</a:t>
            </a:r>
            <a:r>
              <a:rPr dirty="0"/>
              <a:t> upgrade.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Информация</a:t>
            </a:r>
            <a:r>
              <a:rPr dirty="0"/>
              <a:t> о </a:t>
            </a:r>
            <a:r>
              <a:rPr dirty="0" err="1"/>
              <a:t>пакете</a:t>
            </a:r>
            <a:r>
              <a:rPr dirty="0"/>
              <a:t>: </a:t>
            </a:r>
            <a:r>
              <a:rPr dirty="0" err="1"/>
              <a:t>dnf</a:t>
            </a:r>
            <a:r>
              <a:rPr dirty="0"/>
              <a:t> info nginx.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Удаление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dnf</a:t>
            </a:r>
            <a:r>
              <a:rPr dirty="0"/>
              <a:t> remove nginx.</a:t>
            </a:r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endParaRPr dirty="0"/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этом</a:t>
            </a:r>
            <a:r>
              <a:rPr dirty="0"/>
              <a:t> </a:t>
            </a:r>
            <a:r>
              <a:rPr dirty="0" err="1"/>
              <a:t>курсе</a:t>
            </a:r>
            <a:r>
              <a:rPr dirty="0"/>
              <a:t> </a:t>
            </a:r>
            <a:r>
              <a:rPr dirty="0" err="1"/>
              <a:t>dnf</a:t>
            </a:r>
            <a:r>
              <a:rPr dirty="0"/>
              <a:t>/yum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ориентации</a:t>
            </a:r>
            <a:r>
              <a:rPr dirty="0"/>
              <a:t>,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практический</a:t>
            </a:r>
            <a:r>
              <a:rPr dirty="0"/>
              <a:t> </a:t>
            </a:r>
            <a:r>
              <a:rPr dirty="0" err="1"/>
              <a:t>стенд</a:t>
            </a:r>
            <a:r>
              <a:rPr dirty="0"/>
              <a:t> - Debian/Ubuntu.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snap: назначение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snap - </a:t>
            </a:r>
            <a:r>
              <a:rPr dirty="0" err="1"/>
              <a:t>формат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 и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доставки</a:t>
            </a:r>
            <a:r>
              <a:rPr dirty="0"/>
              <a:t> </a:t>
            </a:r>
            <a:r>
              <a:rPr dirty="0" err="1"/>
              <a:t>приложений</a:t>
            </a:r>
            <a:r>
              <a:rPr dirty="0"/>
              <a:t> с </a:t>
            </a:r>
            <a:r>
              <a:rPr dirty="0" err="1"/>
              <a:t>изоляцией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Snap-</a:t>
            </a: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 и </a:t>
            </a:r>
            <a:r>
              <a:rPr dirty="0" err="1"/>
              <a:t>значительную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зависимостей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себя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упрощает</a:t>
            </a:r>
            <a:r>
              <a:rPr dirty="0"/>
              <a:t> </a:t>
            </a:r>
            <a:r>
              <a:rPr dirty="0" err="1"/>
              <a:t>установку</a:t>
            </a:r>
            <a:r>
              <a:rPr dirty="0"/>
              <a:t> </a:t>
            </a:r>
            <a:r>
              <a:rPr dirty="0" err="1"/>
              <a:t>одинаковой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дистрибутивах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Но</a:t>
            </a:r>
            <a:r>
              <a:rPr dirty="0"/>
              <a:t> snap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занимать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</a:t>
            </a:r>
            <a:r>
              <a:rPr dirty="0" err="1"/>
              <a:t>места</a:t>
            </a:r>
            <a:r>
              <a:rPr dirty="0"/>
              <a:t> и </a:t>
            </a:r>
            <a:r>
              <a:rPr dirty="0" err="1"/>
              <a:t>вести</a:t>
            </a:r>
            <a:r>
              <a:rPr dirty="0"/>
              <a:t> </a:t>
            </a:r>
            <a:r>
              <a:rPr dirty="0" err="1"/>
              <a:t>себя</a:t>
            </a:r>
            <a:r>
              <a:rPr dirty="0"/>
              <a:t> </a:t>
            </a:r>
            <a:r>
              <a:rPr dirty="0" err="1"/>
              <a:t>иначе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классический</a:t>
            </a:r>
            <a:r>
              <a:rPr dirty="0"/>
              <a:t> deb-</a:t>
            </a:r>
            <a:r>
              <a:rPr dirty="0" err="1"/>
              <a:t>пакет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snap и apt: основные отличия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apt </a:t>
            </a:r>
            <a:r>
              <a:rPr dirty="0" err="1"/>
              <a:t>устанавливает</a:t>
            </a:r>
            <a:r>
              <a:rPr dirty="0"/>
              <a:t> deb-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репозиториев</a:t>
            </a:r>
            <a:r>
              <a:rPr dirty="0"/>
              <a:t> </a:t>
            </a:r>
            <a:r>
              <a:rPr dirty="0" err="1"/>
              <a:t>дистрибутива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snap </a:t>
            </a:r>
            <a:r>
              <a:rPr dirty="0" err="1"/>
              <a:t>устанавливает</a:t>
            </a:r>
            <a:r>
              <a:rPr dirty="0"/>
              <a:t> snap-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snap-store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настроенного</a:t>
            </a:r>
            <a:r>
              <a:rPr dirty="0"/>
              <a:t> </a:t>
            </a:r>
            <a:r>
              <a:rPr dirty="0" err="1"/>
              <a:t>источника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apt </a:t>
            </a:r>
            <a:r>
              <a:rPr dirty="0" err="1"/>
              <a:t>тесно</a:t>
            </a:r>
            <a:r>
              <a:rPr dirty="0"/>
              <a:t> </a:t>
            </a:r>
            <a:r>
              <a:rPr dirty="0" err="1"/>
              <a:t>связан</a:t>
            </a:r>
            <a:r>
              <a:rPr dirty="0"/>
              <a:t> с </a:t>
            </a:r>
            <a:r>
              <a:rPr dirty="0" err="1"/>
              <a:t>системой</a:t>
            </a:r>
            <a:r>
              <a:rPr dirty="0"/>
              <a:t> и </a:t>
            </a:r>
            <a:r>
              <a:rPr dirty="0" err="1"/>
              <a:t>службами</a:t>
            </a:r>
            <a:r>
              <a:rPr dirty="0"/>
              <a:t> </a:t>
            </a:r>
            <a:r>
              <a:rPr dirty="0" err="1"/>
              <a:t>дистрибутива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snap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приложений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базовых</a:t>
            </a:r>
            <a:r>
              <a:rPr dirty="0"/>
              <a:t> </a:t>
            </a:r>
            <a:r>
              <a:rPr dirty="0" err="1"/>
              <a:t>серверных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формата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осознанным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Примеры snap-команд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Список</a:t>
            </a:r>
            <a:r>
              <a:rPr dirty="0"/>
              <a:t> snap-</a:t>
            </a:r>
            <a:r>
              <a:rPr dirty="0" err="1"/>
              <a:t>пакетов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snap list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snap find </a:t>
            </a:r>
            <a:r>
              <a:rPr b="1" dirty="0" err="1">
                <a:solidFill>
                  <a:srgbClr val="002060"/>
                </a:solidFill>
              </a:rPr>
              <a:t>имя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Установка</a:t>
            </a:r>
            <a:r>
              <a:rPr dirty="0"/>
              <a:t> </a:t>
            </a:r>
            <a:r>
              <a:rPr dirty="0" err="1"/>
              <a:t>тестового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snap install hello-world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Информация</a:t>
            </a:r>
            <a:r>
              <a:rPr dirty="0"/>
              <a:t> о </a:t>
            </a:r>
            <a:r>
              <a:rPr dirty="0" err="1"/>
              <a:t>пакете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snap info hello-world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Удаление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snap remove hello-world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Проверка установленного пакета и версии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Установка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равна</a:t>
            </a:r>
            <a:r>
              <a:rPr dirty="0"/>
              <a:t> </a:t>
            </a:r>
            <a:r>
              <a:rPr dirty="0" err="1"/>
              <a:t>проверке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, </a:t>
            </a:r>
            <a:r>
              <a:rPr dirty="0" err="1"/>
              <a:t>исполняемый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, </a:t>
            </a:r>
            <a:r>
              <a:rPr dirty="0" err="1"/>
              <a:t>версию</a:t>
            </a:r>
            <a:r>
              <a:rPr dirty="0"/>
              <a:t> и </a:t>
            </a:r>
            <a:r>
              <a:rPr dirty="0" err="1"/>
              <a:t>службу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ключи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-v</a:t>
            </a:r>
            <a:r>
              <a:rPr dirty="0"/>
              <a:t>, </a:t>
            </a:r>
            <a:r>
              <a:rPr b="1" dirty="0">
                <a:solidFill>
                  <a:srgbClr val="002060"/>
                </a:solidFill>
              </a:rPr>
              <a:t>--version</a:t>
            </a:r>
            <a:r>
              <a:rPr dirty="0"/>
              <a:t>, </a:t>
            </a:r>
            <a:r>
              <a:rPr b="1" dirty="0">
                <a:solidFill>
                  <a:srgbClr val="002060"/>
                </a:solidFill>
              </a:rPr>
              <a:t>version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установлена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,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пакета и файлов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: </a:t>
            </a:r>
            <a:r>
              <a:rPr dirty="0" err="1"/>
              <a:t>dpkg</a:t>
            </a:r>
            <a:r>
              <a:rPr dirty="0"/>
              <a:t> -l | grep nginx.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Посмотреть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: </a:t>
            </a:r>
            <a:r>
              <a:rPr dirty="0" err="1"/>
              <a:t>dpkg</a:t>
            </a:r>
            <a:r>
              <a:rPr dirty="0"/>
              <a:t> -L nginx.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файлу</a:t>
            </a:r>
            <a:r>
              <a:rPr dirty="0"/>
              <a:t>: </a:t>
            </a:r>
            <a:r>
              <a:rPr dirty="0" err="1"/>
              <a:t>dpkg</a:t>
            </a:r>
            <a:r>
              <a:rPr dirty="0"/>
              <a:t> -S /</a:t>
            </a:r>
            <a:r>
              <a:rPr dirty="0" err="1"/>
              <a:t>usr</a:t>
            </a:r>
            <a:r>
              <a:rPr dirty="0"/>
              <a:t>/</a:t>
            </a:r>
            <a:r>
              <a:rPr dirty="0" err="1"/>
              <a:t>sbin</a:t>
            </a:r>
            <a:r>
              <a:rPr dirty="0"/>
              <a:t>/nginx.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Посмотреть</a:t>
            </a:r>
            <a:r>
              <a:rPr dirty="0"/>
              <a:t> </a:t>
            </a:r>
            <a:r>
              <a:rPr dirty="0" err="1"/>
              <a:t>источник</a:t>
            </a:r>
            <a:r>
              <a:rPr dirty="0"/>
              <a:t> и </a:t>
            </a:r>
            <a:r>
              <a:rPr dirty="0" err="1"/>
              <a:t>кандидата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: apt-cache policy nginx.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Эти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документировать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команды и версии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Путь</a:t>
            </a:r>
            <a:r>
              <a:rPr dirty="0"/>
              <a:t> к </a:t>
            </a:r>
            <a:r>
              <a:rPr dirty="0" err="1"/>
              <a:t>исполняемому</a:t>
            </a:r>
            <a:r>
              <a:rPr dirty="0"/>
              <a:t> </a:t>
            </a:r>
            <a:r>
              <a:rPr dirty="0" err="1"/>
              <a:t>файлу</a:t>
            </a:r>
            <a:r>
              <a:rPr dirty="0"/>
              <a:t>: which nginx.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Версия</a:t>
            </a:r>
            <a:r>
              <a:rPr dirty="0"/>
              <a:t> nginx: nginx -v.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Версия</a:t>
            </a:r>
            <a:r>
              <a:rPr dirty="0"/>
              <a:t> OpenSSH-</a:t>
            </a:r>
            <a:r>
              <a:rPr dirty="0" err="1"/>
              <a:t>клиента</a:t>
            </a:r>
            <a:r>
              <a:rPr dirty="0"/>
              <a:t>: ssh -V.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Версия</a:t>
            </a:r>
            <a:r>
              <a:rPr dirty="0"/>
              <a:t> Python: python3 --version.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 </a:t>
            </a:r>
            <a:r>
              <a:rPr dirty="0" err="1"/>
              <a:t>подтверждает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запускается</a:t>
            </a:r>
            <a:r>
              <a:rPr dirty="0"/>
              <a:t> </a:t>
            </a:r>
            <a:r>
              <a:rPr dirty="0" err="1"/>
              <a:t>ожидаемая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9. Безопасность обновлений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Обновления</a:t>
            </a:r>
            <a:r>
              <a:rPr dirty="0"/>
              <a:t> </a:t>
            </a:r>
            <a:r>
              <a:rPr dirty="0" err="1"/>
              <a:t>закрывают</a:t>
            </a:r>
            <a:r>
              <a:rPr dirty="0"/>
              <a:t> </a:t>
            </a:r>
            <a:r>
              <a:rPr dirty="0" err="1"/>
              <a:t>уязвимости</a:t>
            </a:r>
            <a:r>
              <a:rPr dirty="0"/>
              <a:t> и </a:t>
            </a:r>
            <a:r>
              <a:rPr dirty="0" err="1"/>
              <a:t>исправляют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обновление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изменить</a:t>
            </a:r>
            <a:r>
              <a:rPr dirty="0"/>
              <a:t> </a:t>
            </a:r>
            <a:r>
              <a:rPr dirty="0" err="1"/>
              <a:t>поведение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конфигурацию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</a:t>
            </a:r>
            <a:r>
              <a:rPr dirty="0" err="1"/>
              <a:t>обновление</a:t>
            </a:r>
            <a:r>
              <a:rPr dirty="0"/>
              <a:t> </a:t>
            </a:r>
            <a:r>
              <a:rPr dirty="0" err="1"/>
              <a:t>планируют</a:t>
            </a:r>
            <a:r>
              <a:rPr dirty="0"/>
              <a:t>: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, </a:t>
            </a:r>
            <a:r>
              <a:rPr dirty="0" err="1"/>
              <a:t>делают</a:t>
            </a:r>
            <a:r>
              <a:rPr dirty="0"/>
              <a:t> </a:t>
            </a:r>
            <a:r>
              <a:rPr dirty="0" err="1"/>
              <a:t>резервную</a:t>
            </a:r>
            <a:r>
              <a:rPr dirty="0"/>
              <a:t> </a:t>
            </a:r>
            <a:r>
              <a:rPr dirty="0" err="1"/>
              <a:t>копию</a:t>
            </a:r>
            <a:r>
              <a:rPr dirty="0"/>
              <a:t> и </a:t>
            </a:r>
            <a:r>
              <a:rPr dirty="0" err="1"/>
              <a:t>выбирают</a:t>
            </a:r>
            <a:r>
              <a:rPr dirty="0"/>
              <a:t> </a:t>
            </a:r>
            <a:r>
              <a:rPr dirty="0" err="1"/>
              <a:t>окно</a:t>
            </a:r>
            <a:r>
              <a:rPr dirty="0"/>
              <a:t> </a:t>
            </a:r>
            <a:r>
              <a:rPr dirty="0" err="1"/>
              <a:t>обслуживания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обновления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, </a:t>
            </a:r>
            <a:r>
              <a:rPr dirty="0" err="1"/>
              <a:t>журналы</a:t>
            </a:r>
            <a:r>
              <a:rPr dirty="0"/>
              <a:t> и </a:t>
            </a:r>
            <a:r>
              <a:rPr dirty="0" err="1"/>
              <a:t>доступность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безопасный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обновления</a:t>
            </a:r>
            <a:r>
              <a:rPr dirty="0"/>
              <a:t> </a:t>
            </a:r>
            <a:r>
              <a:rPr dirty="0" err="1"/>
              <a:t>сервера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F012FC-76A8-0A17-1FB7-67F5E280D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Практический порядок обновления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обновить</a:t>
            </a:r>
            <a:r>
              <a:rPr dirty="0"/>
              <a:t> </a:t>
            </a:r>
            <a:r>
              <a:rPr dirty="0" err="1"/>
              <a:t>индекс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apt update.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Посмотреть</a:t>
            </a:r>
            <a:r>
              <a:rPr dirty="0"/>
              <a:t> </a:t>
            </a:r>
            <a:r>
              <a:rPr dirty="0" err="1"/>
              <a:t>доступные</a:t>
            </a:r>
            <a:r>
              <a:rPr dirty="0"/>
              <a:t> </a:t>
            </a:r>
            <a:r>
              <a:rPr dirty="0" err="1"/>
              <a:t>обновления</a:t>
            </a:r>
            <a:r>
              <a:rPr dirty="0"/>
              <a:t>: apt list --upgradable.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Оценить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: </a:t>
            </a:r>
            <a:r>
              <a:rPr dirty="0" err="1"/>
              <a:t>ядро</a:t>
            </a:r>
            <a:r>
              <a:rPr dirty="0"/>
              <a:t>,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библиотеки</a:t>
            </a:r>
            <a:r>
              <a:rPr dirty="0"/>
              <a:t>, </a:t>
            </a:r>
            <a:r>
              <a:rPr dirty="0" err="1"/>
              <a:t>серверные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Установить</a:t>
            </a:r>
            <a:r>
              <a:rPr dirty="0"/>
              <a:t> </a:t>
            </a:r>
            <a:r>
              <a:rPr dirty="0" err="1"/>
              <a:t>обновления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apt upgrade.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обновления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и </a:t>
            </a:r>
            <a:r>
              <a:rPr dirty="0" err="1"/>
              <a:t>необходимость</a:t>
            </a:r>
            <a:r>
              <a:rPr dirty="0"/>
              <a:t> </a:t>
            </a:r>
            <a:r>
              <a:rPr dirty="0" err="1"/>
              <a:t>перезагрузки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необходимости перезагрузки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В Debian/Ubuntu </a:t>
            </a:r>
            <a:r>
              <a:rPr dirty="0" err="1"/>
              <a:t>индикатором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служит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/var/run/reboot-required.</a:t>
            </a:r>
          </a:p>
          <a:p>
            <a:pPr indent="354013">
              <a:defRPr sz="3600"/>
            </a:pPr>
            <a:r>
              <a:rPr dirty="0" err="1"/>
              <a:t>Проверка</a:t>
            </a:r>
            <a:r>
              <a:rPr dirty="0"/>
              <a:t>: test -f /var/run/reboot-required &amp;&amp; cat /var/run/reboot-required.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, </a:t>
            </a:r>
            <a:r>
              <a:rPr dirty="0" err="1"/>
              <a:t>перезагрузку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запланировать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перезагрузка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в </a:t>
            </a:r>
            <a:r>
              <a:rPr dirty="0" err="1"/>
              <a:t>согласованное</a:t>
            </a:r>
            <a:r>
              <a:rPr dirty="0"/>
              <a:t> </a:t>
            </a:r>
            <a:r>
              <a:rPr dirty="0" err="1"/>
              <a:t>окно</a:t>
            </a:r>
            <a:r>
              <a:rPr dirty="0"/>
              <a:t> </a:t>
            </a:r>
            <a:r>
              <a:rPr dirty="0" err="1"/>
              <a:t>обслуживания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перезагрузки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Сторонние репозитории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Сторонний</a:t>
            </a:r>
            <a:r>
              <a:rPr dirty="0"/>
              <a:t> </a:t>
            </a:r>
            <a:r>
              <a:rPr dirty="0" err="1"/>
              <a:t>репозиторий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понадобиться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свежей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заменить</a:t>
            </a:r>
            <a:r>
              <a:rPr dirty="0"/>
              <a:t>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добавить</a:t>
            </a:r>
            <a:r>
              <a:rPr dirty="0"/>
              <a:t> </a:t>
            </a:r>
            <a:r>
              <a:rPr dirty="0" err="1"/>
              <a:t>несовместимые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Подключать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официального</a:t>
            </a:r>
            <a:r>
              <a:rPr dirty="0"/>
              <a:t> </a:t>
            </a:r>
            <a:r>
              <a:rPr dirty="0" err="1"/>
              <a:t>источника</a:t>
            </a:r>
            <a:r>
              <a:rPr dirty="0"/>
              <a:t> </a:t>
            </a:r>
            <a:r>
              <a:rPr dirty="0" err="1"/>
              <a:t>поставщика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подписи</a:t>
            </a:r>
            <a:r>
              <a:rPr dirty="0"/>
              <a:t>, </a:t>
            </a:r>
            <a:r>
              <a:rPr dirty="0" err="1"/>
              <a:t>совместимость</a:t>
            </a:r>
            <a:r>
              <a:rPr dirty="0"/>
              <a:t> с </a:t>
            </a:r>
            <a:r>
              <a:rPr dirty="0" err="1"/>
              <a:t>версией</a:t>
            </a:r>
            <a:r>
              <a:rPr dirty="0"/>
              <a:t> ОС и </a:t>
            </a:r>
            <a:r>
              <a:rPr dirty="0" err="1"/>
              <a:t>приоритеты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Опасный сценарий установки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вида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curl URL |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bash </a:t>
            </a:r>
            <a:r>
              <a:rPr dirty="0" err="1"/>
              <a:t>опасны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проверен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удаленный</a:t>
            </a:r>
            <a:r>
              <a:rPr dirty="0"/>
              <a:t> </a:t>
            </a:r>
            <a:r>
              <a:rPr dirty="0" err="1"/>
              <a:t>скрипт</a:t>
            </a:r>
            <a:r>
              <a:rPr dirty="0"/>
              <a:t> с </a:t>
            </a:r>
            <a:r>
              <a:rPr dirty="0" err="1"/>
              <a:t>правами</a:t>
            </a:r>
            <a:r>
              <a:rPr dirty="0"/>
              <a:t> root.</a:t>
            </a:r>
          </a:p>
          <a:p>
            <a:pPr indent="354013">
              <a:defRPr sz="3600"/>
            </a:pP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заранее</a:t>
            </a:r>
            <a:r>
              <a:rPr dirty="0"/>
              <a:t> </a:t>
            </a:r>
            <a:r>
              <a:rPr dirty="0" err="1"/>
              <a:t>увидеть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и </a:t>
            </a:r>
            <a:r>
              <a:rPr dirty="0" err="1"/>
              <a:t>репозитории</a:t>
            </a:r>
            <a:r>
              <a:rPr dirty="0"/>
              <a:t> </a:t>
            </a:r>
            <a:r>
              <a:rPr dirty="0" err="1"/>
              <a:t>будут</a:t>
            </a:r>
            <a:r>
              <a:rPr dirty="0"/>
              <a:t> </a:t>
            </a:r>
            <a:r>
              <a:rPr dirty="0" err="1"/>
              <a:t>изменены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предлагает</a:t>
            </a:r>
            <a:r>
              <a:rPr dirty="0"/>
              <a:t> </a:t>
            </a:r>
            <a:r>
              <a:rPr dirty="0" err="1"/>
              <a:t>поставщик</a:t>
            </a:r>
            <a:r>
              <a:rPr dirty="0"/>
              <a:t>,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документацию</a:t>
            </a:r>
            <a:r>
              <a:rPr dirty="0"/>
              <a:t> и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каждую</a:t>
            </a:r>
            <a:r>
              <a:rPr dirty="0"/>
              <a:t> </a:t>
            </a:r>
            <a:r>
              <a:rPr dirty="0" err="1"/>
              <a:t>операцию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работе</a:t>
            </a:r>
            <a:r>
              <a:rPr dirty="0"/>
              <a:t> </a:t>
            </a:r>
            <a:r>
              <a:rPr dirty="0" err="1"/>
              <a:t>предпочтительны</a:t>
            </a:r>
            <a:r>
              <a:rPr dirty="0"/>
              <a:t> </a:t>
            </a:r>
            <a:r>
              <a:rPr dirty="0" err="1"/>
              <a:t>штатные</a:t>
            </a:r>
            <a:r>
              <a:rPr dirty="0"/>
              <a:t> </a:t>
            </a:r>
            <a:r>
              <a:rPr dirty="0" err="1"/>
              <a:t>репозитории</a:t>
            </a:r>
            <a:r>
              <a:rPr dirty="0"/>
              <a:t> и </a:t>
            </a:r>
            <a:r>
              <a:rPr dirty="0" err="1"/>
              <a:t>понятные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APT.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фиксировать в отчете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и </a:t>
            </a:r>
            <a:r>
              <a:rPr dirty="0" err="1"/>
              <a:t>версия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Команды</a:t>
            </a:r>
            <a:r>
              <a:rPr dirty="0"/>
              <a:t> apt update, apt install, apt remove </a:t>
            </a:r>
            <a:r>
              <a:rPr dirty="0" err="1"/>
              <a:t>или</a:t>
            </a:r>
            <a:r>
              <a:rPr dirty="0"/>
              <a:t> apt upgrade.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установлены</a:t>
            </a:r>
            <a:r>
              <a:rPr dirty="0"/>
              <a:t>, </a:t>
            </a:r>
            <a:r>
              <a:rPr dirty="0" err="1"/>
              <a:t>удалены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обновлены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проверен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версия</a:t>
            </a:r>
            <a:r>
              <a:rPr dirty="0"/>
              <a:t>, </a:t>
            </a:r>
            <a:r>
              <a:rPr dirty="0" err="1"/>
              <a:t>dpkg</a:t>
            </a:r>
            <a:r>
              <a:rPr dirty="0"/>
              <a:t> -l, </a:t>
            </a:r>
            <a:r>
              <a:rPr dirty="0" err="1"/>
              <a:t>systemctl</a:t>
            </a:r>
            <a:r>
              <a:rPr dirty="0"/>
              <a:t> status, </a:t>
            </a:r>
            <a:r>
              <a:rPr dirty="0" err="1"/>
              <a:t>журнал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Ошибки</a:t>
            </a:r>
            <a:r>
              <a:rPr dirty="0"/>
              <a:t>, </a:t>
            </a:r>
            <a:r>
              <a:rPr dirty="0" err="1"/>
              <a:t>предупреждения</a:t>
            </a:r>
            <a:r>
              <a:rPr dirty="0"/>
              <a:t> и </a:t>
            </a:r>
            <a:r>
              <a:rPr dirty="0" err="1"/>
              <a:t>необходимость</a:t>
            </a:r>
            <a:r>
              <a:rPr dirty="0"/>
              <a:t> </a:t>
            </a:r>
            <a:r>
              <a:rPr dirty="0" err="1"/>
              <a:t>перезагрузки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при работе с пакетами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Путать</a:t>
            </a:r>
            <a:r>
              <a:rPr dirty="0"/>
              <a:t> apt update и apt upgrade.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Устанавливать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проверив</a:t>
            </a:r>
            <a:r>
              <a:rPr dirty="0"/>
              <a:t> </a:t>
            </a:r>
            <a:r>
              <a:rPr dirty="0" err="1"/>
              <a:t>описание</a:t>
            </a:r>
            <a:r>
              <a:rPr dirty="0"/>
              <a:t> и </a:t>
            </a:r>
            <a:r>
              <a:rPr dirty="0" err="1"/>
              <a:t>источник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Подтверждать</a:t>
            </a:r>
            <a:r>
              <a:rPr dirty="0"/>
              <a:t> </a:t>
            </a:r>
            <a:r>
              <a:rPr dirty="0" err="1"/>
              <a:t>autoremove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прочитав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dpkg</a:t>
            </a:r>
            <a:r>
              <a:rPr dirty="0"/>
              <a:t> -</a:t>
            </a:r>
            <a:r>
              <a:rPr dirty="0" err="1"/>
              <a:t>i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исправить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Подключать</a:t>
            </a:r>
            <a:r>
              <a:rPr dirty="0"/>
              <a:t> </a:t>
            </a:r>
            <a:r>
              <a:rPr dirty="0" err="1"/>
              <a:t>сторонний</a:t>
            </a:r>
            <a:r>
              <a:rPr dirty="0"/>
              <a:t> </a:t>
            </a:r>
            <a:r>
              <a:rPr dirty="0" err="1"/>
              <a:t>репозиторий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доверия</a:t>
            </a:r>
            <a:r>
              <a:rPr dirty="0"/>
              <a:t> и </a:t>
            </a:r>
            <a:r>
              <a:rPr dirty="0" err="1"/>
              <a:t>совместимости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позволяют</a:t>
            </a:r>
            <a:r>
              <a:rPr dirty="0"/>
              <a:t> </a:t>
            </a:r>
            <a:r>
              <a:rPr dirty="0" err="1"/>
              <a:t>устанавливать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</a:t>
            </a:r>
            <a:r>
              <a:rPr dirty="0" err="1"/>
              <a:t>управляемо</a:t>
            </a:r>
            <a:r>
              <a:rPr dirty="0"/>
              <a:t> и </a:t>
            </a:r>
            <a:r>
              <a:rPr dirty="0" err="1"/>
              <a:t>проверяемо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Репозитории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доверенными</a:t>
            </a:r>
            <a:r>
              <a:rPr dirty="0"/>
              <a:t> и </a:t>
            </a:r>
            <a:r>
              <a:rPr dirty="0" err="1"/>
              <a:t>совместимыми</a:t>
            </a:r>
            <a:r>
              <a:rPr dirty="0"/>
              <a:t> с </a:t>
            </a:r>
            <a:r>
              <a:rPr dirty="0" err="1"/>
              <a:t>версией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apt update </a:t>
            </a:r>
            <a:r>
              <a:rPr dirty="0" err="1"/>
              <a:t>обновляет</a:t>
            </a:r>
            <a:r>
              <a:rPr dirty="0"/>
              <a:t> </a:t>
            </a:r>
            <a:r>
              <a:rPr dirty="0" err="1"/>
              <a:t>индекс</a:t>
            </a:r>
            <a:r>
              <a:rPr dirty="0"/>
              <a:t>, apt upgrade </a:t>
            </a:r>
            <a:r>
              <a:rPr dirty="0" err="1"/>
              <a:t>обновляет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dpkg</a:t>
            </a:r>
            <a:r>
              <a:rPr dirty="0"/>
              <a:t> </a:t>
            </a:r>
            <a:r>
              <a:rPr dirty="0" err="1"/>
              <a:t>полезен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локальных</a:t>
            </a:r>
            <a:r>
              <a:rPr dirty="0"/>
              <a:t> .deb и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обновления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отдельная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 Linux и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Зачем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репозиторий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apt update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apt upgrade?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apt install </a:t>
            </a:r>
            <a:r>
              <a:rPr dirty="0" err="1"/>
              <a:t>полезно</a:t>
            </a:r>
            <a:r>
              <a:rPr dirty="0"/>
              <a:t> </a:t>
            </a:r>
            <a:r>
              <a:rPr dirty="0" err="1"/>
              <a:t>выполнить</a:t>
            </a:r>
            <a:r>
              <a:rPr dirty="0"/>
              <a:t> apt show?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apt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dpkg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понадобиться</a:t>
            </a:r>
            <a:r>
              <a:rPr dirty="0"/>
              <a:t> apt -f install?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snap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классического</a:t>
            </a:r>
            <a:r>
              <a:rPr dirty="0"/>
              <a:t> deb-</a:t>
            </a:r>
            <a:r>
              <a:rPr dirty="0" err="1"/>
              <a:t>пакета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сторонние</a:t>
            </a:r>
            <a:r>
              <a:rPr dirty="0"/>
              <a:t> </a:t>
            </a:r>
            <a:r>
              <a:rPr dirty="0" err="1"/>
              <a:t>репозитории</a:t>
            </a:r>
            <a:r>
              <a:rPr dirty="0"/>
              <a:t> </a:t>
            </a:r>
            <a:r>
              <a:rPr dirty="0" err="1"/>
              <a:t>требуют</a:t>
            </a:r>
            <a:r>
              <a:rPr dirty="0"/>
              <a:t> </a:t>
            </a:r>
            <a:r>
              <a:rPr dirty="0" err="1"/>
              <a:t>осторожности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2407</Words>
  <Application>Microsoft Office PowerPoint</Application>
  <PresentationFormat>Широкоэкранный</PresentationFormat>
  <Paragraphs>273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2026-07-05T09:00:44Z</dcterms:modified>
  <cp:category/>
</cp:coreProperties>
</file>