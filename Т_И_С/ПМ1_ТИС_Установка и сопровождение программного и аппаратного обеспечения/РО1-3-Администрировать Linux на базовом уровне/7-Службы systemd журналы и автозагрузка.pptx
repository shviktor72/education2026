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05" r:id="rId17"/>
    <p:sldId id="272" r:id="rId18"/>
    <p:sldId id="273" r:id="rId19"/>
    <p:sldId id="274" r:id="rId20"/>
    <p:sldId id="275" r:id="rId21"/>
    <p:sldId id="306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0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310896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7.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systemd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автозагрузка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2542" y="250722"/>
            <a:ext cx="10972800" cy="15839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Linux </a:t>
            </a:r>
            <a:r>
              <a:rPr dirty="0" err="1"/>
              <a:t>запускает</a:t>
            </a:r>
            <a:r>
              <a:rPr dirty="0"/>
              <a:t> и </a:t>
            </a:r>
            <a:r>
              <a:rPr dirty="0" err="1"/>
              <a:t>контролирует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и </a:t>
            </a:r>
            <a:r>
              <a:rPr dirty="0" err="1"/>
              <a:t>действия</a:t>
            </a:r>
            <a:r>
              <a:rPr dirty="0"/>
              <a:t> start, stop, restart, reload.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автозагрузку</a:t>
            </a:r>
            <a:r>
              <a:rPr dirty="0"/>
              <a:t> и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Сформировать</a:t>
            </a:r>
            <a:r>
              <a:rPr dirty="0"/>
              <a:t> </a:t>
            </a:r>
            <a:r>
              <a:rPr dirty="0" err="1"/>
              <a:t>безопасный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Служба</a:t>
            </a:r>
            <a:r>
              <a:rPr sz="2800" dirty="0"/>
              <a:t> Linux: </a:t>
            </a:r>
            <a:r>
              <a:rPr sz="2800" dirty="0" err="1"/>
              <a:t>назначение</a:t>
            </a:r>
            <a:r>
              <a:rPr sz="2800" dirty="0"/>
              <a:t> и </a:t>
            </a:r>
            <a:r>
              <a:rPr sz="2800" dirty="0" err="1"/>
              <a:t>отличие</a:t>
            </a:r>
            <a:r>
              <a:rPr sz="2800" dirty="0"/>
              <a:t>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обычного</a:t>
            </a:r>
            <a:r>
              <a:rPr sz="2800" dirty="0"/>
              <a:t> </a:t>
            </a:r>
            <a:r>
              <a:rPr sz="2800" dirty="0" err="1"/>
              <a:t>процесса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systemd</a:t>
            </a:r>
            <a:r>
              <a:rPr sz="2800" dirty="0"/>
              <a:t>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система</a:t>
            </a:r>
            <a:r>
              <a:rPr sz="2800" dirty="0"/>
              <a:t> </a:t>
            </a:r>
            <a:r>
              <a:rPr sz="2800" dirty="0" err="1"/>
              <a:t>инициализации</a:t>
            </a:r>
            <a:r>
              <a:rPr sz="2800" dirty="0"/>
              <a:t> и </a:t>
            </a:r>
            <a:r>
              <a:rPr sz="2800" dirty="0" err="1"/>
              <a:t>управления</a:t>
            </a:r>
            <a:r>
              <a:rPr sz="2800" dirty="0"/>
              <a:t> </a:t>
            </a:r>
            <a:r>
              <a:rPr sz="2800" dirty="0" err="1"/>
              <a:t>службами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3. Unit-</a:t>
            </a:r>
            <a:r>
              <a:rPr sz="2800" dirty="0" err="1"/>
              <a:t>файлы</a:t>
            </a:r>
            <a:r>
              <a:rPr sz="2800" dirty="0"/>
              <a:t> </a:t>
            </a:r>
            <a:r>
              <a:rPr sz="2800" dirty="0" err="1"/>
              <a:t>systemd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назначения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Состояния</a:t>
            </a:r>
            <a:r>
              <a:rPr sz="2800" dirty="0"/>
              <a:t> </a:t>
            </a:r>
            <a:r>
              <a:rPr sz="2800" dirty="0" err="1"/>
              <a:t>службы</a:t>
            </a:r>
            <a:r>
              <a:rPr sz="2800" dirty="0"/>
              <a:t>: active, inactive, failed.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Управление</a:t>
            </a:r>
            <a:r>
              <a:rPr sz="2800" dirty="0"/>
              <a:t> </a:t>
            </a:r>
            <a:r>
              <a:rPr sz="2800" dirty="0" err="1"/>
              <a:t>службами</a:t>
            </a:r>
            <a:r>
              <a:rPr sz="2800" dirty="0"/>
              <a:t>: start, stop, restart, reload, status.</a:t>
            </a:r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Автозагрузка</a:t>
            </a:r>
            <a:r>
              <a:rPr sz="2800" dirty="0"/>
              <a:t> </a:t>
            </a:r>
            <a:r>
              <a:rPr sz="2800" dirty="0" err="1"/>
              <a:t>служб</a:t>
            </a:r>
            <a:r>
              <a:rPr sz="2800" dirty="0"/>
              <a:t>: enable, disable, is-enabled.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Журналы</a:t>
            </a:r>
            <a:r>
              <a:rPr sz="2800" dirty="0"/>
              <a:t> </a:t>
            </a:r>
            <a:r>
              <a:rPr sz="2800" dirty="0" err="1"/>
              <a:t>systemd</a:t>
            </a:r>
            <a:r>
              <a:rPr sz="2800" dirty="0"/>
              <a:t>: </a:t>
            </a:r>
            <a:r>
              <a:rPr sz="2800" dirty="0" err="1"/>
              <a:t>journalctl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Поиск</a:t>
            </a:r>
            <a:r>
              <a:rPr sz="2800" dirty="0"/>
              <a:t> </a:t>
            </a:r>
            <a:r>
              <a:rPr sz="2800" dirty="0" err="1"/>
              <a:t>ошибок</a:t>
            </a:r>
            <a:r>
              <a:rPr sz="2800" dirty="0"/>
              <a:t> </a:t>
            </a:r>
            <a:r>
              <a:rPr sz="2800" dirty="0" err="1"/>
              <a:t>службы</a:t>
            </a:r>
            <a:r>
              <a:rPr sz="2800" dirty="0"/>
              <a:t> в </a:t>
            </a:r>
            <a:r>
              <a:rPr sz="2800" dirty="0" err="1"/>
              <a:t>журналах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Безопасное</a:t>
            </a:r>
            <a:r>
              <a:rPr sz="2800" dirty="0"/>
              <a:t> </a:t>
            </a:r>
            <a:r>
              <a:rPr sz="2800" dirty="0" err="1"/>
              <a:t>изменение</a:t>
            </a:r>
            <a:r>
              <a:rPr sz="2800" dirty="0"/>
              <a:t> </a:t>
            </a:r>
            <a:r>
              <a:rPr sz="2800" dirty="0" err="1"/>
              <a:t>конфигурации</a:t>
            </a:r>
            <a:r>
              <a:rPr sz="2800" dirty="0"/>
              <a:t> </a:t>
            </a:r>
            <a:r>
              <a:rPr sz="2800" dirty="0" err="1"/>
              <a:t>службы</a:t>
            </a:r>
            <a:r>
              <a:rPr sz="2800" dirty="0"/>
              <a:t> и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результата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Служба Linux: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Linux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в </a:t>
            </a:r>
            <a:r>
              <a:rPr dirty="0" err="1"/>
              <a:t>фоне</a:t>
            </a:r>
            <a:r>
              <a:rPr dirty="0"/>
              <a:t> и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функцию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: SSH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cron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планировщика</a:t>
            </a:r>
            <a:r>
              <a:rPr dirty="0"/>
              <a:t>, nginx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веб-сервера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прямого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и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переживать</a:t>
            </a:r>
            <a:r>
              <a:rPr dirty="0"/>
              <a:t> </a:t>
            </a:r>
            <a:r>
              <a:rPr dirty="0" err="1"/>
              <a:t>выход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, </a:t>
            </a:r>
            <a:r>
              <a:rPr dirty="0" err="1"/>
              <a:t>автозагрузку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безопасность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 и обычная 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Обычная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 и </a:t>
            </a:r>
            <a:r>
              <a:rPr dirty="0" err="1"/>
              <a:t>завершается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длительно</a:t>
            </a:r>
            <a:r>
              <a:rPr dirty="0"/>
              <a:t>,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фоновые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: </a:t>
            </a:r>
            <a:r>
              <a:rPr dirty="0" err="1"/>
              <a:t>запущена</a:t>
            </a:r>
            <a:r>
              <a:rPr dirty="0"/>
              <a:t>, </a:t>
            </a:r>
            <a:r>
              <a:rPr dirty="0" err="1"/>
              <a:t>остановлена</a:t>
            </a:r>
            <a:r>
              <a:rPr dirty="0"/>
              <a:t>, </a:t>
            </a:r>
            <a:r>
              <a:rPr dirty="0" err="1"/>
              <a:t>завершилась</a:t>
            </a:r>
            <a:r>
              <a:rPr dirty="0"/>
              <a:t> с </a:t>
            </a:r>
            <a:r>
              <a:rPr dirty="0" err="1"/>
              <a:t>ошибкой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: </a:t>
            </a:r>
            <a:r>
              <a:rPr dirty="0" err="1"/>
              <a:t>сеть</a:t>
            </a:r>
            <a:r>
              <a:rPr dirty="0"/>
              <a:t>,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порты</a:t>
            </a:r>
            <a:r>
              <a:rPr dirty="0"/>
              <a:t>,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Служба, процесс и порт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представлена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несколькими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сетвая</a:t>
            </a:r>
            <a:r>
              <a:rPr dirty="0"/>
              <a:t>,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слушать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 </a:t>
            </a:r>
            <a:r>
              <a:rPr dirty="0" err="1"/>
              <a:t>порт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Например</a:t>
            </a:r>
            <a:r>
              <a:rPr dirty="0"/>
              <a:t>, SSH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TCP-</a:t>
            </a:r>
            <a:r>
              <a:rPr dirty="0" err="1"/>
              <a:t>порт</a:t>
            </a:r>
            <a:r>
              <a:rPr dirty="0"/>
              <a:t> 22.</a:t>
            </a:r>
          </a:p>
          <a:p>
            <a:pPr indent="4429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ограничивается</a:t>
            </a:r>
            <a:r>
              <a:rPr dirty="0"/>
              <a:t> status: </a:t>
            </a: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доступ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администратору управлять службами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запуститься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перечитать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перезапустить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нужная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подняться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недоступен</a:t>
            </a:r>
            <a:r>
              <a:rPr dirty="0"/>
              <a:t>,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systemd: роль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systemd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инициализации</a:t>
            </a:r>
            <a:r>
              <a:rPr dirty="0"/>
              <a:t> и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в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дистрибутивах</a:t>
            </a:r>
            <a:r>
              <a:rPr dirty="0"/>
              <a:t> Linux.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процессом</a:t>
            </a:r>
            <a:r>
              <a:rPr dirty="0"/>
              <a:t> с PID 1.</a:t>
            </a:r>
          </a:p>
          <a:p>
            <a:pPr indent="354013">
              <a:defRPr sz="3600"/>
            </a:pPr>
            <a:r>
              <a:rPr dirty="0"/>
              <a:t>PID 1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зависимостями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systemd</a:t>
            </a:r>
            <a:r>
              <a:rPr dirty="0"/>
              <a:t> -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systemd управляет службами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ядром</a:t>
            </a:r>
            <a:r>
              <a:rPr dirty="0"/>
              <a:t> Linux, </a:t>
            </a:r>
            <a:r>
              <a:rPr dirty="0" err="1"/>
              <a:t>systemd</a:t>
            </a:r>
            <a:r>
              <a:rPr dirty="0"/>
              <a:t>, unit-</a:t>
            </a:r>
            <a:r>
              <a:rPr dirty="0" err="1"/>
              <a:t>файлами</a:t>
            </a:r>
            <a:r>
              <a:rPr dirty="0"/>
              <a:t>, </a:t>
            </a:r>
            <a:r>
              <a:rPr dirty="0" err="1"/>
              <a:t>службами</a:t>
            </a:r>
            <a:r>
              <a:rPr dirty="0"/>
              <a:t> и </a:t>
            </a:r>
            <a:r>
              <a:rPr dirty="0" err="1"/>
              <a:t>журналами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unit-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понимает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создают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записи</a:t>
            </a:r>
            <a:r>
              <a:rPr dirty="0"/>
              <a:t> в </a:t>
            </a:r>
            <a:r>
              <a:rPr dirty="0" err="1"/>
              <a:t>журнале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этим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и </a:t>
            </a:r>
            <a:r>
              <a:rPr dirty="0" err="1"/>
              <a:t>journalctl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A4946E-80EB-075D-A099-E70CA159C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systemctl: основной интерфейс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: </a:t>
            </a:r>
            <a:r>
              <a:rPr dirty="0" err="1"/>
              <a:t>показать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, </a:t>
            </a:r>
            <a:r>
              <a:rPr dirty="0" err="1"/>
              <a:t>запустить</a:t>
            </a:r>
            <a:r>
              <a:rPr dirty="0"/>
              <a:t>, </a:t>
            </a:r>
            <a:r>
              <a:rPr dirty="0" err="1"/>
              <a:t>остановить</a:t>
            </a:r>
            <a:r>
              <a:rPr dirty="0"/>
              <a:t>, </a:t>
            </a:r>
            <a:r>
              <a:rPr dirty="0" err="1"/>
              <a:t>включить</a:t>
            </a:r>
            <a:r>
              <a:rPr dirty="0"/>
              <a:t>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--version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списка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: </a:t>
            </a:r>
            <a:endParaRPr lang="ru-RU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list-units --type=service</a:t>
            </a:r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первичной</a:t>
            </a:r>
            <a:r>
              <a:rPr dirty="0"/>
              <a:t> </a:t>
            </a:r>
            <a:r>
              <a:rPr dirty="0" err="1"/>
              <a:t>ориентации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активных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service-unit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list-units --type=service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 UNIT, LOAD, ACTIVE, SUB, DESCRIPTION.</a:t>
            </a:r>
          </a:p>
          <a:p>
            <a:pPr indent="354013">
              <a:defRPr sz="3600"/>
            </a:pPr>
            <a:r>
              <a:rPr dirty="0"/>
              <a:t>ACTIVE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общее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active </a:t>
            </a:r>
            <a:r>
              <a:rPr dirty="0" err="1"/>
              <a:t>или</a:t>
            </a:r>
            <a:r>
              <a:rPr dirty="0"/>
              <a:t> failed.</a:t>
            </a:r>
          </a:p>
          <a:p>
            <a:pPr indent="354013">
              <a:defRPr sz="3600"/>
            </a:pPr>
            <a:r>
              <a:rPr dirty="0"/>
              <a:t>SUB </a:t>
            </a:r>
            <a:r>
              <a:rPr dirty="0" err="1"/>
              <a:t>уточняет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running </a:t>
            </a:r>
            <a:r>
              <a:rPr dirty="0" err="1"/>
              <a:t>или</a:t>
            </a:r>
            <a:r>
              <a:rPr dirty="0"/>
              <a:t> exited.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Unit-файл: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Unit-</a:t>
            </a:r>
            <a:r>
              <a:rPr dirty="0" err="1"/>
              <a:t>файл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описание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,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.service.</a:t>
            </a:r>
          </a:p>
          <a:p>
            <a:pPr indent="354013">
              <a:defRPr sz="3600"/>
            </a:pPr>
            <a:r>
              <a:rPr dirty="0"/>
              <a:t>Unit-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: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включать</a:t>
            </a:r>
            <a:r>
              <a:rPr dirty="0"/>
              <a:t> в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unit-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пишет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с </a:t>
            </a:r>
            <a:r>
              <a:rPr dirty="0" err="1"/>
              <a:t>нуля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Типы unit-файлов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.service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.socket </a:t>
            </a:r>
            <a:r>
              <a:rPr dirty="0" err="1"/>
              <a:t>описывает</a:t>
            </a:r>
            <a:r>
              <a:rPr dirty="0"/>
              <a:t> socket-</a:t>
            </a:r>
            <a:r>
              <a:rPr dirty="0" err="1"/>
              <a:t>активацию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.timer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расписанию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.mount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.target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unit в </a:t>
            </a:r>
            <a:r>
              <a:rPr dirty="0" err="1"/>
              <a:t>логическую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лежат unit-файлы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/lib/</a:t>
            </a:r>
            <a:r>
              <a:rPr dirty="0" err="1"/>
              <a:t>systemd</a:t>
            </a:r>
            <a:r>
              <a:rPr dirty="0"/>
              <a:t>/system </a:t>
            </a:r>
            <a:r>
              <a:rPr dirty="0" err="1"/>
              <a:t>или</a:t>
            </a:r>
            <a:r>
              <a:rPr dirty="0"/>
              <a:t> /</a:t>
            </a:r>
            <a:r>
              <a:rPr dirty="0" err="1"/>
              <a:t>usr</a:t>
            </a:r>
            <a:r>
              <a:rPr dirty="0"/>
              <a:t>/lib/</a:t>
            </a:r>
            <a:r>
              <a:rPr dirty="0" err="1"/>
              <a:t>systemd</a:t>
            </a:r>
            <a:r>
              <a:rPr dirty="0"/>
              <a:t>/system </a:t>
            </a:r>
            <a:r>
              <a:rPr dirty="0" err="1"/>
              <a:t>содержат</a:t>
            </a:r>
            <a:r>
              <a:rPr dirty="0"/>
              <a:t> unit-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systemd</a:t>
            </a:r>
            <a:r>
              <a:rPr dirty="0"/>
              <a:t>/system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локальные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Файлы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приоритет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пакетными</a:t>
            </a:r>
            <a:r>
              <a:rPr dirty="0"/>
              <a:t> </a:t>
            </a:r>
            <a:r>
              <a:rPr dirty="0" err="1"/>
              <a:t>файлами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Правильнее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редактировать</a:t>
            </a:r>
            <a:r>
              <a:rPr dirty="0"/>
              <a:t> </a:t>
            </a:r>
            <a:r>
              <a:rPr dirty="0" err="1"/>
              <a:t>пакетный</a:t>
            </a:r>
            <a:r>
              <a:rPr dirty="0"/>
              <a:t> unit </a:t>
            </a:r>
            <a:r>
              <a:rPr dirty="0" err="1"/>
              <a:t>напрямую</a:t>
            </a:r>
            <a:r>
              <a:rPr dirty="0"/>
              <a:t>, а </a:t>
            </a:r>
            <a:r>
              <a:rPr dirty="0" err="1"/>
              <a:t>использовать</a:t>
            </a:r>
            <a:r>
              <a:rPr dirty="0"/>
              <a:t> override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unit.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service-unit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Секция</a:t>
            </a:r>
            <a:r>
              <a:rPr dirty="0"/>
              <a:t> [Unit]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описание</a:t>
            </a:r>
            <a:r>
              <a:rPr dirty="0"/>
              <a:t> и </a:t>
            </a:r>
            <a:r>
              <a:rPr dirty="0" err="1"/>
              <a:t>зависимости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Секция</a:t>
            </a:r>
            <a:r>
              <a:rPr dirty="0"/>
              <a:t> [Service]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: </a:t>
            </a:r>
            <a:r>
              <a:rPr dirty="0" err="1"/>
              <a:t>ExecStart</a:t>
            </a:r>
            <a:r>
              <a:rPr dirty="0"/>
              <a:t>, </a:t>
            </a:r>
            <a:r>
              <a:rPr dirty="0" err="1"/>
              <a:t>пользователь</a:t>
            </a:r>
            <a:r>
              <a:rPr dirty="0"/>
              <a:t>,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Секция</a:t>
            </a:r>
            <a:r>
              <a:rPr dirty="0"/>
              <a:t> [Install]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привязку</a:t>
            </a:r>
            <a:r>
              <a:rPr dirty="0"/>
              <a:t> к </a:t>
            </a:r>
            <a:r>
              <a:rPr dirty="0" err="1"/>
              <a:t>автозагрузке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секций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и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DC97-2555-A5FF-E229-9A8A6901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A1DC5-FACB-6D13-F30F-3A6869960C0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service-unit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AA4D45-451A-89C5-65D4-F6A28D250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68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unit-файла без редактирования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unit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cat </a:t>
            </a:r>
            <a:r>
              <a:rPr lang="en-US" b="1" dirty="0">
                <a:solidFill>
                  <a:srgbClr val="002060"/>
                </a:solidFill>
              </a:rPr>
              <a:t>[</a:t>
            </a:r>
            <a:r>
              <a:rPr lang="ru-RU" b="1" dirty="0">
                <a:solidFill>
                  <a:srgbClr val="002060"/>
                </a:solidFill>
              </a:rPr>
              <a:t>имя службы</a:t>
            </a:r>
            <a:r>
              <a:rPr lang="en-US" b="1" dirty="0">
                <a:solidFill>
                  <a:srgbClr val="002060"/>
                </a:solidFill>
              </a:rPr>
              <a:t>]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unit и </a:t>
            </a:r>
            <a:r>
              <a:rPr dirty="0" err="1"/>
              <a:t>возможные</a:t>
            </a:r>
            <a:r>
              <a:rPr dirty="0"/>
              <a:t> override-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безопаснее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открывать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редактирование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</a:t>
            </a:r>
            <a:r>
              <a:rPr dirty="0" err="1"/>
              <a:t>ssh.service</a:t>
            </a:r>
            <a:r>
              <a:rPr dirty="0"/>
              <a:t>, в </a:t>
            </a:r>
            <a:r>
              <a:rPr dirty="0" err="1"/>
              <a:t>systemctl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писать</a:t>
            </a:r>
            <a:r>
              <a:rPr dirty="0"/>
              <a:t> ssh.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Состояния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 и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active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активна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inactive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остановлена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failed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завершилась</a:t>
            </a:r>
            <a:r>
              <a:rPr dirty="0"/>
              <a:t> с </a:t>
            </a:r>
            <a:r>
              <a:rPr dirty="0" err="1"/>
              <a:t>ошибкой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смогла</a:t>
            </a:r>
            <a:r>
              <a:rPr dirty="0"/>
              <a:t> </a:t>
            </a:r>
            <a:r>
              <a:rPr dirty="0" err="1"/>
              <a:t>запуститься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enabled</a:t>
            </a:r>
            <a:r>
              <a:rPr dirty="0"/>
              <a:t> и </a:t>
            </a:r>
            <a:r>
              <a:rPr b="1" dirty="0">
                <a:solidFill>
                  <a:srgbClr val="002060"/>
                </a:solidFill>
              </a:rPr>
              <a:t>disabled</a:t>
            </a:r>
            <a:r>
              <a:rPr dirty="0"/>
              <a:t> </a:t>
            </a:r>
            <a:r>
              <a:rPr dirty="0" err="1"/>
              <a:t>относятся</a:t>
            </a:r>
            <a:r>
              <a:rPr dirty="0"/>
              <a:t> к </a:t>
            </a:r>
            <a:r>
              <a:rPr dirty="0" err="1"/>
              <a:t>автозагрузке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к </a:t>
            </a:r>
            <a:r>
              <a:rPr dirty="0" err="1"/>
              <a:t>текущему</a:t>
            </a:r>
            <a:r>
              <a:rPr dirty="0"/>
              <a:t> </a:t>
            </a:r>
            <a:r>
              <a:rPr dirty="0" err="1"/>
              <a:t>запуску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active, inactive,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active (running):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и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активный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active (exited):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завершилась</a:t>
            </a:r>
            <a:r>
              <a:rPr dirty="0"/>
              <a:t> </a:t>
            </a:r>
            <a:r>
              <a:rPr dirty="0" err="1"/>
              <a:t>успешно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постоянного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inactive: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failed: </a:t>
            </a: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зафиксировал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failed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journalctl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жизненный цикл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переходить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состояниями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start </a:t>
            </a:r>
            <a:r>
              <a:rPr dirty="0" err="1"/>
              <a:t>переводит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inactive в active,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конфигурация</a:t>
            </a:r>
            <a:r>
              <a:rPr dirty="0"/>
              <a:t> </a:t>
            </a:r>
            <a:r>
              <a:rPr dirty="0" err="1"/>
              <a:t>корректна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stop </a:t>
            </a:r>
            <a:r>
              <a:rPr dirty="0" err="1"/>
              <a:t>переводит</a:t>
            </a:r>
            <a:r>
              <a:rPr dirty="0"/>
              <a:t> active в inactive.</a:t>
            </a:r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переводит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в failed и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6BF9-ABDF-2A2A-7E43-F1D2AEF2F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F3A63-9867-B9B9-DA40-91BE8FE2DEAF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жизненный цикл службы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359368-1AD0-1DC5-CD5F-46DA822A1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55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состояния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: </a:t>
            </a:r>
            <a:endParaRPr lang="ru-RU" dirty="0"/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status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[</a:t>
            </a:r>
            <a:r>
              <a:rPr lang="ru-RU" b="1" dirty="0">
                <a:solidFill>
                  <a:srgbClr val="002060"/>
                </a:solidFill>
              </a:rPr>
              <a:t>имя службы</a:t>
            </a:r>
            <a:r>
              <a:rPr lang="en-US" b="1" dirty="0">
                <a:solidFill>
                  <a:srgbClr val="002060"/>
                </a:solidFill>
              </a:rPr>
              <a:t>]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смотреть</a:t>
            </a:r>
            <a:r>
              <a:rPr dirty="0"/>
              <a:t> Loaded, Active, Main PID и </a:t>
            </a:r>
            <a:r>
              <a:rPr dirty="0" err="1"/>
              <a:t>последние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Loaded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найден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unit и </a:t>
            </a:r>
            <a:r>
              <a:rPr dirty="0" err="1"/>
              <a:t>включена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автозагрузка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Active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текущее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и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последнего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systemctl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Active: active (running),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Active: failed,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смотреть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и </a:t>
            </a:r>
            <a:r>
              <a:rPr dirty="0" err="1"/>
              <a:t>журнал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Main PID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Последние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полной</a:t>
            </a:r>
            <a:r>
              <a:rPr dirty="0"/>
              <a:t> </a:t>
            </a:r>
            <a:r>
              <a:rPr dirty="0" err="1"/>
              <a:t>картины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journalctl</a:t>
            </a:r>
            <a:r>
              <a:rPr dirty="0"/>
              <a:t> -u.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Управление службами: start и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start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остановленную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SSH: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start ssh</a:t>
            </a:r>
            <a:endParaRPr dirty="0"/>
          </a:p>
          <a:p>
            <a:pPr indent="442913">
              <a:defRPr sz="3600"/>
            </a:pPr>
            <a:r>
              <a:rPr dirty="0"/>
              <a:t>stop </a:t>
            </a:r>
            <a:r>
              <a:rPr dirty="0" err="1"/>
              <a:t>останавливает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остановки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stop ssh</a:t>
            </a:r>
          </a:p>
          <a:p>
            <a:pPr indent="442913">
              <a:defRPr sz="3600"/>
            </a:pPr>
            <a:r>
              <a:rPr dirty="0" err="1"/>
              <a:t>После</a:t>
            </a:r>
            <a:r>
              <a:rPr dirty="0"/>
              <a:t> start </a:t>
            </a:r>
            <a:r>
              <a:rPr dirty="0" err="1"/>
              <a:t>или</a:t>
            </a:r>
            <a:r>
              <a:rPr dirty="0"/>
              <a:t> stop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status ssh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restart: полный перезапуск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restart </a:t>
            </a:r>
            <a:r>
              <a:rPr dirty="0" err="1"/>
              <a:t>останавливает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и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заново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restart ssh</a:t>
            </a:r>
          </a:p>
          <a:p>
            <a:pPr indent="354013">
              <a:defRPr sz="3600"/>
            </a:pPr>
            <a:r>
              <a:rPr dirty="0"/>
              <a:t>restart </a:t>
            </a:r>
            <a:r>
              <a:rPr dirty="0" err="1"/>
              <a:t>применяют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перечитать</a:t>
            </a:r>
            <a:r>
              <a:rPr dirty="0"/>
              <a:t> </a:t>
            </a:r>
            <a:r>
              <a:rPr dirty="0" err="1"/>
              <a:t>мягко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Минус</a:t>
            </a:r>
            <a:r>
              <a:rPr dirty="0"/>
              <a:t> restart: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прерваны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restart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последствия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reload: перечитать конфигурацию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reload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перечитать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перезапуска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reload nginx</a:t>
            </a:r>
          </a:p>
          <a:p>
            <a:pPr indent="354013">
              <a:defRPr sz="3600"/>
            </a:pPr>
            <a:r>
              <a:rPr dirty="0"/>
              <a:t>reload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такую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reload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поддерживается</a:t>
            </a:r>
            <a:r>
              <a:rPr dirty="0"/>
              <a:t>, </a:t>
            </a:r>
            <a:r>
              <a:rPr dirty="0" err="1"/>
              <a:t>используют</a:t>
            </a:r>
            <a:r>
              <a:rPr dirty="0"/>
              <a:t> restart.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reload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status и </a:t>
            </a:r>
            <a:r>
              <a:rPr dirty="0" err="1"/>
              <a:t>функциональность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status: не действие, а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status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изменяет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, а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status ssh</a:t>
            </a:r>
          </a:p>
          <a:p>
            <a:pPr indent="354013">
              <a:defRPr sz="3600"/>
            </a:pPr>
            <a:r>
              <a:rPr dirty="0" err="1"/>
              <a:t>Эту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исходное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подтвердить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Но</a:t>
            </a:r>
            <a:r>
              <a:rPr dirty="0"/>
              <a:t> status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клиентскую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Автозагрузка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Автозагрузка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запустится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Запущенная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включена</a:t>
            </a:r>
            <a:r>
              <a:rPr dirty="0"/>
              <a:t> в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Включенная</a:t>
            </a:r>
            <a:r>
              <a:rPr dirty="0"/>
              <a:t> в </a:t>
            </a:r>
            <a:r>
              <a:rPr dirty="0" err="1"/>
              <a:t>автозагрузку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Поэтому</a:t>
            </a:r>
            <a:r>
              <a:rPr dirty="0"/>
              <a:t> current state и boot state </a:t>
            </a:r>
            <a:r>
              <a:rPr dirty="0" err="1"/>
              <a:t>проверяются</a:t>
            </a:r>
            <a:r>
              <a:rPr dirty="0"/>
              <a:t>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командами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enable и disable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enable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в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sz="3600" b="1" dirty="0" err="1">
                <a:solidFill>
                  <a:srgbClr val="002060"/>
                </a:solidFill>
              </a:rPr>
              <a:t>sudo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systemctl</a:t>
            </a:r>
            <a:r>
              <a:rPr sz="3600" b="1" dirty="0">
                <a:solidFill>
                  <a:srgbClr val="002060"/>
                </a:solidFill>
              </a:rPr>
              <a:t> enable ssh</a:t>
            </a:r>
          </a:p>
          <a:p>
            <a:pPr indent="354013">
              <a:defRPr sz="3600"/>
            </a:pPr>
            <a:r>
              <a:rPr dirty="0"/>
              <a:t>disable </a:t>
            </a:r>
            <a:r>
              <a:rPr dirty="0" err="1"/>
              <a:t>убирает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автозагрузки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sz="3600" b="1" dirty="0" err="1">
                <a:solidFill>
                  <a:srgbClr val="002060"/>
                </a:solidFill>
              </a:rPr>
              <a:t>sudo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systemctl</a:t>
            </a:r>
            <a:r>
              <a:rPr sz="3600" b="1" dirty="0">
                <a:solidFill>
                  <a:srgbClr val="002060"/>
                </a:solidFill>
              </a:rPr>
              <a:t> disable ssh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is-enabled ssh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enable --now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запустить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и </a:t>
            </a:r>
            <a:r>
              <a:rPr dirty="0" err="1"/>
              <a:t>включить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в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enable --now ssh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: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автозагрузку</a:t>
            </a:r>
            <a:r>
              <a:rPr dirty="0"/>
              <a:t> и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двойная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is-enabled ssh и </a:t>
            </a:r>
            <a:r>
              <a:rPr dirty="0" err="1"/>
              <a:t>systemctl</a:t>
            </a:r>
            <a:r>
              <a:rPr dirty="0"/>
              <a:t> status ssh.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is-enabled и enabled/disabled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is-enabled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автозагрузки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is-enabled ssh.</a:t>
            </a:r>
          </a:p>
          <a:p>
            <a:pPr indent="354013">
              <a:defRPr sz="3600"/>
            </a:pPr>
            <a:r>
              <a:rPr dirty="0"/>
              <a:t>enabled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стартовать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загрузке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disabled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старт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настроен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static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unit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включается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, а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Журналы systemd: journalctl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journalctl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systemd-journald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, </a:t>
            </a:r>
            <a:r>
              <a:rPr dirty="0" err="1"/>
              <a:t>systemd</a:t>
            </a:r>
            <a:r>
              <a:rPr dirty="0"/>
              <a:t>, </a:t>
            </a:r>
            <a:r>
              <a:rPr dirty="0" err="1"/>
              <a:t>служб</a:t>
            </a:r>
            <a:r>
              <a:rPr dirty="0"/>
              <a:t> и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-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причин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последнюю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, а </a:t>
            </a: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диагностики через journalctl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status,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переходят</a:t>
            </a:r>
            <a:r>
              <a:rPr dirty="0"/>
              <a:t> к </a:t>
            </a:r>
            <a:r>
              <a:rPr dirty="0" err="1"/>
              <a:t>журналу</a:t>
            </a:r>
            <a:r>
              <a:rPr dirty="0"/>
              <a:t> </a:t>
            </a:r>
            <a:r>
              <a:rPr dirty="0" err="1"/>
              <a:t>конкретной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ограничивают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загрузкой</a:t>
            </a:r>
            <a:r>
              <a:rPr dirty="0"/>
              <a:t>, </a:t>
            </a:r>
            <a:r>
              <a:rPr dirty="0" err="1"/>
              <a:t>временем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уровнем</a:t>
            </a:r>
            <a:r>
              <a:rPr dirty="0"/>
              <a:t> </a:t>
            </a:r>
            <a:r>
              <a:rPr dirty="0" err="1"/>
              <a:t>важности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Найденная</a:t>
            </a:r>
            <a:r>
              <a:rPr dirty="0"/>
              <a:t> </a:t>
            </a: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</a:t>
            </a:r>
            <a:r>
              <a:rPr dirty="0" err="1"/>
              <a:t>исправлением</a:t>
            </a:r>
            <a:r>
              <a:rPr dirty="0"/>
              <a:t> и </a:t>
            </a:r>
            <a:r>
              <a:rPr dirty="0" err="1"/>
              <a:t>повторным</a:t>
            </a:r>
            <a:r>
              <a:rPr dirty="0"/>
              <a:t> status.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последовательной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случайной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196C-6859-DA13-F816-AB50A9F9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3B654-B40D-24E9-B130-1D9E5E6CBBF7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диагностики через journalctl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C30C2A-7D70-3DFF-71CB-3958ECF6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66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 конкретной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 SSH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journalctl</a:t>
            </a:r>
            <a:r>
              <a:rPr dirty="0"/>
              <a:t> -u ssh --no-pager.</a:t>
            </a:r>
          </a:p>
          <a:p>
            <a:pPr indent="354013">
              <a:defRPr sz="3600"/>
            </a:pPr>
            <a:r>
              <a:rPr dirty="0"/>
              <a:t>-u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unit.</a:t>
            </a:r>
          </a:p>
          <a:p>
            <a:pPr indent="354013">
              <a:defRPr sz="3600"/>
            </a:pPr>
            <a:r>
              <a:rPr dirty="0"/>
              <a:t>--no-pager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в </a:t>
            </a:r>
            <a:r>
              <a:rPr dirty="0" err="1"/>
              <a:t>терминал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интерактивного</a:t>
            </a:r>
            <a:r>
              <a:rPr dirty="0"/>
              <a:t> </a:t>
            </a:r>
            <a:r>
              <a:rPr dirty="0" err="1"/>
              <a:t>просмотрщика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вставлять</a:t>
            </a:r>
            <a:r>
              <a:rPr dirty="0"/>
              <a:t> в </a:t>
            </a: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анализировать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grep.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 текущей 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-b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загрузкой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journalctl</a:t>
            </a:r>
            <a:r>
              <a:rPr dirty="0"/>
              <a:t> -u ssh -b --no-pager.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старые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относятся</a:t>
            </a:r>
            <a:r>
              <a:rPr dirty="0"/>
              <a:t> к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проблеме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полезен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Последние строки журнала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-n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заданное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последних</a:t>
            </a:r>
            <a:r>
              <a:rPr dirty="0"/>
              <a:t> </a:t>
            </a:r>
            <a:r>
              <a:rPr dirty="0" err="1"/>
              <a:t>строк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journalctl</a:t>
            </a:r>
            <a:r>
              <a:rPr b="1" dirty="0">
                <a:solidFill>
                  <a:srgbClr val="002060"/>
                </a:solidFill>
              </a:rPr>
              <a:t> -u ssh -n 30 --no-pager</a:t>
            </a: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-f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наблюдение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журналом</a:t>
            </a:r>
            <a:r>
              <a:rPr dirty="0"/>
              <a:t> в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journalctl</a:t>
            </a:r>
            <a:r>
              <a:rPr b="1" dirty="0">
                <a:solidFill>
                  <a:srgbClr val="002060"/>
                </a:solidFill>
              </a:rPr>
              <a:t> -u ssh -f</a:t>
            </a:r>
          </a:p>
          <a:p>
            <a:pPr indent="354013">
              <a:defRPr sz="3600"/>
            </a:pPr>
            <a:r>
              <a:rPr dirty="0" err="1"/>
              <a:t>Режим</a:t>
            </a:r>
            <a:r>
              <a:rPr dirty="0"/>
              <a:t> -f </a:t>
            </a:r>
            <a:r>
              <a:rPr dirty="0" err="1"/>
              <a:t>полезен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перезапуска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Фильтрация по важности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-p </a:t>
            </a:r>
            <a:r>
              <a:rPr dirty="0" err="1"/>
              <a:t>фильтрует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уровню</a:t>
            </a:r>
            <a:r>
              <a:rPr dirty="0"/>
              <a:t> </a:t>
            </a:r>
            <a:r>
              <a:rPr dirty="0" err="1"/>
              <a:t>важности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journalctl</a:t>
            </a:r>
            <a:r>
              <a:rPr b="1" dirty="0">
                <a:solidFill>
                  <a:srgbClr val="002060"/>
                </a:solidFill>
              </a:rPr>
              <a:t> -p err -b --no-pager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journalctl</a:t>
            </a:r>
            <a:r>
              <a:rPr b="1" dirty="0">
                <a:solidFill>
                  <a:srgbClr val="002060"/>
                </a:solidFill>
              </a:rPr>
              <a:t> -u ssh -p warning -b --no-pager</a:t>
            </a:r>
          </a:p>
          <a:p>
            <a:pPr indent="354013">
              <a:defRPr sz="3600"/>
            </a:pPr>
            <a:r>
              <a:rPr dirty="0"/>
              <a:t>warning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предупреждения</a:t>
            </a:r>
            <a:r>
              <a:rPr dirty="0"/>
              <a:t> и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серьезные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err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критические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скрыть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Поиск ошибок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вопроса</a:t>
            </a:r>
            <a:r>
              <a:rPr dirty="0"/>
              <a:t>: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недоступна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?</a:t>
            </a:r>
          </a:p>
          <a:p>
            <a:pPr indent="354013">
              <a:defRPr sz="3600"/>
            </a:pPr>
            <a:r>
              <a:rPr dirty="0" err="1"/>
              <a:t>systemctl</a:t>
            </a:r>
            <a:r>
              <a:rPr dirty="0"/>
              <a:t> status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journalctl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подробную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ss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клиентская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, </a:t>
            </a:r>
            <a:r>
              <a:rPr dirty="0" err="1"/>
              <a:t>доступна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идти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факта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к </a:t>
            </a:r>
            <a:r>
              <a:rPr dirty="0" err="1"/>
              <a:t>уровню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возникла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Алгоритм диагностики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status </a:t>
            </a:r>
            <a:r>
              <a:rPr dirty="0" err="1"/>
              <a:t>имя_службы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: </a:t>
            </a:r>
            <a:r>
              <a:rPr dirty="0" err="1"/>
              <a:t>journalctl</a:t>
            </a:r>
            <a:r>
              <a:rPr dirty="0"/>
              <a:t> -u </a:t>
            </a:r>
            <a:r>
              <a:rPr dirty="0" err="1"/>
              <a:t>имя_службы</a:t>
            </a:r>
            <a:r>
              <a:rPr dirty="0"/>
              <a:t> -b --no-pager.</a:t>
            </a:r>
          </a:p>
          <a:p>
            <a:pPr indent="354013">
              <a:defRPr sz="3600"/>
            </a:pP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первую</a:t>
            </a:r>
            <a:r>
              <a:rPr dirty="0"/>
              <a:t> </a:t>
            </a:r>
            <a:r>
              <a:rPr dirty="0" err="1"/>
              <a:t>содержательную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последнюю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у </a:t>
            </a:r>
            <a:r>
              <a:rPr dirty="0" err="1"/>
              <a:t>нее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исправления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restart </a:t>
            </a:r>
            <a:r>
              <a:rPr dirty="0" err="1"/>
              <a:t>или</a:t>
            </a:r>
            <a:r>
              <a:rPr dirty="0"/>
              <a:t> reload и </a:t>
            </a:r>
            <a:r>
              <a:rPr dirty="0" err="1"/>
              <a:t>повторить</a:t>
            </a:r>
            <a:r>
              <a:rPr dirty="0"/>
              <a:t> status.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диагностики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смотрят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status ssh.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: </a:t>
            </a:r>
            <a:r>
              <a:rPr dirty="0" err="1"/>
              <a:t>journalctl</a:t>
            </a:r>
            <a:r>
              <a:rPr dirty="0"/>
              <a:t> -u ssh -b --no-pager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,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: ss -</a:t>
            </a:r>
            <a:r>
              <a:rPr dirty="0" err="1"/>
              <a:t>tlnp</a:t>
            </a:r>
            <a:r>
              <a:rPr dirty="0"/>
              <a:t> | grep ':22'.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слушается</a:t>
            </a:r>
            <a:r>
              <a:rPr dirty="0"/>
              <a:t>,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: ssh </a:t>
            </a:r>
            <a:r>
              <a:rPr dirty="0" err="1"/>
              <a:t>student@адрес_сервера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отделяют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причины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 в </a:t>
            </a:r>
            <a:r>
              <a:rPr dirty="0" err="1"/>
              <a:t>конфигурационном</a:t>
            </a:r>
            <a:r>
              <a:rPr dirty="0"/>
              <a:t> </a:t>
            </a:r>
            <a:r>
              <a:rPr dirty="0" err="1"/>
              <a:t>файле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Занятый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нужного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ожидает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правки</a:t>
            </a:r>
            <a:r>
              <a:rPr dirty="0"/>
              <a:t> unit-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выполнен</a:t>
            </a:r>
            <a:r>
              <a:rPr dirty="0"/>
              <a:t> daemon-reload.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Безопасное изменение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управляемым</a:t>
            </a:r>
            <a:r>
              <a:rPr dirty="0"/>
              <a:t>: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копия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правка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фиксируют</a:t>
            </a:r>
            <a:r>
              <a:rPr dirty="0"/>
              <a:t> </a:t>
            </a:r>
            <a:r>
              <a:rPr dirty="0" err="1"/>
              <a:t>исходное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status </a:t>
            </a:r>
            <a:r>
              <a:rPr dirty="0" err="1"/>
              <a:t>имя_службы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 </a:t>
            </a:r>
            <a:r>
              <a:rPr dirty="0" err="1"/>
              <a:t>небольшими</a:t>
            </a:r>
            <a:r>
              <a:rPr dirty="0"/>
              <a:t> </a:t>
            </a:r>
            <a:r>
              <a:rPr dirty="0" err="1"/>
              <a:t>шагами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легче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правки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доступна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reload </a:t>
            </a:r>
            <a:r>
              <a:rPr dirty="0" err="1"/>
              <a:t>или</a:t>
            </a:r>
            <a:r>
              <a:rPr dirty="0"/>
              <a:t> restart.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Резервная копия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правкой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делают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SSH: </a:t>
            </a:r>
            <a:r>
              <a:rPr dirty="0" err="1"/>
              <a:t>sudo</a:t>
            </a:r>
            <a:r>
              <a:rPr dirty="0"/>
              <a:t> cp /</a:t>
            </a:r>
            <a:r>
              <a:rPr dirty="0" err="1"/>
              <a:t>etc</a:t>
            </a:r>
            <a:r>
              <a:rPr dirty="0"/>
              <a:t>/ssh/</a:t>
            </a:r>
            <a:r>
              <a:rPr dirty="0" err="1"/>
              <a:t>sshd_config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/ssh/</a:t>
            </a:r>
            <a:r>
              <a:rPr dirty="0" err="1"/>
              <a:t>sshd_config.bak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Копия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вернуть</a:t>
            </a:r>
            <a:r>
              <a:rPr dirty="0"/>
              <a:t>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показывать</a:t>
            </a:r>
            <a:r>
              <a:rPr dirty="0"/>
              <a:t>, к </a:t>
            </a:r>
            <a:r>
              <a:rPr dirty="0" err="1"/>
              <a:t>какому</a:t>
            </a:r>
            <a:r>
              <a:rPr dirty="0"/>
              <a:t> </a:t>
            </a:r>
            <a:r>
              <a:rPr dirty="0" err="1"/>
              <a:t>файлу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важном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добавлять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синтаксиса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Некоторые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умеют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перезапуска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SSH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sshd</a:t>
            </a:r>
            <a:r>
              <a:rPr dirty="0"/>
              <a:t> -t.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вывела</a:t>
            </a:r>
            <a:r>
              <a:rPr dirty="0"/>
              <a:t>, </a:t>
            </a: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корректен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nginx -t.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показала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, restart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,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исправлена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daemon-reload: когда нужен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442913">
              <a:defRPr sz="3600"/>
            </a:pPr>
            <a:r>
              <a:rPr dirty="0"/>
              <a:t>daemon-reload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изменен</a:t>
            </a:r>
            <a:r>
              <a:rPr dirty="0"/>
              <a:t> unit-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override.</a:t>
            </a:r>
          </a:p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перечитывания</a:t>
            </a:r>
            <a:r>
              <a:rPr dirty="0"/>
              <a:t> unit-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daemon-reload.</a:t>
            </a:r>
          </a:p>
          <a:p>
            <a:pPr indent="442913"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перезапускает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, а </a:t>
            </a:r>
            <a:r>
              <a:rPr dirty="0" err="1"/>
              <a:t>заставляет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перечитать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 unit.</a:t>
            </a:r>
          </a:p>
          <a:p>
            <a:pPr indent="442913">
              <a:defRPr sz="3600"/>
            </a:pPr>
            <a:r>
              <a:rPr dirty="0" err="1"/>
              <a:t>После</a:t>
            </a:r>
            <a:r>
              <a:rPr dirty="0"/>
              <a:t> daemon-reload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restart </a:t>
            </a:r>
            <a:r>
              <a:rPr dirty="0" err="1"/>
              <a:t>нужной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изменен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конфигурационный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, daemon-reload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mask и unmask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mask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запрещает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жестче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disable: disable </a:t>
            </a:r>
            <a:r>
              <a:rPr dirty="0" err="1"/>
              <a:t>убирает</a:t>
            </a:r>
            <a:r>
              <a:rPr dirty="0"/>
              <a:t> </a:t>
            </a:r>
            <a:r>
              <a:rPr dirty="0" err="1"/>
              <a:t>автозагрузку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возможным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запрета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mask </a:t>
            </a:r>
            <a:r>
              <a:rPr dirty="0" err="1"/>
              <a:t>имя.service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Возврат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unmask </a:t>
            </a:r>
            <a:r>
              <a:rPr dirty="0" err="1"/>
              <a:t>имя.service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mask </a:t>
            </a:r>
            <a:r>
              <a:rPr dirty="0" err="1"/>
              <a:t>применяют</a:t>
            </a:r>
            <a:r>
              <a:rPr dirty="0"/>
              <a:t> </a:t>
            </a:r>
            <a:r>
              <a:rPr dirty="0" err="1"/>
              <a:t>осторожно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гарантированно</a:t>
            </a:r>
            <a:r>
              <a:rPr dirty="0"/>
              <a:t> </a:t>
            </a:r>
            <a:r>
              <a:rPr dirty="0" err="1"/>
              <a:t>заблокировать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Чек-лист после изменения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Конфигурационный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сохранен</a:t>
            </a:r>
            <a:r>
              <a:rPr dirty="0"/>
              <a:t> в </a:t>
            </a:r>
            <a:r>
              <a:rPr dirty="0" err="1"/>
              <a:t>правильном</a:t>
            </a:r>
            <a:r>
              <a:rPr dirty="0"/>
              <a:t> </a:t>
            </a:r>
            <a:r>
              <a:rPr dirty="0" err="1"/>
              <a:t>месте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проверен</a:t>
            </a:r>
            <a:r>
              <a:rPr dirty="0"/>
              <a:t> </a:t>
            </a:r>
            <a:r>
              <a:rPr dirty="0" err="1"/>
              <a:t>доступной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systemctl</a:t>
            </a:r>
            <a:r>
              <a:rPr dirty="0"/>
              <a:t> status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failed.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journalctl</a:t>
            </a:r>
            <a:r>
              <a:rPr dirty="0"/>
              <a:t> -u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новую</a:t>
            </a:r>
            <a:r>
              <a:rPr dirty="0"/>
              <a:t> </a:t>
            </a:r>
            <a:r>
              <a:rPr dirty="0" err="1"/>
              <a:t>критическую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сетевая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клиентский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проверены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Запустить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start,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забыть</a:t>
            </a:r>
            <a:r>
              <a:rPr dirty="0"/>
              <a:t> enable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Перепутать</a:t>
            </a:r>
            <a:r>
              <a:rPr dirty="0"/>
              <a:t> restart и reload и </a:t>
            </a:r>
            <a:r>
              <a:rPr dirty="0" err="1"/>
              <a:t>прервать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Смотреть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 </a:t>
            </a:r>
            <a:r>
              <a:rPr dirty="0" err="1"/>
              <a:t>конкретной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Редактировать</a:t>
            </a:r>
            <a:r>
              <a:rPr dirty="0"/>
              <a:t> unit-</a:t>
            </a:r>
            <a:r>
              <a:rPr dirty="0" err="1"/>
              <a:t>файл</a:t>
            </a:r>
            <a:r>
              <a:rPr dirty="0"/>
              <a:t> и </a:t>
            </a:r>
            <a:r>
              <a:rPr dirty="0" err="1"/>
              <a:t>забыть</a:t>
            </a:r>
            <a:r>
              <a:rPr dirty="0"/>
              <a:t> daemon-reload.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Считать</a:t>
            </a:r>
            <a:r>
              <a:rPr dirty="0"/>
              <a:t> active </a:t>
            </a:r>
            <a:r>
              <a:rPr dirty="0" err="1"/>
              <a:t>достаточной</a:t>
            </a:r>
            <a:r>
              <a:rPr dirty="0"/>
              <a:t> </a:t>
            </a:r>
            <a:r>
              <a:rPr dirty="0" err="1"/>
              <a:t>проверкой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проверив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клиентский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Служба</a:t>
            </a:r>
            <a:r>
              <a:rPr dirty="0"/>
              <a:t> Linux - </a:t>
            </a:r>
            <a:r>
              <a:rPr dirty="0" err="1"/>
              <a:t>управляемый</a:t>
            </a:r>
            <a:r>
              <a:rPr dirty="0"/>
              <a:t> </a:t>
            </a:r>
            <a:r>
              <a:rPr dirty="0" err="1"/>
              <a:t>фоновый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учитывает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и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systemctl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и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journalctl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находить</a:t>
            </a:r>
            <a:r>
              <a:rPr dirty="0"/>
              <a:t> </a:t>
            </a:r>
            <a:r>
              <a:rPr dirty="0" err="1"/>
              <a:t>причины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Безопасное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завершается</a:t>
            </a:r>
            <a:r>
              <a:rPr dirty="0"/>
              <a:t>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обычной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PID 1?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start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enable?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reload, а </a:t>
            </a:r>
            <a:r>
              <a:rPr dirty="0" err="1"/>
              <a:t>когда</a:t>
            </a:r>
            <a:r>
              <a:rPr dirty="0"/>
              <a:t> restart?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status?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конкретной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текущую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daemon-reload?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active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2449</Words>
  <Application>Microsoft Office PowerPoint</Application>
  <PresentationFormat>Широкоэкранный</PresentationFormat>
  <Paragraphs>274</Paragraphs>
  <Slides>51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2026-07-05T05:22:22Z</dcterms:modified>
  <cp:category/>
</cp:coreProperties>
</file>