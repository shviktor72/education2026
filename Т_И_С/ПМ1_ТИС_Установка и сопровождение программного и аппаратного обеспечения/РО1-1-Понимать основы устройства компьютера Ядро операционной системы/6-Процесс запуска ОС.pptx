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92" r:id="rId28"/>
    <p:sldId id="281" r:id="rId29"/>
    <p:sldId id="293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4064" y="1023538"/>
            <a:ext cx="8523872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6. </a:t>
            </a:r>
            <a:r>
              <a:rPr sz="4800" dirty="0" err="1"/>
              <a:t>Процесс</a:t>
            </a:r>
            <a:r>
              <a:rPr sz="4800" dirty="0"/>
              <a:t> </a:t>
            </a:r>
            <a:r>
              <a:rPr sz="4800" dirty="0" err="1"/>
              <a:t>запуска</a:t>
            </a:r>
            <a:r>
              <a:rPr sz="4800" dirty="0"/>
              <a:t> ОС: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BIOS/UEFI, </a:t>
            </a:r>
            <a:r>
              <a:rPr sz="4800" dirty="0" err="1"/>
              <a:t>загрузчик</a:t>
            </a:r>
            <a:r>
              <a:rPr sz="4800" dirty="0"/>
              <a:t> и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типовые</a:t>
            </a:r>
            <a:r>
              <a:rPr sz="4800" dirty="0"/>
              <a:t> </a:t>
            </a:r>
            <a:r>
              <a:rPr sz="4800" dirty="0" err="1"/>
              <a:t>ошибки</a:t>
            </a:r>
            <a:r>
              <a:rPr sz="4800" dirty="0"/>
              <a:t> </a:t>
            </a:r>
            <a:r>
              <a:rPr sz="4800" dirty="0" err="1"/>
              <a:t>загрузки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0753" y="182880"/>
            <a:ext cx="26200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Цел</a:t>
            </a:r>
            <a:r>
              <a:rPr lang="ru-RU" dirty="0"/>
              <a:t>и</a:t>
            </a:r>
            <a:r>
              <a:rPr dirty="0"/>
              <a:t> </a:t>
            </a:r>
            <a:r>
              <a:rPr dirty="0" err="1"/>
              <a:t>лекции</a:t>
            </a:r>
            <a:r>
              <a:rPr lang="ru-RU" dirty="0"/>
              <a:t>: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компьютера</a:t>
            </a:r>
            <a:r>
              <a:rPr dirty="0"/>
              <a:t> и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Разобрать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BIOS, UEFI, POST и boot order.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, MBR, GPT, EFI System Partition и </a:t>
            </a:r>
            <a:r>
              <a:rPr dirty="0" err="1"/>
              <a:t>загрузчика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GRUB и Windows Boot Manager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типовые</a:t>
            </a:r>
            <a:r>
              <a:rPr dirty="0"/>
              <a:t> </a:t>
            </a:r>
            <a:r>
              <a:rPr dirty="0" err="1"/>
              <a:t>причины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3960" y="182880"/>
            <a:ext cx="49536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вопросов</a:t>
            </a:r>
            <a:r>
              <a:rPr lang="ru-RU" dirty="0"/>
              <a:t>: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Общая</a:t>
            </a:r>
            <a:r>
              <a:rPr dirty="0"/>
              <a:t> </a:t>
            </a:r>
            <a:r>
              <a:rPr sz="3200" dirty="0" err="1"/>
              <a:t>последовательность</a:t>
            </a:r>
            <a:r>
              <a:rPr sz="3200" dirty="0"/>
              <a:t> </a:t>
            </a:r>
            <a:r>
              <a:rPr sz="3200" dirty="0" err="1"/>
              <a:t>запуска</a:t>
            </a:r>
            <a:r>
              <a:rPr sz="3200" dirty="0"/>
              <a:t> </a:t>
            </a:r>
            <a:r>
              <a:rPr sz="3200" dirty="0" err="1"/>
              <a:t>компьютера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2. BIOS и UEFI: </a:t>
            </a:r>
            <a:r>
              <a:rPr sz="3200" dirty="0" err="1"/>
              <a:t>назначение</a:t>
            </a:r>
            <a:r>
              <a:rPr sz="3200" dirty="0"/>
              <a:t>, </a:t>
            </a:r>
            <a:r>
              <a:rPr sz="3200" dirty="0" err="1"/>
              <a:t>отличия</a:t>
            </a:r>
            <a:r>
              <a:rPr sz="3200" dirty="0"/>
              <a:t> и </a:t>
            </a:r>
            <a:r>
              <a:rPr sz="3200" dirty="0" err="1"/>
              <a:t>параметры</a:t>
            </a:r>
            <a:r>
              <a:rPr sz="3200" dirty="0"/>
              <a:t> </a:t>
            </a:r>
            <a:r>
              <a:rPr sz="3200" dirty="0" err="1"/>
              <a:t>администратора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3. POST и </a:t>
            </a:r>
            <a:r>
              <a:rPr sz="3200" dirty="0" err="1"/>
              <a:t>первичная</a:t>
            </a:r>
            <a:r>
              <a:rPr sz="3200" dirty="0"/>
              <a:t> </a:t>
            </a:r>
            <a:r>
              <a:rPr sz="3200" dirty="0" err="1"/>
              <a:t>проверка</a:t>
            </a:r>
            <a:r>
              <a:rPr sz="3200" dirty="0"/>
              <a:t> </a:t>
            </a:r>
            <a:r>
              <a:rPr sz="3200" dirty="0" err="1"/>
              <a:t>оборудования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Загрузочное</a:t>
            </a:r>
            <a:r>
              <a:rPr sz="3200" dirty="0"/>
              <a:t> </a:t>
            </a:r>
            <a:r>
              <a:rPr sz="3200" dirty="0" err="1"/>
              <a:t>устройство</a:t>
            </a:r>
            <a:r>
              <a:rPr sz="3200" dirty="0"/>
              <a:t> и boot order.</a:t>
            </a:r>
          </a:p>
          <a:p>
            <a:pPr>
              <a:defRPr sz="3600"/>
            </a:pPr>
            <a:r>
              <a:rPr sz="3200" dirty="0"/>
              <a:t>5. </a:t>
            </a:r>
            <a:r>
              <a:rPr sz="3200" dirty="0" err="1"/>
              <a:t>Диск</a:t>
            </a:r>
            <a:r>
              <a:rPr sz="3200" dirty="0"/>
              <a:t>, MBR, GPT, </a:t>
            </a:r>
            <a:r>
              <a:rPr sz="3200" dirty="0" err="1"/>
              <a:t>системные</a:t>
            </a:r>
            <a:r>
              <a:rPr sz="3200" dirty="0"/>
              <a:t> </a:t>
            </a:r>
            <a:r>
              <a:rPr sz="3200" dirty="0" err="1"/>
              <a:t>разделы</a:t>
            </a:r>
            <a:r>
              <a:rPr sz="3200" dirty="0"/>
              <a:t> и EFI System Partition.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Загрузчик</a:t>
            </a:r>
            <a:r>
              <a:rPr sz="3200" dirty="0"/>
              <a:t> </a:t>
            </a:r>
            <a:r>
              <a:rPr sz="3200" dirty="0" err="1"/>
              <a:t>операционной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: GRUB и Windows Boot Manager.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Запуск</a:t>
            </a:r>
            <a:r>
              <a:rPr sz="3200" dirty="0"/>
              <a:t> </a:t>
            </a:r>
            <a:r>
              <a:rPr sz="3200" dirty="0" err="1"/>
              <a:t>ядра</a:t>
            </a:r>
            <a:r>
              <a:rPr sz="3200" dirty="0"/>
              <a:t>, </a:t>
            </a:r>
            <a:r>
              <a:rPr sz="3200" dirty="0" err="1"/>
              <a:t>инициализация</a:t>
            </a:r>
            <a:r>
              <a:rPr sz="3200" dirty="0"/>
              <a:t> </a:t>
            </a:r>
            <a:r>
              <a:rPr sz="3200" dirty="0" err="1"/>
              <a:t>драйверов</a:t>
            </a:r>
            <a:r>
              <a:rPr sz="3200" dirty="0"/>
              <a:t> и </a:t>
            </a:r>
            <a:r>
              <a:rPr sz="3200" dirty="0" err="1"/>
              <a:t>запуск</a:t>
            </a:r>
            <a:r>
              <a:rPr sz="3200" dirty="0"/>
              <a:t> </a:t>
            </a:r>
            <a:r>
              <a:rPr sz="3200" dirty="0" err="1"/>
              <a:t>системных</a:t>
            </a:r>
            <a:r>
              <a:rPr sz="3200" dirty="0"/>
              <a:t> </a:t>
            </a:r>
            <a:r>
              <a:rPr sz="3200" dirty="0" err="1"/>
              <a:t>служб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8. Типовые </a:t>
            </a:r>
            <a:r>
              <a:rPr sz="3200" dirty="0" err="1"/>
              <a:t>ошибки</a:t>
            </a:r>
            <a:r>
              <a:rPr sz="3200" dirty="0"/>
              <a:t> </a:t>
            </a:r>
            <a:r>
              <a:rPr sz="3200" dirty="0" err="1"/>
              <a:t>загрузки</a:t>
            </a:r>
            <a:r>
              <a:rPr sz="3200" dirty="0"/>
              <a:t> и </a:t>
            </a:r>
            <a:r>
              <a:rPr sz="3200" dirty="0" err="1"/>
              <a:t>первичная</a:t>
            </a:r>
            <a:r>
              <a:rPr sz="3200" dirty="0"/>
              <a:t> </a:t>
            </a:r>
            <a:r>
              <a:rPr sz="3200" dirty="0" err="1"/>
              <a:t>диагностика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— </a:t>
            </a:r>
            <a:r>
              <a:rPr dirty="0" err="1"/>
              <a:t>операционная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системное</a:t>
            </a:r>
            <a:r>
              <a:rPr dirty="0"/>
              <a:t> ПО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компьютером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BIOS — Basic Input/Output System, </a:t>
            </a: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ввода-вывода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UEFI — Unified Extensible Firmware Interface, </a:t>
            </a: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прошивки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POST — Power-On Self-Test, </a:t>
            </a:r>
            <a:r>
              <a:rPr dirty="0" err="1"/>
              <a:t>самотестирование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включении</a:t>
            </a:r>
            <a:r>
              <a:rPr dirty="0"/>
              <a:t> </a:t>
            </a:r>
            <a:r>
              <a:rPr dirty="0" err="1"/>
              <a:t>питания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Boot order —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загрузочного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Bootloader — </a:t>
            </a:r>
            <a:r>
              <a:rPr dirty="0" err="1"/>
              <a:t>загрузчик</a:t>
            </a:r>
            <a:r>
              <a:rPr dirty="0"/>
              <a:t>,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293" y="182880"/>
            <a:ext cx="1161093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000" dirty="0"/>
              <a:t>1. </a:t>
            </a:r>
            <a:r>
              <a:rPr sz="4000" dirty="0" err="1"/>
              <a:t>Общая</a:t>
            </a:r>
            <a:r>
              <a:rPr sz="4000" dirty="0"/>
              <a:t> </a:t>
            </a:r>
            <a:r>
              <a:rPr sz="4000" dirty="0" err="1"/>
              <a:t>последовательность</a:t>
            </a:r>
            <a:r>
              <a:rPr sz="4000" dirty="0"/>
              <a:t> </a:t>
            </a:r>
            <a:r>
              <a:rPr sz="4000" dirty="0" err="1"/>
              <a:t>запуска</a:t>
            </a:r>
            <a:r>
              <a:rPr sz="4000" dirty="0"/>
              <a:t> </a:t>
            </a:r>
            <a:r>
              <a:rPr sz="4000" dirty="0" err="1"/>
              <a:t>компьютера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питание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Прошивка</a:t>
            </a:r>
            <a:r>
              <a:rPr dirty="0"/>
              <a:t> </a:t>
            </a:r>
            <a:r>
              <a:rPr dirty="0" err="1"/>
              <a:t>инициализирует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первичная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Выбирается</a:t>
            </a:r>
            <a:r>
              <a:rPr dirty="0"/>
              <a:t> </a:t>
            </a:r>
            <a:r>
              <a:rPr dirty="0" err="1"/>
              <a:t>загрузочное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загрузчик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Загрузчик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ядру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Запуск компьютера по шагам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Питание</a:t>
            </a:r>
            <a:r>
              <a:rPr dirty="0"/>
              <a:t> </a:t>
            </a:r>
            <a:r>
              <a:rPr dirty="0" err="1"/>
              <a:t>поступает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CPU </a:t>
            </a:r>
            <a:r>
              <a:rPr dirty="0" err="1"/>
              <a:t>начинает</a:t>
            </a:r>
            <a:r>
              <a:rPr dirty="0"/>
              <a:t>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кода</a:t>
            </a:r>
            <a:r>
              <a:rPr dirty="0"/>
              <a:t> </a:t>
            </a:r>
            <a:r>
              <a:rPr dirty="0" err="1"/>
              <a:t>прошивки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BIOS/UEFI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базовое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Прошивка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, с </a:t>
            </a:r>
            <a:r>
              <a:rPr dirty="0" err="1"/>
              <a:t>которого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загрузиться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Загрузчик</a:t>
            </a:r>
            <a:r>
              <a:rPr dirty="0"/>
              <a:t> </a:t>
            </a:r>
            <a:r>
              <a:rPr dirty="0" err="1"/>
              <a:t>находит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ОС и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драйверы</a:t>
            </a:r>
            <a:r>
              <a:rPr dirty="0"/>
              <a:t>,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пользовательскую</a:t>
            </a:r>
            <a:r>
              <a:rPr dirty="0"/>
              <a:t> </a:t>
            </a:r>
            <a:r>
              <a:rPr dirty="0" err="1"/>
              <a:t>среду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ОС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6DDF36-50EF-2140-E76C-862693DD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6651" y="182880"/>
            <a:ext cx="378821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BIOS и UEFI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3612"/>
            <a:ext cx="10972800" cy="48728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BIOS и UEFI — </a:t>
            </a:r>
            <a:r>
              <a:rPr dirty="0" err="1"/>
              <a:t>прошивка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стартует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и </a:t>
            </a:r>
            <a:r>
              <a:rPr dirty="0" err="1"/>
              <a:t>инициализирует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, </a:t>
            </a:r>
            <a:r>
              <a:rPr dirty="0" err="1"/>
              <a:t>диски</a:t>
            </a:r>
            <a:r>
              <a:rPr dirty="0"/>
              <a:t> и </a:t>
            </a:r>
            <a:r>
              <a:rPr dirty="0" err="1"/>
              <a:t>виртуализация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BIOS — </a:t>
            </a:r>
            <a:r>
              <a:rPr dirty="0" err="1"/>
              <a:t>классический</a:t>
            </a:r>
            <a:r>
              <a:rPr dirty="0"/>
              <a:t> </a:t>
            </a:r>
            <a:r>
              <a:rPr dirty="0" err="1"/>
              <a:t>вариант</a:t>
            </a:r>
            <a:r>
              <a:rPr dirty="0"/>
              <a:t> </a:t>
            </a:r>
            <a:r>
              <a:rPr dirty="0" err="1"/>
              <a:t>прошивки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Исторически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MBR-</a:t>
            </a:r>
            <a:r>
              <a:rPr dirty="0" err="1"/>
              <a:t>загрузкой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старую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встречается</a:t>
            </a:r>
            <a:r>
              <a:rPr dirty="0"/>
              <a:t> в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 и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примерах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современным</a:t>
            </a:r>
            <a:r>
              <a:rPr dirty="0"/>
              <a:t> </a:t>
            </a:r>
            <a:r>
              <a:rPr dirty="0" err="1"/>
              <a:t>возможностям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UEFI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UEFI — </a:t>
            </a: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прошивки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GPT.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Поддерживает</a:t>
            </a:r>
            <a:r>
              <a:rPr dirty="0"/>
              <a:t> EFI System Partition.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графический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и </a:t>
            </a:r>
            <a:r>
              <a:rPr dirty="0" err="1"/>
              <a:t>расширенные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применяется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ПК и </a:t>
            </a:r>
            <a:r>
              <a:rPr dirty="0" err="1"/>
              <a:t>серверах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администратор делает в BIOS/UEFI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8864"/>
            <a:ext cx="10972800" cy="48876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Проверяет</a:t>
            </a:r>
            <a:r>
              <a:rPr dirty="0"/>
              <a:t>, </a:t>
            </a:r>
            <a:r>
              <a:rPr dirty="0" err="1"/>
              <a:t>виден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аппаратную</a:t>
            </a:r>
            <a:r>
              <a:rPr dirty="0"/>
              <a:t> </a:t>
            </a:r>
            <a:r>
              <a:rPr dirty="0" err="1"/>
              <a:t>виртуализацию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UEFI </a:t>
            </a:r>
            <a:r>
              <a:rPr dirty="0" err="1"/>
              <a:t>или</a:t>
            </a:r>
            <a:r>
              <a:rPr dirty="0"/>
              <a:t> Legacy.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Настраивает</a:t>
            </a:r>
            <a:r>
              <a:rPr dirty="0"/>
              <a:t> </a:t>
            </a:r>
            <a:r>
              <a:rPr dirty="0" err="1"/>
              <a:t>дату</a:t>
            </a:r>
            <a:r>
              <a:rPr dirty="0"/>
              <a:t>, </a:t>
            </a:r>
            <a:r>
              <a:rPr dirty="0" err="1"/>
              <a:t>время</a:t>
            </a:r>
            <a:r>
              <a:rPr dirty="0"/>
              <a:t> и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BIOS и UEFI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1A4481-FC3F-DE99-B40F-153F76C23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722" y="182880"/>
            <a:ext cx="112800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/>
              <a:t>3. POST и </a:t>
            </a:r>
            <a:r>
              <a:rPr sz="4400" dirty="0" err="1"/>
              <a:t>первичная</a:t>
            </a:r>
            <a:r>
              <a:rPr sz="4400" dirty="0"/>
              <a:t> </a:t>
            </a:r>
            <a:r>
              <a:rPr sz="4400" dirty="0" err="1"/>
              <a:t>проверка</a:t>
            </a:r>
            <a:r>
              <a:rPr sz="4400" dirty="0"/>
              <a:t> </a:t>
            </a:r>
            <a:r>
              <a:rPr sz="4400" dirty="0" err="1"/>
              <a:t>оборудования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94078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POST — Power-On Self-Test,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включении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 </a:t>
            </a:r>
            <a:r>
              <a:rPr dirty="0" err="1"/>
              <a:t>компьютера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обнаружить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 RAM, CPU,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видеосистемы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POST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проходит</a:t>
            </a:r>
            <a:r>
              <a:rPr dirty="0"/>
              <a:t>, ОС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начать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может выявить POST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неисправность</a:t>
            </a:r>
            <a:r>
              <a:rPr dirty="0"/>
              <a:t> RAM.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видеосистемы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загрузочного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питания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материнской</a:t>
            </a:r>
            <a:r>
              <a:rPr dirty="0"/>
              <a:t> </a:t>
            </a:r>
            <a:r>
              <a:rPr dirty="0" err="1"/>
              <a:t>платы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инициализации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0CFF-5F36-E187-2AB9-C5A88AF23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BC0810-8F21-E8C3-10B1-1AC2F73549D4}"/>
              </a:ext>
            </a:extLst>
          </p:cNvPr>
          <p:cNvSpPr txBox="1"/>
          <p:nvPr/>
        </p:nvSpPr>
        <p:spPr>
          <a:xfrm>
            <a:off x="5544010" y="182880"/>
            <a:ext cx="10734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POST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86099B-1F49-45B8-3DA3-8C5D87F3E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08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это важно администратору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всякая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связана</a:t>
            </a:r>
            <a:r>
              <a:rPr dirty="0"/>
              <a:t> с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Иногда</a:t>
            </a:r>
            <a:r>
              <a:rPr dirty="0"/>
              <a:t> </a:t>
            </a:r>
            <a:r>
              <a:rPr dirty="0" err="1"/>
              <a:t>причина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загрузчика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Сообщения</a:t>
            </a:r>
            <a:r>
              <a:rPr dirty="0"/>
              <a:t> BIOS/UEFI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сбоя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машине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</a:t>
            </a:r>
            <a:r>
              <a:rPr dirty="0" err="1"/>
              <a:t>моделируется</a:t>
            </a:r>
            <a:r>
              <a:rPr dirty="0"/>
              <a:t> </a:t>
            </a:r>
            <a:r>
              <a:rPr dirty="0" err="1"/>
              <a:t>настройками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понимания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каком</a:t>
            </a:r>
            <a:r>
              <a:rPr dirty="0"/>
              <a:t> </a:t>
            </a:r>
            <a:r>
              <a:rPr dirty="0" err="1"/>
              <a:t>этапе</a:t>
            </a:r>
            <a:r>
              <a:rPr dirty="0"/>
              <a:t> </a:t>
            </a:r>
            <a:r>
              <a:rPr dirty="0" err="1"/>
              <a:t>остановилась</a:t>
            </a:r>
            <a:r>
              <a:rPr dirty="0"/>
              <a:t> </a:t>
            </a:r>
            <a:r>
              <a:rPr dirty="0" err="1"/>
              <a:t>загрузка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164" y="182880"/>
            <a:ext cx="1053519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</a:t>
            </a:r>
            <a:r>
              <a:rPr sz="4800" dirty="0" err="1"/>
              <a:t>Загрузочное</a:t>
            </a:r>
            <a:r>
              <a:rPr sz="4800" dirty="0"/>
              <a:t> </a:t>
            </a:r>
            <a:r>
              <a:rPr sz="4800" dirty="0" err="1"/>
              <a:t>устройство</a:t>
            </a:r>
            <a:r>
              <a:rPr sz="4800" dirty="0"/>
              <a:t> и boot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9368"/>
            <a:ext cx="11444748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Загрузочное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загрузчик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установочный</a:t>
            </a:r>
            <a:r>
              <a:rPr dirty="0"/>
              <a:t> </a:t>
            </a:r>
            <a:r>
              <a:rPr dirty="0" err="1"/>
              <a:t>образ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Boot order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прошивка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 </a:t>
            </a:r>
            <a:r>
              <a:rPr dirty="0" err="1"/>
              <a:t>первым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Возможные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: </a:t>
            </a:r>
            <a:r>
              <a:rPr dirty="0" err="1"/>
              <a:t>диск</a:t>
            </a:r>
            <a:r>
              <a:rPr dirty="0"/>
              <a:t>, ISO, USB, </a:t>
            </a:r>
            <a:r>
              <a:rPr dirty="0" err="1"/>
              <a:t>сеть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Неверный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— </a:t>
            </a:r>
            <a:r>
              <a:rPr dirty="0" err="1"/>
              <a:t>частая</a:t>
            </a:r>
            <a:r>
              <a:rPr dirty="0"/>
              <a:t> </a:t>
            </a:r>
            <a:r>
              <a:rPr dirty="0" err="1"/>
              <a:t>учебная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ВМ boot order </a:t>
            </a:r>
            <a:r>
              <a:rPr dirty="0" err="1"/>
              <a:t>меняется</a:t>
            </a:r>
            <a:r>
              <a:rPr dirty="0"/>
              <a:t> в </a:t>
            </a:r>
            <a:r>
              <a:rPr dirty="0" err="1"/>
              <a:t>настройках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загрузочных устройств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Внутренний</a:t>
            </a:r>
            <a:r>
              <a:rPr dirty="0"/>
              <a:t> SSD </a:t>
            </a:r>
            <a:r>
              <a:rPr dirty="0" err="1"/>
              <a:t>или</a:t>
            </a:r>
            <a:r>
              <a:rPr dirty="0"/>
              <a:t> HDD.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ISO-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установщика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USB-</a:t>
            </a:r>
            <a:r>
              <a:rPr dirty="0" err="1"/>
              <a:t>накопитель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PXE-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гипервизора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Типовая ошибка boot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установлена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первым</a:t>
            </a:r>
            <a:r>
              <a:rPr dirty="0"/>
              <a:t> </a:t>
            </a:r>
            <a:r>
              <a:rPr dirty="0" err="1"/>
              <a:t>устройством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выбран</a:t>
            </a:r>
            <a:r>
              <a:rPr dirty="0"/>
              <a:t> ISO-</a:t>
            </a:r>
            <a:r>
              <a:rPr dirty="0" err="1"/>
              <a:t>образ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открывает</a:t>
            </a:r>
            <a:r>
              <a:rPr dirty="0"/>
              <a:t> </a:t>
            </a:r>
            <a:r>
              <a:rPr dirty="0" err="1"/>
              <a:t>установщик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установленной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прошивка</a:t>
            </a:r>
            <a:r>
              <a:rPr dirty="0"/>
              <a:t> </a:t>
            </a:r>
            <a:r>
              <a:rPr dirty="0" err="1"/>
              <a:t>пытается</a:t>
            </a:r>
            <a:r>
              <a:rPr dirty="0"/>
              <a:t> </a:t>
            </a:r>
            <a:r>
              <a:rPr dirty="0" err="1"/>
              <a:t>загрузиться</a:t>
            </a:r>
            <a:r>
              <a:rPr dirty="0"/>
              <a:t> с </a:t>
            </a:r>
            <a:r>
              <a:rPr dirty="0" err="1"/>
              <a:t>пустого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Исправление</a:t>
            </a:r>
            <a:r>
              <a:rPr dirty="0"/>
              <a:t>: </a:t>
            </a:r>
            <a:r>
              <a:rPr dirty="0" err="1"/>
              <a:t>поставить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 в boot order.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7024" y="182880"/>
            <a:ext cx="1066747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5. </a:t>
            </a:r>
            <a:r>
              <a:rPr sz="4800" dirty="0" err="1"/>
              <a:t>Диск</a:t>
            </a:r>
            <a:r>
              <a:rPr sz="4800" dirty="0"/>
              <a:t>, MBR, GPT и EFI System Partition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327354"/>
            <a:ext cx="11385755" cy="47991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 и </a:t>
            </a:r>
            <a:r>
              <a:rPr dirty="0" err="1"/>
              <a:t>загрузочные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MBR и GPT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разделам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EFI System Partition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UEFI-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Повреждение</a:t>
            </a:r>
            <a:r>
              <a:rPr dirty="0"/>
              <a:t> </a:t>
            </a:r>
            <a:r>
              <a:rPr dirty="0" err="1"/>
              <a:t>загрузочных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остановить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MBR в контексте 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MBR — Master Boot Record.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Находится</a:t>
            </a:r>
            <a:r>
              <a:rPr dirty="0"/>
              <a:t> в </a:t>
            </a:r>
            <a:r>
              <a:rPr dirty="0" err="1"/>
              <a:t>начале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содержать</a:t>
            </a:r>
            <a:r>
              <a:rPr dirty="0"/>
              <a:t> </a:t>
            </a:r>
            <a:r>
              <a:rPr dirty="0" err="1"/>
              <a:t>начальный</a:t>
            </a:r>
            <a:r>
              <a:rPr dirty="0"/>
              <a:t> </a:t>
            </a:r>
            <a:r>
              <a:rPr dirty="0" err="1"/>
              <a:t>загрузочный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Связан</a:t>
            </a:r>
            <a:r>
              <a:rPr dirty="0"/>
              <a:t> с BIOS </a:t>
            </a:r>
            <a:r>
              <a:rPr dirty="0" err="1"/>
              <a:t>или</a:t>
            </a:r>
            <a:r>
              <a:rPr dirty="0"/>
              <a:t> Legacy-</a:t>
            </a:r>
            <a:r>
              <a:rPr dirty="0" err="1"/>
              <a:t>загрузкой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исторические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GPT в контексте 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1201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GPT — GUID Partition Table.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Современная</a:t>
            </a:r>
            <a:r>
              <a:rPr dirty="0"/>
              <a:t> </a:t>
            </a: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с 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гибко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разделах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EFI System Partition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ОС в UEFI-</a:t>
            </a:r>
            <a:r>
              <a:rPr dirty="0" err="1"/>
              <a:t>режиме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EFI System Partition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EFI System Partition — </a:t>
            </a:r>
            <a:r>
              <a:rPr dirty="0" err="1"/>
              <a:t>служебный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UEFI-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обозначается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ESP.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загрузочные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FAT32.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повреждение</a:t>
            </a:r>
            <a:r>
              <a:rPr dirty="0"/>
              <a:t> ESP </a:t>
            </a:r>
            <a:r>
              <a:rPr dirty="0" err="1"/>
              <a:t>нарушает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Диск</a:t>
            </a:r>
            <a:r>
              <a:rPr dirty="0"/>
              <a:t> и </a:t>
            </a:r>
            <a:r>
              <a:rPr dirty="0" err="1"/>
              <a:t>загрузочные</a:t>
            </a:r>
            <a:r>
              <a:rPr dirty="0"/>
              <a:t> </a:t>
            </a:r>
            <a:r>
              <a:rPr dirty="0" err="1"/>
              <a:t>разделы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920987-AA52-EF25-6B40-CB8873D63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Загрузчик операционной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Загрузчик</a:t>
            </a:r>
            <a:r>
              <a:rPr dirty="0"/>
              <a:t> — </a:t>
            </a:r>
            <a:r>
              <a:rPr dirty="0" err="1"/>
              <a:t>программа</a:t>
            </a:r>
            <a:r>
              <a:rPr dirty="0"/>
              <a:t>, </a:t>
            </a:r>
            <a:r>
              <a:rPr dirty="0" err="1"/>
              <a:t>запускающая</a:t>
            </a:r>
            <a:r>
              <a:rPr dirty="0"/>
              <a:t> </a:t>
            </a:r>
            <a:r>
              <a:rPr dirty="0" err="1"/>
              <a:t>операционную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прошивкой</a:t>
            </a:r>
            <a:r>
              <a:rPr dirty="0"/>
              <a:t> и </a:t>
            </a:r>
            <a:r>
              <a:rPr dirty="0" err="1"/>
              <a:t>ядром</a:t>
            </a:r>
            <a:r>
              <a:rPr dirty="0"/>
              <a:t> ОС.</a:t>
            </a:r>
          </a:p>
          <a:p>
            <a:pPr indent="354013">
              <a:defRPr sz="3600"/>
            </a:pPr>
            <a:r>
              <a:rPr dirty="0" err="1"/>
              <a:t>Загрузчик</a:t>
            </a:r>
            <a:r>
              <a:rPr dirty="0"/>
              <a:t> </a:t>
            </a:r>
            <a:r>
              <a:rPr dirty="0" err="1"/>
              <a:t>знает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и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предложить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ОС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Повреждение</a:t>
            </a:r>
            <a:r>
              <a:rPr dirty="0"/>
              <a:t> </a:t>
            </a:r>
            <a:r>
              <a:rPr dirty="0" err="1"/>
              <a:t>загрузчика</a:t>
            </a:r>
            <a:r>
              <a:rPr dirty="0"/>
              <a:t> </a:t>
            </a:r>
            <a:r>
              <a:rPr dirty="0" err="1"/>
              <a:t>приводит</a:t>
            </a:r>
            <a:r>
              <a:rPr dirty="0"/>
              <a:t> к </a:t>
            </a:r>
            <a:r>
              <a:rPr dirty="0" err="1"/>
              <a:t>ошибкам</a:t>
            </a:r>
            <a:r>
              <a:rPr dirty="0"/>
              <a:t> </a:t>
            </a:r>
            <a:r>
              <a:rPr dirty="0" err="1"/>
              <a:t>старта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GRUB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GRUB — Grand Unified Bootloader.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в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запускать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ядер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Ошибки</a:t>
            </a:r>
            <a:r>
              <a:rPr dirty="0"/>
              <a:t> GRUB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появиться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9AF19-BF92-5B78-A97C-44FC80118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8B9422-1E66-2E83-A7D3-C96A085E55B3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GRUB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420E19-2ED8-5386-106A-8D7E661F0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484" y="0"/>
            <a:ext cx="12615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45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Windows Boot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 Boot Manager — </a:t>
            </a:r>
            <a:r>
              <a:rPr dirty="0" err="1"/>
              <a:t>загрузчик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запуском</a:t>
            </a:r>
            <a:r>
              <a:rPr dirty="0"/>
              <a:t> Windows и Windows Server.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загрузочную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показывать</a:t>
            </a:r>
            <a:r>
              <a:rPr dirty="0"/>
              <a:t> </a:t>
            </a:r>
            <a:r>
              <a:rPr dirty="0" err="1"/>
              <a:t>меню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ОС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загрузчика</a:t>
            </a:r>
            <a:r>
              <a:rPr dirty="0"/>
              <a:t> Windows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BCD </a:t>
            </a:r>
            <a:r>
              <a:rPr dirty="0" err="1"/>
              <a:t>или</a:t>
            </a:r>
            <a:r>
              <a:rPr dirty="0"/>
              <a:t> EFI-</a:t>
            </a:r>
            <a:r>
              <a:rPr dirty="0" err="1"/>
              <a:t>разделом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4F0DE-C83B-B0F0-F278-56FD2843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B1459E-5DA6-DF4B-B142-8A46361E2556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Windows Boot Manager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71F4C4-D1D1-F04D-D357-D91003E35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84" y="0"/>
            <a:ext cx="11282516" cy="683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79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GRUB и Windows Boot Manager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ADD130-949E-A1D7-CAD2-78ECAEB2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24842" y="182880"/>
            <a:ext cx="95118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</a:t>
            </a:r>
            <a:r>
              <a:rPr sz="4800" dirty="0" err="1"/>
              <a:t>Запуск</a:t>
            </a:r>
            <a:r>
              <a:rPr sz="4800" dirty="0"/>
              <a:t> </a:t>
            </a:r>
            <a:r>
              <a:rPr sz="4800" dirty="0" err="1"/>
              <a:t>ядра</a:t>
            </a:r>
            <a:r>
              <a:rPr sz="4800" dirty="0"/>
              <a:t>, </a:t>
            </a:r>
            <a:r>
              <a:rPr sz="4800" dirty="0" err="1"/>
              <a:t>драйверов</a:t>
            </a:r>
            <a:r>
              <a:rPr sz="4800" dirty="0"/>
              <a:t> и </a:t>
            </a:r>
            <a:r>
              <a:rPr sz="4800" dirty="0" err="1"/>
              <a:t>служб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324465" y="1268360"/>
            <a:ext cx="11636477" cy="48581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загрузчика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инициализирует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, </a:t>
            </a:r>
            <a:r>
              <a:rPr dirty="0" err="1"/>
              <a:t>устройства</a:t>
            </a:r>
            <a:r>
              <a:rPr dirty="0"/>
              <a:t> и </a:t>
            </a:r>
            <a:r>
              <a:rPr dirty="0" err="1"/>
              <a:t>драйверы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запускаются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загрузиться</a:t>
            </a:r>
            <a:r>
              <a:rPr dirty="0"/>
              <a:t> </a:t>
            </a:r>
            <a:r>
              <a:rPr dirty="0" err="1"/>
              <a:t>частично</a:t>
            </a:r>
            <a:r>
              <a:rPr dirty="0"/>
              <a:t>,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отличать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Linux после загрузчика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61288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Загружается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Подключается</a:t>
            </a:r>
            <a:r>
              <a:rPr dirty="0"/>
              <a:t> </a:t>
            </a:r>
            <a:r>
              <a:rPr dirty="0" err="1"/>
              <a:t>initramfs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init-процесс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Стартуют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смотреть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`</a:t>
            </a:r>
            <a:r>
              <a:rPr dirty="0" err="1"/>
              <a:t>journalctl</a:t>
            </a:r>
            <a:r>
              <a:rPr dirty="0"/>
              <a:t> -b`.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Windows после загрузчика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 Boot Manager </a:t>
            </a:r>
            <a:r>
              <a:rPr dirty="0" err="1"/>
              <a:t>запускает</a:t>
            </a:r>
            <a:r>
              <a:rPr dirty="0"/>
              <a:t> Windows Loader.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Загружается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Инициализируются</a:t>
            </a:r>
            <a:r>
              <a:rPr dirty="0"/>
              <a:t> </a:t>
            </a:r>
            <a:r>
              <a:rPr dirty="0" err="1"/>
              <a:t>драйверы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Запускаются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в Event Viewer и </a:t>
            </a:r>
            <a:r>
              <a:rPr dirty="0" err="1"/>
              <a:t>средствах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2989" y="182880"/>
            <a:ext cx="783554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Типовые </a:t>
            </a:r>
            <a:r>
              <a:rPr sz="4800" dirty="0" err="1"/>
              <a:t>ошибки</a:t>
            </a:r>
            <a:r>
              <a:rPr sz="4800" dirty="0"/>
              <a:t> </a:t>
            </a:r>
            <a:r>
              <a:rPr sz="4800" dirty="0" err="1"/>
              <a:t>загрузки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74838"/>
            <a:ext cx="10972800" cy="46516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Неверный</a:t>
            </a:r>
            <a:r>
              <a:rPr dirty="0"/>
              <a:t> boot order.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ISO-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оставлен</a:t>
            </a:r>
            <a:r>
              <a:rPr dirty="0"/>
              <a:t> </a:t>
            </a:r>
            <a:r>
              <a:rPr dirty="0" err="1"/>
              <a:t>первым</a:t>
            </a:r>
            <a:r>
              <a:rPr dirty="0"/>
              <a:t> в </a:t>
            </a:r>
            <a:r>
              <a:rPr dirty="0" err="1"/>
              <a:t>загрузке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подключен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виден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Поврежден</a:t>
            </a:r>
            <a:r>
              <a:rPr dirty="0"/>
              <a:t> </a:t>
            </a:r>
            <a:r>
              <a:rPr dirty="0" err="1"/>
              <a:t>загрузчик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BIOS/UEFI.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Поврежден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EFI-</a:t>
            </a:r>
            <a:r>
              <a:rPr dirty="0" err="1"/>
              <a:t>раздел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определить этап сбоя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изображения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POST-</a:t>
            </a:r>
            <a:r>
              <a:rPr dirty="0" err="1"/>
              <a:t>сообщения</a:t>
            </a:r>
            <a:r>
              <a:rPr dirty="0"/>
              <a:t>: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No bootable device: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загрузочного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GRUB rescue: </a:t>
            </a:r>
            <a:r>
              <a:rPr dirty="0" err="1"/>
              <a:t>проблема</a:t>
            </a:r>
            <a:r>
              <a:rPr dirty="0"/>
              <a:t> Linux-</a:t>
            </a:r>
            <a:r>
              <a:rPr dirty="0" err="1"/>
              <a:t>загрузчика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 Boot Manager error: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загрузчика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стартует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: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Первичная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79576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ВМ и </a:t>
            </a:r>
            <a:r>
              <a:rPr dirty="0" err="1"/>
              <a:t>подключенные</a:t>
            </a:r>
            <a:r>
              <a:rPr dirty="0"/>
              <a:t> </a:t>
            </a:r>
            <a:r>
              <a:rPr dirty="0" err="1"/>
              <a:t>диски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boot order.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ISO-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мешает</a:t>
            </a:r>
            <a:r>
              <a:rPr dirty="0"/>
              <a:t> </a:t>
            </a:r>
            <a:r>
              <a:rPr dirty="0" err="1"/>
              <a:t>загрузке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BIOS/UEFI.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экране</a:t>
            </a:r>
            <a:r>
              <a:rPr dirty="0"/>
              <a:t> и </a:t>
            </a: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безопасного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Запуск</a:t>
            </a:r>
            <a:r>
              <a:rPr dirty="0"/>
              <a:t> ОС </a:t>
            </a:r>
            <a:r>
              <a:rPr dirty="0" err="1"/>
              <a:t>проходит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уровней</a:t>
            </a:r>
            <a:r>
              <a:rPr dirty="0"/>
              <a:t>: </a:t>
            </a:r>
            <a:r>
              <a:rPr dirty="0" err="1"/>
              <a:t>прошивка</a:t>
            </a:r>
            <a:r>
              <a:rPr dirty="0"/>
              <a:t>, </a:t>
            </a:r>
            <a:r>
              <a:rPr dirty="0" err="1"/>
              <a:t>загрузчик</a:t>
            </a:r>
            <a:r>
              <a:rPr dirty="0"/>
              <a:t>, </a:t>
            </a:r>
            <a:r>
              <a:rPr dirty="0" err="1"/>
              <a:t>ядро</a:t>
            </a:r>
            <a:r>
              <a:rPr dirty="0"/>
              <a:t>,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BIOS и UEFI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POST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выявить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аппаратных</a:t>
            </a:r>
            <a:r>
              <a:rPr dirty="0"/>
              <a:t> </a:t>
            </a:r>
            <a:r>
              <a:rPr dirty="0" err="1"/>
              <a:t>проблем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Boot order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откуда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</a:t>
            </a:r>
            <a:r>
              <a:rPr dirty="0" err="1"/>
              <a:t>загрузка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MBR, GPT и EFI System Partition </a:t>
            </a:r>
            <a:r>
              <a:rPr dirty="0" err="1"/>
              <a:t>связаны</a:t>
            </a:r>
            <a:r>
              <a:rPr dirty="0"/>
              <a:t> с </a:t>
            </a:r>
            <a:r>
              <a:rPr dirty="0" err="1"/>
              <a:t>загрузочными</a:t>
            </a:r>
            <a:r>
              <a:rPr dirty="0"/>
              <a:t> </a:t>
            </a:r>
            <a:r>
              <a:rPr dirty="0" err="1"/>
              <a:t>структурами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привязывать</a:t>
            </a:r>
            <a:r>
              <a:rPr dirty="0"/>
              <a:t> к </a:t>
            </a:r>
            <a:r>
              <a:rPr dirty="0" err="1"/>
              <a:t>этапу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возникла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Какие</a:t>
            </a:r>
            <a:r>
              <a:rPr dirty="0"/>
              <a:t> </a:t>
            </a:r>
            <a:r>
              <a:rPr sz="3200" dirty="0" err="1"/>
              <a:t>основные</a:t>
            </a:r>
            <a:r>
              <a:rPr sz="3200" dirty="0"/>
              <a:t> </a:t>
            </a:r>
            <a:r>
              <a:rPr sz="3200" dirty="0" err="1"/>
              <a:t>этапы</a:t>
            </a:r>
            <a:r>
              <a:rPr sz="3200" dirty="0"/>
              <a:t> </a:t>
            </a:r>
            <a:r>
              <a:rPr sz="3200" dirty="0" err="1"/>
              <a:t>проходит</a:t>
            </a:r>
            <a:r>
              <a:rPr sz="3200" dirty="0"/>
              <a:t> </a:t>
            </a:r>
            <a:r>
              <a:rPr sz="3200" dirty="0" err="1"/>
              <a:t>компьютер</a:t>
            </a:r>
            <a:r>
              <a:rPr sz="3200" dirty="0"/>
              <a:t> </a:t>
            </a:r>
            <a:r>
              <a:rPr sz="3200" dirty="0" err="1"/>
              <a:t>от</a:t>
            </a:r>
            <a:r>
              <a:rPr sz="3200" dirty="0"/>
              <a:t> </a:t>
            </a:r>
            <a:r>
              <a:rPr sz="3200" dirty="0" err="1"/>
              <a:t>включения</a:t>
            </a:r>
            <a:r>
              <a:rPr sz="3200" dirty="0"/>
              <a:t> </a:t>
            </a:r>
            <a:r>
              <a:rPr sz="3200" dirty="0" err="1"/>
              <a:t>питания</a:t>
            </a:r>
            <a:r>
              <a:rPr sz="3200" dirty="0"/>
              <a:t> </a:t>
            </a:r>
            <a:r>
              <a:rPr sz="3200" dirty="0" err="1"/>
              <a:t>до</a:t>
            </a:r>
            <a:r>
              <a:rPr sz="3200" dirty="0"/>
              <a:t> </a:t>
            </a:r>
            <a:r>
              <a:rPr sz="3200" dirty="0" err="1"/>
              <a:t>запуска</a:t>
            </a:r>
            <a:r>
              <a:rPr sz="3200" dirty="0"/>
              <a:t> ОС?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чего</a:t>
            </a:r>
            <a:r>
              <a:rPr sz="3200" dirty="0"/>
              <a:t> </a:t>
            </a:r>
            <a:r>
              <a:rPr sz="3200" dirty="0" err="1"/>
              <a:t>используются</a:t>
            </a:r>
            <a:r>
              <a:rPr sz="3200" dirty="0"/>
              <a:t> BIOS и UEFI?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Что</a:t>
            </a:r>
            <a:r>
              <a:rPr sz="3200" dirty="0"/>
              <a:t> </a:t>
            </a:r>
            <a:r>
              <a:rPr sz="3200" dirty="0" err="1"/>
              <a:t>проверяется</a:t>
            </a:r>
            <a:r>
              <a:rPr sz="3200" dirty="0"/>
              <a:t> </a:t>
            </a:r>
            <a:r>
              <a:rPr sz="3200" dirty="0" err="1"/>
              <a:t>на</a:t>
            </a:r>
            <a:r>
              <a:rPr sz="3200" dirty="0"/>
              <a:t> </a:t>
            </a:r>
            <a:r>
              <a:rPr sz="3200" dirty="0" err="1"/>
              <a:t>этапе</a:t>
            </a:r>
            <a:r>
              <a:rPr sz="3200" dirty="0"/>
              <a:t> POST?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Как</a:t>
            </a:r>
            <a:r>
              <a:rPr sz="3200" dirty="0"/>
              <a:t> boot order </a:t>
            </a:r>
            <a:r>
              <a:rPr sz="3200" dirty="0" err="1"/>
              <a:t>влияет</a:t>
            </a:r>
            <a:r>
              <a:rPr sz="3200" dirty="0"/>
              <a:t> </a:t>
            </a:r>
            <a:r>
              <a:rPr sz="3200" dirty="0" err="1"/>
              <a:t>на</a:t>
            </a:r>
            <a:r>
              <a:rPr sz="3200" dirty="0"/>
              <a:t> </a:t>
            </a:r>
            <a:r>
              <a:rPr sz="3200" dirty="0" err="1"/>
              <a:t>запуск</a:t>
            </a:r>
            <a:r>
              <a:rPr sz="3200" dirty="0"/>
              <a:t> </a:t>
            </a:r>
            <a:r>
              <a:rPr sz="3200" dirty="0" err="1"/>
              <a:t>операционной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5. </a:t>
            </a:r>
            <a:r>
              <a:rPr sz="3200" dirty="0" err="1"/>
              <a:t>Как</a:t>
            </a:r>
            <a:r>
              <a:rPr sz="3200" dirty="0"/>
              <a:t> MBR, GPT и EFI System Partition </a:t>
            </a:r>
            <a:r>
              <a:rPr sz="3200" dirty="0" err="1"/>
              <a:t>связаны</a:t>
            </a:r>
            <a:r>
              <a:rPr sz="3200" dirty="0"/>
              <a:t> с </a:t>
            </a:r>
            <a:r>
              <a:rPr sz="3200" dirty="0" err="1"/>
              <a:t>загрузкой</a:t>
            </a:r>
            <a:r>
              <a:rPr sz="3200" dirty="0"/>
              <a:t> ОС?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Какую</a:t>
            </a:r>
            <a:r>
              <a:rPr sz="3200" dirty="0"/>
              <a:t> </a:t>
            </a:r>
            <a:r>
              <a:rPr sz="3200" dirty="0" err="1"/>
              <a:t>роль</a:t>
            </a:r>
            <a:r>
              <a:rPr sz="3200" dirty="0"/>
              <a:t> </a:t>
            </a:r>
            <a:r>
              <a:rPr sz="3200" dirty="0" err="1"/>
              <a:t>выполняет</a:t>
            </a:r>
            <a:r>
              <a:rPr sz="3200" dirty="0"/>
              <a:t> </a:t>
            </a:r>
            <a:r>
              <a:rPr sz="3200" dirty="0" err="1"/>
              <a:t>загрузчик</a:t>
            </a:r>
            <a:r>
              <a:rPr sz="3200" dirty="0"/>
              <a:t> </a:t>
            </a:r>
            <a:r>
              <a:rPr sz="3200" dirty="0" err="1"/>
              <a:t>операционной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Почему</a:t>
            </a:r>
            <a:r>
              <a:rPr sz="3200" dirty="0"/>
              <a:t> ОС </a:t>
            </a:r>
            <a:r>
              <a:rPr sz="3200" dirty="0" err="1"/>
              <a:t>может</a:t>
            </a:r>
            <a:r>
              <a:rPr sz="3200" dirty="0"/>
              <a:t> </a:t>
            </a:r>
            <a:r>
              <a:rPr sz="3200" dirty="0" err="1"/>
              <a:t>загрузиться</a:t>
            </a:r>
            <a:r>
              <a:rPr sz="3200" dirty="0"/>
              <a:t>, </a:t>
            </a:r>
            <a:r>
              <a:rPr sz="3200" dirty="0" err="1"/>
              <a:t>но</a:t>
            </a:r>
            <a:r>
              <a:rPr sz="3200" dirty="0"/>
              <a:t> </a:t>
            </a:r>
            <a:r>
              <a:rPr sz="3200" dirty="0" err="1"/>
              <a:t>отдельные</a:t>
            </a:r>
            <a:r>
              <a:rPr sz="3200" dirty="0"/>
              <a:t> </a:t>
            </a:r>
            <a:r>
              <a:rPr sz="3200" dirty="0" err="1"/>
              <a:t>службы</a:t>
            </a:r>
            <a:r>
              <a:rPr sz="3200" dirty="0"/>
              <a:t> </a:t>
            </a:r>
            <a:r>
              <a:rPr sz="3200" dirty="0" err="1"/>
              <a:t>могут</a:t>
            </a:r>
            <a:r>
              <a:rPr sz="3200" dirty="0"/>
              <a:t> </a:t>
            </a:r>
            <a:r>
              <a:rPr sz="3200" dirty="0" err="1"/>
              <a:t>не</a:t>
            </a:r>
            <a:r>
              <a:rPr sz="3200" dirty="0"/>
              <a:t> </a:t>
            </a:r>
            <a:r>
              <a:rPr sz="3200" dirty="0" err="1"/>
              <a:t>работать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Какие</a:t>
            </a:r>
            <a:r>
              <a:rPr sz="3200" dirty="0"/>
              <a:t> </a:t>
            </a:r>
            <a:r>
              <a:rPr sz="3200" dirty="0" err="1"/>
              <a:t>признаки</a:t>
            </a:r>
            <a:r>
              <a:rPr sz="3200" dirty="0"/>
              <a:t> </a:t>
            </a:r>
            <a:r>
              <a:rPr sz="3200" dirty="0" err="1"/>
              <a:t>помогают</a:t>
            </a:r>
            <a:r>
              <a:rPr sz="3200" dirty="0"/>
              <a:t> </a:t>
            </a:r>
            <a:r>
              <a:rPr sz="3200" dirty="0" err="1"/>
              <a:t>определить</a:t>
            </a:r>
            <a:r>
              <a:rPr sz="3200" dirty="0"/>
              <a:t> </a:t>
            </a:r>
            <a:r>
              <a:rPr sz="3200" dirty="0" err="1"/>
              <a:t>причину</a:t>
            </a:r>
            <a:r>
              <a:rPr sz="3200" dirty="0"/>
              <a:t> </a:t>
            </a:r>
            <a:r>
              <a:rPr sz="3200" dirty="0" err="1"/>
              <a:t>ошибки</a:t>
            </a:r>
            <a:r>
              <a:rPr sz="3200" dirty="0"/>
              <a:t> </a:t>
            </a:r>
            <a:r>
              <a:rPr sz="3200" dirty="0" err="1"/>
              <a:t>загрузки</a:t>
            </a:r>
            <a:r>
              <a:rPr sz="3200"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1379</Words>
  <Application>Microsoft Office PowerPoint</Application>
  <PresentationFormat>Широкоэкранный</PresentationFormat>
  <Paragraphs>202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2026-06-28T11:12:30Z</dcterms:modified>
  <cp:category/>
</cp:coreProperties>
</file>