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4. DNS и DHCP в доменной инфраструктуре Windows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почему DNS и DHCP являются базовыми службами доменной сети Windows</a:t>
            </a:r>
          </a:p>
          <a:p>
            <a:pPr>
              <a:defRPr sz="3600"/>
            </a:pPr>
            <a:r>
              <a:t>Различать прямое и обратное разрешение имён, зоны и ресурсные записи</a:t>
            </a:r>
          </a:p>
          <a:p>
            <a:pPr>
              <a:defRPr sz="3600"/>
            </a:pPr>
            <a:r>
              <a:t>Настраивать DHCP-область, параметры клиентов и резервирование адресов</a:t>
            </a:r>
          </a:p>
          <a:p>
            <a:pPr>
              <a:defRPr sz="3600"/>
            </a:pPr>
            <a:r>
              <a:t>Проверять DNS и DHCP средствами Windows, cmd и PowerShell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Домен company.test уже создан на контроллере dc01 с адресом 192.168.10.10</a:t>
            </a:r>
          </a:p>
          <a:p>
            <a:pPr>
              <a:defRPr sz="3600"/>
            </a:pPr>
            <a:r>
              <a:t>Нужно обеспечить разрешение имён и автоматическую выдачу адресов клиентам сети 192.168.10.0/24</a:t>
            </a:r>
          </a:p>
          <a:p>
            <a:pPr>
              <a:defRPr sz="3600"/>
            </a:pPr>
            <a:r>
              <a:t>DHCP-сервер выдаёт клиентам адрес, маску, шлюз 192.168.10.1 и DNS 192.168.10.10</a:t>
            </a:r>
          </a:p>
          <a:p>
            <a:pPr>
              <a:defRPr sz="3600"/>
            </a:pPr>
            <a:r>
              <a:t>Проверка выполняется на client01 с помощью ipconfig, Resolve-DnsName и сетевых тестов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Назначение DNS и его роль в работе Active Directory.</a:t>
            </a:r>
          </a:p>
          <a:p>
            <a:pPr>
              <a:defRPr sz="3600"/>
            </a:pPr>
            <a:r>
              <a:t>2. Пространство имён DNS, прямое и обратное разрешение имён.</a:t>
            </a:r>
          </a:p>
          <a:p>
            <a:pPr>
              <a:defRPr sz="3600"/>
            </a:pPr>
            <a:r>
              <a:t>3. Зоны DNS и основные типы ресурсных записей.</a:t>
            </a:r>
          </a:p>
          <a:p>
            <a:pPr>
              <a:defRPr sz="3600"/>
            </a:pPr>
            <a:r>
              <a:t>4. Интеграция DNS с Active Directory, динамические обновления и пересылка запросов.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5. Диагностика DNS средствами Windows и PowerShell.</a:t>
            </a:r>
          </a:p>
          <a:p>
            <a:pPr>
              <a:defRPr sz="3600"/>
            </a:pPr>
            <a:r>
              <a:t>6. Назначение DHCP и процесс автоматического получения сетевых параметров. концепция DHCP-авторизации в AD.</a:t>
            </a:r>
          </a:p>
          <a:p>
            <a:pPr>
              <a:defRPr sz="3600"/>
            </a:pPr>
            <a:r>
              <a:t>7. Настройка областей DHCP, диапазонов, исключений, аренды и резервирования адресов.</a:t>
            </a:r>
          </a:p>
          <a:p>
            <a:pPr>
              <a:defRPr sz="3600"/>
            </a:pPr>
            <a:r>
              <a:t>8. Параметры DHCP, авторизация сервера и взаимодействие DHCP с DNS.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Почему Active Directory нужен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DNS (Domain Name System) — система преобразования доменных имён в IP-адреса и поиска служб</a:t>
            </a:r>
          </a:p>
          <a:p>
            <a:pPr>
              <a:defRPr sz="3600"/>
            </a:pPr>
            <a:r>
              <a:t>Active Directory использует DNS не только для имён серверов, но и для поиска контроллеров домена</a:t>
            </a:r>
          </a:p>
          <a:p>
            <a:pPr>
              <a:defRPr sz="3600"/>
            </a:pPr>
            <a:r>
              <a:t>Клиент не спрашивает пользователя, где находится контроллер домена: он ищет SRV-записи в DNS</a:t>
            </a:r>
          </a:p>
          <a:p>
            <a:pPr>
              <a:defRPr sz="3600"/>
            </a:pPr>
            <a:r>
              <a:t>Если DNS настроен неверно, домен может существовать, но клиент его не найдёт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DNS-записи служб Active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SRV (Service Locator) — ресурсная запись, указывающая сервер и порт конкретной службы</a:t>
            </a:r>
          </a:p>
          <a:p>
            <a:pPr>
              <a:defRPr sz="3600"/>
            </a:pPr>
            <a:r>
              <a:t>Записи `_ldap._tcp.dc._msdcs.company.test` помогают найти контроллеры домена</a:t>
            </a:r>
          </a:p>
          <a:p>
            <a:pPr>
              <a:defRPr sz="3600"/>
            </a:pPr>
            <a:r>
              <a:t>Записи создаются и обновляются доменными службами автоматически при исправной настройке DNS</a:t>
            </a:r>
          </a:p>
          <a:p>
            <a:pPr>
              <a:defRPr sz="3600"/>
            </a:pPr>
            <a:r>
              <a:t>Администратор должен проверять не только A-запись dc01, но и служебные записи 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роль DNS в поиске контроллера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FF71EB-4A2B-D755-8BF7-20F2F84DF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Пространство имён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Доменное имя строится иерархически справа налево: `dc01.company.test`</a:t>
            </a:r>
          </a:p>
          <a:p>
            <a:pPr>
              <a:defRPr sz="3600"/>
            </a:pPr>
            <a:r>
              <a:t>FQDN (Fully Qualified Domain Name) — полное доменное имя узла, например `dc01.company.test`</a:t>
            </a:r>
          </a:p>
          <a:p>
            <a:pPr>
              <a:defRPr sz="3600"/>
            </a:pPr>
            <a:r>
              <a:t>Зона company.test хранит записи для внутренней учебной организации</a:t>
            </a:r>
          </a:p>
          <a:p>
            <a:pPr>
              <a:defRPr sz="3600"/>
            </a:pPr>
            <a:r>
              <a:t>Внутреннюю зону company.test не нужно искать через корневые серверы Интернета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Прямое и обратное разрешение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Прямое разрешение отвечает на вопрос: какому IP-адресу соответствует имя web01.company.test</a:t>
            </a:r>
          </a:p>
          <a:p>
            <a:pPr>
              <a:defRPr sz="3600"/>
            </a:pPr>
            <a:r>
              <a:t>Обратное разрешение отвечает на вопрос: какому имени соответствует IP-адрес 192.168.10.20</a:t>
            </a:r>
          </a:p>
          <a:p>
            <a:pPr>
              <a:defRPr sz="3600"/>
            </a:pPr>
            <a:r>
              <a:t>PTR (Pointer) — запись обратного указателя в зоне вида 10.168.192.in-addr.arpa</a:t>
            </a:r>
          </a:p>
          <a:p>
            <a:pPr>
              <a:defRPr sz="3600"/>
            </a:pPr>
            <a:r>
              <a:t>Обратные зоны полезны для журналов, почтовых служб и диагностики соответствия имени и адреса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прямое и обратное разрешение DNS-имени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5C0AE6-5952-1C0D-2E55-33FF041C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DNS-зона и ресурсные записи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Зона — управляемая часть пространства имён DNS, за которую отвечает конкретный DNS-сервер</a:t>
            </a:r>
          </a:p>
          <a:p>
            <a:pPr>
              <a:defRPr sz="3600"/>
            </a:pPr>
            <a:r>
              <a:t>Resource Record (RR) — ресурсная запись с конкретными данными: адресом, псевдонимом или сервером службы</a:t>
            </a:r>
          </a:p>
          <a:p>
            <a:pPr>
              <a:defRPr sz="3600"/>
            </a:pPr>
            <a:r>
              <a:t>A (Address) связывает имя с IPv4-адресом, например dc01 → 192.168.10.10</a:t>
            </a:r>
          </a:p>
          <a:p>
            <a:pPr>
              <a:defRPr sz="3600"/>
            </a:pPr>
            <a:r>
              <a:t>AAAA связывает имя с IPv6-адресом, если сеть использует IPv6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записи DNS в домене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CNAME (Canonical Name) создаёт псевдоним, например intranet → web01.company.test</a:t>
            </a:r>
          </a:p>
          <a:p>
            <a:pPr>
              <a:defRPr sz="3600"/>
            </a:pPr>
            <a:r>
              <a:t>MX (Mail Exchanger) указывает почтовый сервер домена</a:t>
            </a:r>
          </a:p>
          <a:p>
            <a:pPr>
              <a:defRPr sz="3600"/>
            </a:pPr>
            <a:r>
              <a:t>NS (Name Server) указывает авторитетные DNS-серверы зоны</a:t>
            </a:r>
          </a:p>
          <a:p>
            <a:pPr>
              <a:defRPr sz="3600"/>
            </a:pPr>
            <a:r>
              <a:t>SOA (Start of Authority) хранит служебные параметры зоны: основной сервер, serial и таймеры</a:t>
            </a:r>
          </a:p>
          <a:p>
            <a:pPr>
              <a:defRPr sz="3600"/>
            </a:pPr>
            <a:r>
              <a:t>PTR (Pointer) связывает IP-адрес с именем в обратной зоне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Добавление и просмотр DNS-записей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`Add-DnsServerResourceRecord` с ключом `-A` создаёт A-запись; пример: `Add-DnsServerResourceRecord -ZoneName "company.test" -A -Name "web01" -IPv4Address "192.168.10.20"`</a:t>
            </a:r>
          </a:p>
          <a:p>
            <a:pPr>
              <a:defRPr sz="3600"/>
            </a:pPr>
            <a:r>
              <a:t>Командлет `Get-DnsServerResourceRecord` показывает записи зоны; пример: `Get-DnsServerResourceRecord -ZoneName "company.test"`</a:t>
            </a:r>
          </a:p>
          <a:p>
            <a:pPr>
              <a:defRPr sz="3600"/>
            </a:pPr>
            <a:r>
              <a:t>Командлет `Add-DnsServerPrimaryZone` создаёт зону, если она не была создана ранее</a:t>
            </a:r>
          </a:p>
          <a:p>
            <a:pPr>
              <a:defRPr sz="3600"/>
            </a:pPr>
            <a:r>
              <a:t>После добавления записи нужно проверить разрешение имени с клиента, а не только наличие строки в консоли DNS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AD-интегрированные зоны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AD-integrated zone — DNS-зона, которая хранится в Active Directory и реплицируется между контроллерами домена</a:t>
            </a:r>
          </a:p>
          <a:p>
            <a:pPr>
              <a:defRPr sz="3600"/>
            </a:pPr>
            <a:r>
              <a:t>Такой вариант удобен для доменной инфраструктуры, потому что DNS-записи защищаются и реплицируются вместе с AD</a:t>
            </a:r>
          </a:p>
          <a:p>
            <a:pPr>
              <a:defRPr sz="3600"/>
            </a:pPr>
            <a:r>
              <a:t>Динамические обновления позволяют клиентам и серверам автоматически регистрировать свои записи</a:t>
            </a:r>
          </a:p>
          <a:p>
            <a:pPr>
              <a:defRPr sz="3600"/>
            </a:pPr>
            <a:r>
              <a:t>Для безопасности обычно используют Secure dynamic updates, чтобы записи меняли только доверенные компьютеры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Пересылка DNS-запросов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Forwarder — DNS-сервер, которому внутренний DNS пересылает запросы к внешним именам</a:t>
            </a:r>
          </a:p>
          <a:p>
            <a:pPr>
              <a:defRPr sz="3600"/>
            </a:pPr>
            <a:r>
              <a:t>Пример: клиент спрашивает dc01 про www.example.com, а dc01 пересылает запрос провайдерскому DNS</a:t>
            </a:r>
          </a:p>
          <a:p>
            <a:pPr>
              <a:defRPr sz="3600"/>
            </a:pPr>
            <a:r>
              <a:t>Командлет `Add-DnsServerForwarder` добавляет пересылку; пример: `Add-DnsServerForwarder -IPAddress 8.8.8.8`</a:t>
            </a:r>
          </a:p>
          <a:p>
            <a:pPr>
              <a:defRPr sz="3600"/>
            </a:pPr>
            <a:r>
              <a:t>Внутренние имена company.test обслуживаются локальной зоной, а внешние имена уходят через forwarder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внутреннее и внешнее DNS-разрешение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FF3FA6-9E22-7CDE-5352-AB13F6F70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Диагностика DNS на клиенте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`ipconfig /all` показывает, какой DNS-сервер использует клиент; пример: `ipconfig /all`</a:t>
            </a:r>
          </a:p>
          <a:p>
            <a:pPr>
              <a:defRPr sz="3600"/>
            </a:pPr>
            <a:r>
              <a:t>Командлет `Resolve-DnsName` проверяет имя; пример: `Resolve-DnsName dc01.company.test`</a:t>
            </a:r>
          </a:p>
          <a:p>
            <a:pPr>
              <a:defRPr sz="3600"/>
            </a:pPr>
            <a:r>
              <a:t>Команда `nslookup` полезна для классической диагностики; пример: `nslookup dc01.company.test 192.168.10.10`</a:t>
            </a:r>
          </a:p>
          <a:p>
            <a:pPr>
              <a:defRPr sz="3600"/>
            </a:pPr>
            <a:r>
              <a:t>Если клиент спрашивает не тот DNS-сервер, исправляют настройки интерфейса или параметры DHCP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DNS на сервере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`Get-DnsServerZone` показывает зоны DNS-сервера; пример: `Get-DnsServerZone`</a:t>
            </a:r>
          </a:p>
          <a:p>
            <a:pPr>
              <a:defRPr sz="3600"/>
            </a:pPr>
            <a:r>
              <a:t>`Get-DnsServerResourceRecord -ZoneName company.test` показывает записи внутренней зоны</a:t>
            </a:r>
          </a:p>
          <a:p>
            <a:pPr>
              <a:defRPr sz="3600"/>
            </a:pPr>
            <a:r>
              <a:t>`ipconfig /registerdns` заставляет Windows заново зарегистрировать DNS-записи клиента</a:t>
            </a:r>
          </a:p>
          <a:p>
            <a:pPr>
              <a:defRPr sz="3600"/>
            </a:pPr>
            <a:r>
              <a:t>Ошибки DNS часто видны в Event Viewer в журналах DNS Server и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Назначение DHCP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 (Dynamic Host Configuration Protocol) — протокол автоматической выдачи сетевых параметров клиентам</a:t>
            </a:r>
          </a:p>
          <a:p>
            <a:pPr>
              <a:defRPr sz="3600"/>
            </a:pPr>
            <a:r>
              <a:t>DHCP уменьшает ошибки ручной настройки адресов, масок, шлюзов и DNS-серверов</a:t>
            </a:r>
          </a:p>
          <a:p>
            <a:pPr>
              <a:defRPr sz="3600"/>
            </a:pPr>
            <a:r>
              <a:t>Клиент получает параметры на ограниченный срок аренды, после чего продлевает их автоматически</a:t>
            </a:r>
          </a:p>
          <a:p>
            <a:pPr>
              <a:defRPr sz="3600"/>
            </a:pPr>
            <a:r>
              <a:t>Для серверов и сетевых устройств обычно применяют статический адрес или DHCP-резервирование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Процесс DHCP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Discover — клиент ищет DHCP-сервер широковещательным запросом</a:t>
            </a:r>
          </a:p>
          <a:p>
            <a:pPr>
              <a:defRPr sz="3600"/>
            </a:pPr>
            <a:r>
              <a:t>Offer — сервер предлагает свободный адрес из области</a:t>
            </a:r>
          </a:p>
          <a:p>
            <a:pPr>
              <a:defRPr sz="3600"/>
            </a:pPr>
            <a:r>
              <a:t>Request — клиент запрашивает выбранный адрес у конкретного сервера</a:t>
            </a:r>
          </a:p>
          <a:p>
            <a:pPr>
              <a:defRPr sz="3600"/>
            </a:pPr>
            <a:r>
              <a:t>Acknowledge — сервер подтверждает аренду и выдаёт параметры сети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обмен DHCP DORA между клиентом и сервером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AB6576-8898-0DBB-C39A-D1C885C15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DHCP-авторизация в Active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домене Windows DHCP-сервер должен быть авторизован в AD, чтобы выдавать адреса легитимно</a:t>
            </a:r>
          </a:p>
          <a:p>
            <a:pPr>
              <a:defRPr sz="3600"/>
            </a:pPr>
            <a:r>
              <a:t>Авторизация защищает сеть от случайного или вредного DHCP-сервера в доменной среде</a:t>
            </a:r>
          </a:p>
          <a:p>
            <a:pPr>
              <a:defRPr sz="3600"/>
            </a:pPr>
            <a:r>
              <a:t>Командлет `Add-DhcpServerInDC` авторизует DHCP; пример: `Add-DhcpServerInDC -DnsName dc01.company.test -IPAddress 192.168.10.10`</a:t>
            </a:r>
          </a:p>
          <a:p>
            <a:pPr>
              <a:defRPr sz="3600"/>
            </a:pPr>
            <a:r>
              <a:t>Если сервер не авторизован, служба DHCP может быть установлена, но не будет корректно обслуживать клиентов домена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DHCP-область и диапазоны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Scope — область DHCP, описывающая сеть, диапазон адресов и параметры аренды</a:t>
            </a:r>
          </a:p>
          <a:p>
            <a:pPr>
              <a:defRPr sz="3600"/>
            </a:pPr>
            <a:r>
              <a:t>Для сети 192.168.10.0/24 можно выдать клиентам диапазон 192.168.10.100–192.168.10.200</a:t>
            </a:r>
          </a:p>
          <a:p>
            <a:pPr>
              <a:defRPr sz="3600"/>
            </a:pPr>
            <a:r>
              <a:t>Исключения используются для адресов, занятых серверами, принтерами или сетевыми устройствами</a:t>
            </a:r>
          </a:p>
          <a:p>
            <a:pPr>
              <a:defRPr sz="3600"/>
            </a:pPr>
            <a:r>
              <a:t>Срок аренды должен соответствовать среде: короткий для временных классов, длиннее для стабильного офиса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DHCP-области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`Install-WindowsFeature` устанавливает роль; пример: `Install-WindowsFeature DHCP -IncludeManagementTools`</a:t>
            </a:r>
          </a:p>
          <a:p>
            <a:pPr>
              <a:defRPr sz="3600"/>
            </a:pPr>
            <a:r>
              <a:t>После установки роли в Core выполняют `netsh dhcp add securitygroups`; команда создаёт локальные группы DHCP Administrators и DHCP Users</a:t>
            </a:r>
          </a:p>
          <a:p>
            <a:pPr>
              <a:defRPr sz="3600"/>
            </a:pPr>
            <a:r>
              <a:t>После создания групп перезапускают службу; пример: `Restart-Service dhcpserver`</a:t>
            </a:r>
          </a:p>
          <a:p>
            <a:pPr>
              <a:defRPr sz="3600"/>
            </a:pPr>
            <a:r>
              <a:t>Командлет `Add-DhcpServerv4Scope` создаёт область; пример: `Add-DhcpServerv4Scope -Name LAN -StartRange 192.168.10.100 -EndRange 192.168.10.200 -SubnetMask 255.255.255.0`</a:t>
            </a:r>
          </a:p>
          <a:p>
            <a:pPr>
              <a:defRPr sz="3600"/>
            </a:pPr>
            <a:r>
              <a:t>Командлет `Add-DhcpServerv4ExclusionRange` создаёт исключение; пример: `Add-DhcpServerv4ExclusionRange -ScopeId 192.168.10.0 -StartRange 192.168.10.150 -EndRange 192.168.10.160`</a:t>
            </a:r>
          </a:p>
          <a:p>
            <a:pPr>
              <a:defRPr sz="3600"/>
            </a:pPr>
            <a:r>
              <a:t>Проверка выполняется командой `Get-DhcpServerv4Scope`, которая должна показать активную область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Резервирование адреса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Reservation — закрепление IP-адреса за MAC-адресом конкретного устройства</a:t>
            </a:r>
          </a:p>
          <a:p>
            <a:pPr>
              <a:defRPr sz="3600"/>
            </a:pPr>
            <a:r>
              <a:t>Резервирование удобно для принтеров, камер, учебных серверов и устройств с постоянным именем</a:t>
            </a:r>
          </a:p>
          <a:p>
            <a:pPr>
              <a:defRPr sz="3600"/>
            </a:pPr>
            <a:r>
              <a:t>В отличие от ручной статики на клиенте, DHCP-резервирование централизованно хранит параметры на сервере DHCP</a:t>
            </a:r>
          </a:p>
          <a:p>
            <a:pPr>
              <a:defRPr sz="3600"/>
            </a:pPr>
            <a:r>
              <a:t>Если изменится адрес DNS-сервера, при резервировании достаточно изменить DHCP-опцию один раз, а не обходить десятки устройств</a:t>
            </a:r>
          </a:p>
          <a:p>
            <a:pPr>
              <a:defRPr sz="3600"/>
            </a:pPr>
            <a:r>
              <a:t>Команда `Add-DhcpServerv4Reservation` создаёт резерв; пример: `Add-DhcpServerv4Reservation -ScopeId 192.168.10.0 -IPAddress 192.168.10.50 -ClientId 00-11-22-33-44-55 -Description Printer01`</a:t>
            </a:r>
          </a:p>
          <a:p>
            <a:pPr>
              <a:defRPr sz="3600"/>
            </a:pPr>
            <a:r>
              <a:t>После резервирования клиент должен обновить аренду, иначе старые параметры могут сохраняться до продления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Параметры DHCP для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Option 003 Router задаёт шлюз по умолчанию для выхода в другие сети</a:t>
            </a:r>
          </a:p>
          <a:p>
            <a:pPr>
              <a:defRPr sz="3600"/>
            </a:pPr>
            <a:r>
              <a:t>Option 006 DNS Servers задаёт DNS-серверы, которые будет использовать клиент</a:t>
            </a:r>
          </a:p>
          <a:p>
            <a:pPr>
              <a:defRPr sz="3600"/>
            </a:pPr>
            <a:r>
              <a:t>Option 015 DNS Domain Name задаёт доменный суффикс, например company.test</a:t>
            </a:r>
          </a:p>
          <a:p>
            <a:pPr>
              <a:defRPr sz="3600"/>
            </a:pPr>
            <a:r>
              <a:t>Командлет `Set-DhcpServerv4OptionValue` задаёт параметры; пример: `Set-DhcpServerv4OptionValue -ScopeId 192.168.10.0 -Router 192.168.10.1 -DnsServer 192.168.10.10 -DnsDomain company.test`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DHCP на клиенте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`ipconfig /release` освобождает аренду; пример: `ipconfig /release`</a:t>
            </a:r>
          </a:p>
          <a:p>
            <a:pPr>
              <a:defRPr sz="3600"/>
            </a:pPr>
            <a:r>
              <a:t>Команда `ipconfig /renew` запрашивает новую аренду; пример: `ipconfig /renew`</a:t>
            </a:r>
          </a:p>
          <a:p>
            <a:pPr>
              <a:defRPr sz="3600"/>
            </a:pPr>
            <a:r>
              <a:t>Команда `ipconfig /all` показывает полученные адрес, шлюз, DNS и DHCP-сервер</a:t>
            </a:r>
          </a:p>
          <a:p>
            <a:pPr>
              <a:defRPr sz="3600"/>
            </a:pPr>
            <a:r>
              <a:t>Если клиент получил **169.254.x.x**, DHCP-ответ не был получен и нужно проверять сеть, адаптеры и службу DHCP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APIPA: адрес 169.254.x.x как признак отсутствия DHCP-ответа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APIPA (Automatic Private IP Addressing) — автоматическое самоназначение адреса Windows при отсутствии ответа DHCP</a:t>
            </a:r>
          </a:p>
          <a:p>
            <a:pPr>
              <a:defRPr sz="3600"/>
            </a:pPr>
            <a:r>
              <a:t>Адрес **169.254.x.x** означает: клиент отправил DHCP Discover, но не получил DHCP Offer</a:t>
            </a:r>
          </a:p>
          <a:p>
            <a:pPr>
              <a:defRPr sz="3600"/>
            </a:pPr>
            <a:r>
              <a:t>Частые причины: неверный виртуальный адаптер, VLAN, выключенная служба DHCP, firewall или недоступный сервер</a:t>
            </a:r>
          </a:p>
          <a:p>
            <a:pPr>
              <a:defRPr sz="3600"/>
            </a:pPr>
            <a:r>
              <a:t>Проверка начинается с `ipconfig /all`, состояния сетевого адаптера и службы DHCP Server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Взаимодействие DHCP и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 может помогать регистрировать DNS-записи клиентов, особенно когда адреса выдаются автоматически</a:t>
            </a:r>
          </a:p>
          <a:p>
            <a:pPr>
              <a:defRPr sz="3600"/>
            </a:pPr>
            <a:r>
              <a:t>Имя клиента, выданный IP-адрес и DNS-запись должны соответствовать друг другу</a:t>
            </a:r>
          </a:p>
          <a:p>
            <a:pPr>
              <a:defRPr sz="3600"/>
            </a:pPr>
            <a:r>
              <a:t>После выдачи аренды проверяют `Resolve-DnsName client01.company.test` и обратную PTR-запись</a:t>
            </a:r>
          </a:p>
          <a:p>
            <a:pPr>
              <a:defRPr sz="3600"/>
            </a:pPr>
            <a:r>
              <a:t>Проблемы часто появляются, если у клиента неверное имя, выключены динамические обновления или конфликтует старая запись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выдача DHCP-адреса и регистрация DNS-записи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BCB77F-1821-4916-F497-66030C68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DNS обеспечивает поиск контроллеров домена, серверов и внутренних ресурсов по именам</a:t>
            </a:r>
          </a:p>
          <a:p>
            <a:pPr>
              <a:defRPr sz="3600"/>
            </a:pPr>
            <a:r>
              <a:t>AD-интегрированные зоны удобны для домена, потому что хранятся и реплицируются через Active Directory</a:t>
            </a:r>
          </a:p>
          <a:p>
            <a:pPr>
              <a:defRPr sz="3600"/>
            </a:pPr>
            <a:r>
              <a:t>DHCP централизованно выдаёт клиентам адрес, шлюз, DNS и доменный суффикс</a:t>
            </a:r>
          </a:p>
          <a:p>
            <a:pPr>
              <a:defRPr sz="3600"/>
            </a:pPr>
            <a:r>
              <a:t>Диагностика начинается с клиента: адрес, DNS-сервер, имя, маршрут и только затем серверные настройки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клиент домена должен использовать внутренний DNS-сервер?</a:t>
            </a:r>
          </a:p>
          <a:p>
            <a:pPr>
              <a:defRPr sz="3600"/>
            </a:pPr>
            <a:r>
              <a:t>Чем A-запись отличается от PTR-записи?</a:t>
            </a:r>
          </a:p>
          <a:p>
            <a:pPr>
              <a:defRPr sz="3600"/>
            </a:pPr>
            <a:r>
              <a:t>Что означает DHCP DORA и какие сообщения входят в обмен?</a:t>
            </a:r>
          </a:p>
          <a:p>
            <a:pPr>
              <a:defRPr sz="3600"/>
            </a:pPr>
            <a:r>
              <a:t>Какие DHCP-параметры нужны клиенту для нормальной работы в доменной сети?</a:t>
            </a:r>
          </a:p>
          <a:p>
            <a:pPr>
              <a:defRPr sz="3600"/>
            </a:pPr>
            <a:r>
              <a:t>Что проверить, если клиент получил адрес 169.254.x.x?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1766</Words>
  <Application>Microsoft Office PowerPoint</Application>
  <PresentationFormat>Широкоэкранный</PresentationFormat>
  <Paragraphs>147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2026-07-18T10:23:05Z</dcterms:modified>
  <cp:category/>
</cp:coreProperties>
</file>