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9. DFS, Windows Defender Firewall и диагностика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назначение DFS Namespace и DFS Replication в файловой инфраструктуре Windows</a:t>
            </a:r>
          </a:p>
          <a:p>
            <a:pPr>
              <a:defRPr sz="3600"/>
            </a:pPr>
            <a:r>
              <a:t>Создавать логические пути доступа к ресурсам через доменное пространство имён</a:t>
            </a:r>
          </a:p>
          <a:p>
            <a:pPr>
              <a:defRPr sz="3600"/>
            </a:pPr>
            <a:r>
              <a:t>Настраивать Windows Defender Firewall для служб, программ и портов</a:t>
            </a:r>
          </a:p>
          <a:p>
            <a:pPr>
              <a:defRPr sz="3600"/>
            </a:pPr>
            <a:r>
              <a:t>Выполнять комплексную диагностику DNS, сети, портов, служб, политик и событий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домене company.test есть файловые серверы fs01 и fs02 с общими папками</a:t>
            </a:r>
          </a:p>
          <a:p>
            <a:pPr>
              <a:defRPr sz="3600"/>
            </a:pPr>
            <a:r>
              <a:t>Нужно создать единый путь `\\company.test\files`, чтобы пользователи не запоминали имена серверов</a:t>
            </a:r>
          </a:p>
          <a:p>
            <a:pPr>
              <a:defRPr sz="3600"/>
            </a:pPr>
            <a:r>
              <a:t>Затем настраиваются firewall-правила для IIS, SMB, RDP и доменных служб</a:t>
            </a:r>
          </a:p>
          <a:p>
            <a:pPr>
              <a:defRPr sz="3600"/>
            </a:pPr>
            <a:r>
              <a:t>В конце выполняется итоговая проверка инфраструктуры после всех предыдущих лекций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Назначение Distributed File System и преимущества единого пространства имён.</a:t>
            </a:r>
          </a:p>
          <a:p>
            <a:pPr>
              <a:defRPr sz="3600"/>
            </a:pPr>
            <a:r>
              <a:t>2. Компоненты DFS Namespace и создание доменного пространства имён.</a:t>
            </a:r>
          </a:p>
          <a:p>
            <a:pPr>
              <a:defRPr sz="3600"/>
            </a:pPr>
            <a:r>
              <a:t>3. Папки DFS, целевые ресурсы и логические пути доступа.</a:t>
            </a:r>
          </a:p>
          <a:p>
            <a:pPr>
              <a:defRPr sz="3600"/>
            </a:pPr>
            <a:r>
              <a:t>4. Назначение DFS Replication и отличие репликации от резервного копирования.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5. Назначение и профили Windows Defender Firewall.</a:t>
            </a:r>
          </a:p>
          <a:p>
            <a:pPr>
              <a:defRPr sz="3600"/>
            </a:pPr>
            <a:r>
              <a:t>6. Настройка входящих и исходящих правил для программ, служб и портов.</a:t>
            </a:r>
          </a:p>
          <a:p>
            <a:pPr>
              <a:defRPr sz="3600"/>
            </a:pPr>
            <a:r>
              <a:t>7. Централизованное управление межсетевым экраном с помощью GPO.</a:t>
            </a:r>
          </a:p>
          <a:p>
            <a:pPr>
              <a:defRPr sz="3600"/>
            </a:pPr>
            <a:r>
              <a:t>8. Комплексная диагностика DNS, сетевых соединений, портов, служб, политик и журналов событий.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Зачем нужен DFS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DFS (Distributed File System) — технология Windows для единого доступа к файловым ресурсам и их репликации</a:t>
            </a:r>
          </a:p>
          <a:p>
            <a:pPr>
              <a:defRPr sz="3600"/>
            </a:pPr>
            <a:r>
              <a:t>Пользователь обращается к логическому пути, а не запоминает имя конкретного файлового сервера</a:t>
            </a:r>
          </a:p>
          <a:p>
            <a:pPr>
              <a:defRPr sz="3600"/>
            </a:pPr>
            <a:r>
              <a:t>Администратор может переносить или добавлять целевые папки без изменения привычного пути пользователей</a:t>
            </a:r>
          </a:p>
          <a:p>
            <a:pPr>
              <a:defRPr sz="3600"/>
            </a:pPr>
            <a:r>
              <a:t>DFS особенно полезен, когда ресурсов несколько и они размещены на разных серверах или в филиалах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Преимущества единого пространства имён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Путь `\\company.test\files\students` выглядит стабильным даже при изменении серверов внутри инфраструктуры</a:t>
            </a:r>
          </a:p>
          <a:p>
            <a:pPr>
              <a:defRPr sz="3600"/>
            </a:pPr>
            <a:r>
              <a:t>Пользователь видит логическую структуру: departments, public, students, teachers</a:t>
            </a:r>
          </a:p>
          <a:p>
            <a:pPr>
              <a:defRPr sz="3600"/>
            </a:pPr>
            <a:r>
              <a:t>Администратор управляет целями DFS и может перенаправлять пользователей на доступный ресурс</a:t>
            </a:r>
          </a:p>
          <a:p>
            <a:pPr>
              <a:defRPr sz="3600"/>
            </a:pPr>
            <a:r>
              <a:t>Единое имя упрощает документацию, GPO для сетевых дисков и обучение пользователей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1979" y="182880"/>
            <a:ext cx="7257563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единое</a:t>
            </a:r>
            <a:r>
              <a:rPr dirty="0"/>
              <a:t> DFS-</a:t>
            </a:r>
            <a:r>
              <a:rPr dirty="0" err="1"/>
              <a:t>пространство</a:t>
            </a:r>
            <a:r>
              <a:rPr dirty="0"/>
              <a:t> </a:t>
            </a:r>
            <a:r>
              <a:rPr dirty="0" err="1"/>
              <a:t>имён</a:t>
            </a:r>
            <a:r>
              <a:rPr dirty="0"/>
              <a:t>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поверх</a:t>
            </a:r>
            <a:r>
              <a:rPr dirty="0"/>
              <a:t> </a:t>
            </a:r>
            <a:r>
              <a:rPr dirty="0" err="1"/>
              <a:t>нескольких</a:t>
            </a:r>
            <a:r>
              <a:rPr dirty="0"/>
              <a:t> </a:t>
            </a:r>
            <a:r>
              <a:rPr dirty="0" err="1"/>
              <a:t>файловых</a:t>
            </a:r>
            <a:r>
              <a:rPr dirty="0"/>
              <a:t> </a:t>
            </a:r>
            <a:r>
              <a:rPr dirty="0" err="1"/>
              <a:t>серверов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758FF8-4C0D-70E5-ACD3-2B91078F4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Компоненты DFS Namespace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DFS Namespace — логическое пространство имён с путями вида `\\domain\namespace`</a:t>
            </a:r>
          </a:p>
          <a:p>
            <a:pPr>
              <a:defRPr sz="3600"/>
            </a:pPr>
            <a:r>
              <a:t>Namespace server — сервер, который размещает корень пространства имён</a:t>
            </a:r>
          </a:p>
          <a:p>
            <a:pPr>
              <a:defRPr sz="3600"/>
            </a:pPr>
            <a:r>
              <a:t>Folder — логическая папка внутри DFS-пространства</a:t>
            </a:r>
          </a:p>
          <a:p>
            <a:pPr>
              <a:defRPr sz="3600"/>
            </a:pPr>
            <a:r>
              <a:t>Folder target — реальная общая папка SMB, на которую указывает DFS-папка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Доменное пространство имён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Доменный namespace хранится в Active Directory и использует доменное имя в пути</a:t>
            </a:r>
          </a:p>
          <a:p>
            <a:pPr>
              <a:defRPr sz="3600"/>
            </a:pPr>
            <a:r>
              <a:t>Пример корня: `\\company.test\files`</a:t>
            </a:r>
          </a:p>
          <a:p>
            <a:pPr>
              <a:defRPr sz="3600"/>
            </a:pPr>
            <a:r>
              <a:t>Domain-based namespace удобен для организации, потому что путь не зависит от имени одного сервера</a:t>
            </a:r>
          </a:p>
          <a:p>
            <a:pPr>
              <a:defRPr sz="3600"/>
            </a:pPr>
            <a:r>
              <a:t>Для отказоустойчивости можно добавить несколько namespace servers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DFS Namespace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`Install-WindowsFeature` устанавливает роль; пример: `Install-WindowsFeature FS-DFS-Namespace -IncludeManagementTools`</a:t>
            </a:r>
          </a:p>
          <a:p>
            <a:pPr>
              <a:defRPr sz="3600"/>
            </a:pPr>
            <a:r>
              <a:t>Перед созданием корня реальная папка `\\fs01\DFSRoot` должна быть опубликована как SMB-ресурс</a:t>
            </a:r>
          </a:p>
          <a:p>
            <a:pPr>
              <a:defRPr sz="3600"/>
            </a:pPr>
            <a:r>
              <a:t>В `New-DfsnRoot` параметр `-Path` задаёт логический корень внутри доменного namespace, а не полный UNC-путь</a:t>
            </a:r>
          </a:p>
          <a:p>
            <a:pPr>
              <a:defRPr sz="3600"/>
            </a:pPr>
            <a:r>
              <a:t>Правильный пример: `New-DfsnRoot -Path "\files" -TargetPath "\\fs01\DFSRoot" -Type DomainV2`</a:t>
            </a:r>
          </a:p>
          <a:p>
            <a:pPr>
              <a:defRPr sz="3600"/>
            </a:pPr>
            <a:r>
              <a:t>Командлет `Get-DfsnRoot` показывает существующие корни DFS; пример: `Get-DfsnRoot`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Папки DFS и целевые ресурсы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DFS-папка может указывать на один или несколько реальных SMB-ресурсов</a:t>
            </a:r>
          </a:p>
          <a:p>
            <a:pPr>
              <a:defRPr sz="3600"/>
            </a:pPr>
            <a:r>
              <a:t>Пример логического пути: `\\company.test\files\students`</a:t>
            </a:r>
          </a:p>
          <a:p>
            <a:pPr>
              <a:defRPr sz="3600"/>
            </a:pPr>
            <a:r>
              <a:t>Пример цели: `\\fs01\Students` или `\\fs02\Students`</a:t>
            </a:r>
          </a:p>
          <a:p>
            <a:pPr>
              <a:defRPr sz="3600"/>
            </a:pPr>
            <a:r>
              <a:t>Пользователь открывает DFS-путь, а система получает referral к подходящей цели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DFS-папки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`New-DfsnFolder` создаёт папку внутри существующего пространства имён</a:t>
            </a:r>
          </a:p>
          <a:p>
            <a:pPr>
              <a:defRPr sz="3600"/>
            </a:pPr>
            <a:r>
              <a:t>В `-Path` передают относительный путь внутри DFS namespace; пример: `New-DfsnFolder -Path "\files\students" -TargetPath "\\fs01\Students"`</a:t>
            </a:r>
          </a:p>
          <a:p>
            <a:pPr>
              <a:defRPr sz="3600"/>
            </a:pPr>
            <a:r>
              <a:t>Командлет `New-DfsnFolderTarget` добавляет дополнительную цель; пример: `New-DfsnFolderTarget -Path "\files\students" -TargetPath "\\fs02\Students"`</a:t>
            </a:r>
          </a:p>
          <a:p>
            <a:pPr>
              <a:defRPr sz="3600"/>
            </a:pPr>
            <a:r>
              <a:t>Командлет `Get-DfsnFolderTarget` проверяет цели; пример: `Get-DfsnFolderTarget -Path "\files\students"`</a:t>
            </a:r>
          </a:p>
          <a:p>
            <a:pPr>
              <a:defRPr sz="3600"/>
            </a:pPr>
            <a:r>
              <a:t>Если цель недоступна, DFS-путь может открываться медленно или выдавать ошибку доступа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DFS-папка и несколько целевых SMB-ресурсов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3BF9FC-6168-A24E-C97B-901681809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DFS Replication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DFS Replication (DFSR) — служба репликации файлов между серверами Windows</a:t>
            </a:r>
          </a:p>
          <a:p>
            <a:pPr>
              <a:defRPr sz="3600"/>
            </a:pPr>
            <a:r>
              <a:t>DFSR может синхронизировать содержимое папок, чтобы на нескольких серверах были одинаковые данные</a:t>
            </a:r>
          </a:p>
          <a:p>
            <a:pPr>
              <a:defRPr sz="3600"/>
            </a:pPr>
            <a:r>
              <a:t>Репликация не является резервным копированием: удаление или повреждение файла тоже может распространиться</a:t>
            </a:r>
          </a:p>
          <a:p>
            <a:pPr>
              <a:defRPr sz="3600"/>
            </a:pPr>
            <a:r>
              <a:t>Резервное копирование должно хранить отдельную восстановимую копию данных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Когда использовать репликацию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Репликация полезна для филиалов, где пользователям нужен локальный доступ к одинаковым данным</a:t>
            </a:r>
          </a:p>
          <a:p>
            <a:pPr>
              <a:defRPr sz="3600"/>
            </a:pPr>
            <a:r>
              <a:t>Она снижает зависимость от одного сервера, но требует контроля конфликтов и задержек синхронизации</a:t>
            </a:r>
          </a:p>
          <a:p>
            <a:pPr>
              <a:defRPr sz="3600"/>
            </a:pPr>
            <a:r>
              <a:t>Не стоит реплицировать базы данных или файлы, которые постоянно изменяются многими пользователями</a:t>
            </a:r>
          </a:p>
          <a:p>
            <a:pPr>
              <a:defRPr sz="3600"/>
            </a:pPr>
            <a:r>
              <a:t>Перед включением DFSR нужно определить владельцев данных и правила восстановления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DFS Replication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`Install-WindowsFeature` устанавливает DFSR; пример: `Install-WindowsFeature FS-DFS-Replication -IncludeManagementTools`</a:t>
            </a:r>
          </a:p>
          <a:p>
            <a:pPr>
              <a:defRPr sz="3600"/>
            </a:pPr>
            <a:r>
              <a:t>Ключ `-IncludeManagementTools` устанавливает DFS Management и утилиту `dfsrdiag.exe`</a:t>
            </a:r>
          </a:p>
          <a:p>
            <a:pPr>
              <a:defRPr sz="3600"/>
            </a:pPr>
            <a:r>
              <a:t>Консоль DFS Management позволяет создать группу репликации и выбрать реплицируемые папки</a:t>
            </a:r>
          </a:p>
          <a:p>
            <a:pPr>
              <a:defRPr sz="3600"/>
            </a:pPr>
            <a:r>
              <a:t>Команда `dfsrdiag ReplicationState` показывает текущее состояние репликации</a:t>
            </a:r>
          </a:p>
          <a:p>
            <a:pPr>
              <a:defRPr sz="3600"/>
            </a:pPr>
            <a:r>
              <a:t>Для `dfsrdiag` требуются права Domain Admin и консоль, запущенная от имени администратора</a:t>
            </a:r>
          </a:p>
          <a:p>
            <a:pPr>
              <a:defRPr sz="3600"/>
            </a:pPr>
            <a:r>
              <a:t>Результат диагностики помогает понять, есть ли активные передачи и отставание репликации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Windows Defender Firewall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Windows Defender Firewall — встроенный межсетевой экран Windows для фильтрации сетевых подключений</a:t>
            </a:r>
          </a:p>
          <a:p>
            <a:pPr>
              <a:defRPr sz="3600"/>
            </a:pPr>
            <a:r>
              <a:t>Он применяет правила в зависимости от профиля сети: Domain, Private или Public</a:t>
            </a:r>
          </a:p>
          <a:p>
            <a:pPr>
              <a:defRPr sz="3600"/>
            </a:pPr>
            <a:r>
              <a:t>Domain profile используется, когда компьютер видит домен Active Directory</a:t>
            </a:r>
          </a:p>
          <a:p>
            <a:pPr>
              <a:defRPr sz="3600"/>
            </a:pPr>
            <a:r>
              <a:t>Firewall должен быть настроен под реальные службы, а не отключён ради удобства лаборатории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Профили firewall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`Get-NetFirewallProfile` показывает профили; пример: `Get-NetFirewallProfile | Select Name, Enabled`</a:t>
            </a:r>
          </a:p>
          <a:p>
            <a:pPr>
              <a:defRPr sz="3600"/>
            </a:pPr>
            <a:r>
              <a:t>Domain применяется к доменным сетям, Private — к доверенным частным сетям, Public — к недоверенным сетям</a:t>
            </a:r>
          </a:p>
          <a:p>
            <a:pPr>
              <a:defRPr sz="3600"/>
            </a:pPr>
            <a:r>
              <a:t>Публичный профиль обычно строже, потому что компьютер может находиться в небезопасной сети</a:t>
            </a:r>
          </a:p>
          <a:p>
            <a:pPr>
              <a:defRPr sz="3600"/>
            </a:pPr>
            <a:r>
              <a:t>Если активен не тот профиль, нужные правила могут не сработать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0001" y="182880"/>
            <a:ext cx="8121518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Диаграмма</a:t>
            </a:r>
            <a:r>
              <a:rPr dirty="0"/>
              <a:t>: </a:t>
            </a:r>
            <a:r>
              <a:rPr dirty="0" err="1"/>
              <a:t>профили</a:t>
            </a:r>
            <a:r>
              <a:rPr dirty="0"/>
              <a:t> Windows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Defender Firewall и </a:t>
            </a:r>
            <a:r>
              <a:rPr dirty="0" err="1"/>
              <a:t>область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правил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65A4F9-42B6-4DFA-2434-63681A818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Входящие и исходящие правила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Inbound rule управляет подключениями, которые приходят на сервер извне</a:t>
            </a:r>
          </a:p>
          <a:p>
            <a:pPr>
              <a:defRPr sz="3600"/>
            </a:pPr>
            <a:r>
              <a:t>Outbound rule управляет подключениями, которые сервер инициирует наружу</a:t>
            </a:r>
          </a:p>
          <a:p>
            <a:pPr>
              <a:defRPr sz="3600"/>
            </a:pPr>
            <a:r>
              <a:t>Правило может относиться к программе, службе, локальному порту, удалённому адресу или профилю</a:t>
            </a:r>
          </a:p>
          <a:p>
            <a:pPr>
              <a:defRPr sz="3600"/>
            </a:pPr>
            <a:r>
              <a:t>Сначала нужно понять трафик службы, а потом создавать разрешающее правило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правила для 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`New-NetFirewallRule` создаёт правило; пример: `New-NetFirewallRule -DisplayName "Allow HTTPS In" -Direction Inbound -Protocol TCP -LocalPort 443 -Action Allow -Profile Domain`</a:t>
            </a:r>
          </a:p>
          <a:p>
            <a:pPr>
              <a:defRPr sz="3600"/>
            </a:pPr>
            <a:r>
              <a:t>Параметр `-Direction Inbound` указывает входящий трафик к серверу</a:t>
            </a:r>
          </a:p>
          <a:p>
            <a:pPr>
              <a:defRPr sz="3600"/>
            </a:pPr>
            <a:r>
              <a:t>Параметр `-LocalPort 443` ограничивает правило портом HTTPS</a:t>
            </a:r>
          </a:p>
          <a:p>
            <a:pPr>
              <a:defRPr sz="3600"/>
            </a:pPr>
            <a:r>
              <a:t>После создания правило проверяют командой `Get-NetFirewallRule -DisplayName "Allow HTTPS In"`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доступности портов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`Test-NetConnection` проверяет TCP-порт; пример: `Test-NetConnection web01.company.test -Port 443`</a:t>
            </a:r>
          </a:p>
          <a:p>
            <a:pPr>
              <a:defRPr sz="3600"/>
            </a:pPr>
            <a:r>
              <a:t>Если TcpTestSucceeded равен True, TCP-подключение к порту установлено</a:t>
            </a:r>
          </a:p>
          <a:p>
            <a:pPr>
              <a:defRPr sz="3600"/>
            </a:pPr>
            <a:r>
              <a:t>Если проверка не проходит, причина может быть в DNS, маршруте, firewall, службе или привязке приложения</a:t>
            </a:r>
          </a:p>
          <a:p>
            <a:pPr>
              <a:defRPr sz="3600"/>
            </a:pPr>
            <a:r>
              <a:t>Нельзя делать вывод о firewall, пока не проверена работа самой службы на сервере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Управление firewall через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домене правила firewall удобно задавать централизованно через Group Policy Management</a:t>
            </a:r>
          </a:p>
          <a:p>
            <a:pPr>
              <a:defRPr sz="3600"/>
            </a:pPr>
            <a:r>
              <a:t>Политика связывается с OU серверов или рабочих станций, чтобы не применять одно правило ко всем объектам</a:t>
            </a:r>
          </a:p>
          <a:p>
            <a:pPr>
              <a:defRPr sz="3600"/>
            </a:pPr>
            <a:r>
              <a:t>В GPO можно включать профили, создавать входящие правила и запрещать локальное изменение настроек</a:t>
            </a:r>
          </a:p>
          <a:p>
            <a:pPr>
              <a:defRPr sz="3600"/>
            </a:pPr>
            <a:r>
              <a:t>После применения политики результат проверяют на клиенте или сервере командами gpresult и Get-NetFirewallRule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централизованного правила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серверов IIS создаётся GPO `Firewall - IIS HTTPS` и связывается с OU=Servers</a:t>
            </a:r>
          </a:p>
          <a:p>
            <a:pPr>
              <a:defRPr sz="3600"/>
            </a:pPr>
            <a:r>
              <a:t>Правило разрешает TCP 443 только в профиле Domain</a:t>
            </a:r>
          </a:p>
          <a:p>
            <a:pPr>
              <a:defRPr sz="3600"/>
            </a:pPr>
            <a:r>
              <a:t>Команда `gpupdate /force` обновляет политики на сервере; пример: `gpupdate /force`</a:t>
            </a:r>
          </a:p>
          <a:p>
            <a:pPr>
              <a:defRPr sz="3600"/>
            </a:pPr>
            <a:r>
              <a:t>Команда `gpresult /h C:\Temp\fw.html` показывает, какая GPO применила настройку firewall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Комплексная диагностика инфраструктуры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настройки нескольких служб ошибка может быть не в одном месте, поэтому диагностика идёт по уровням</a:t>
            </a:r>
          </a:p>
          <a:p>
            <a:pPr>
              <a:defRPr sz="3600"/>
            </a:pPr>
            <a:r>
              <a:t>Сначала проверяют DNS-имя и IP-адрес, затем порт, службу, firewall, права и журналы событий</a:t>
            </a:r>
          </a:p>
          <a:p>
            <a:pPr>
              <a:defRPr sz="3600"/>
            </a:pPr>
            <a:r>
              <a:t>Команда `Resolve-DnsName fs01.company.test` проверяет разрешение имени</a:t>
            </a:r>
          </a:p>
          <a:p>
            <a:pPr>
              <a:defRPr sz="3600"/>
            </a:pPr>
            <a:r>
              <a:t>Команда `Test-NetConnection fs01.company.test -Port 445` проверяет доступность SMB-порта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порядок диагностики Windows Server по уровням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25980E-2A48-C771-2B0C-FCD74B592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служб и политик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`Get-Service` проверяет состояние службы; пример: `Get-Service DNS,DHCPServer,NTDS`</a:t>
            </a:r>
          </a:p>
          <a:p>
            <a:pPr>
              <a:defRPr sz="3600"/>
            </a:pPr>
            <a:r>
              <a:t>Команда `gpresult /r` показывает применённые политики; пример: `gpresult /r`</a:t>
            </a:r>
          </a:p>
          <a:p>
            <a:pPr>
              <a:defRPr sz="3600"/>
            </a:pPr>
            <a:r>
              <a:t>Командлет `Get-WinEvent` читает журналы; пример: `Get-WinEvent -LogName System -MaxEvents 20`</a:t>
            </a:r>
          </a:p>
          <a:p>
            <a:pPr>
              <a:defRPr sz="3600"/>
            </a:pPr>
            <a:r>
              <a:t>Результаты нужно сопоставлять: открытый порт без запущенной службы не решит проблему приложения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Итоговая проверка после модуля Windows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Доменный клиент должен находить контроллер домена и входить доменным пользователем</a:t>
            </a:r>
          </a:p>
          <a:p>
            <a:pPr>
              <a:defRPr sz="3600"/>
            </a:pPr>
            <a:r>
              <a:t>DNS и DHCP должны выдавать согласованные имена, адреса, шлюз и DNS-сервер</a:t>
            </a:r>
          </a:p>
          <a:p>
            <a:pPr>
              <a:defRPr sz="3600"/>
            </a:pPr>
            <a:r>
              <a:t>Файловые ресурсы должны открываться по DFS-пути и проверяться через группы доступа</a:t>
            </a:r>
          </a:p>
          <a:p>
            <a:pPr>
              <a:defRPr sz="3600"/>
            </a:pPr>
            <a:r>
              <a:t>IIS, RDS и другие службы должны иметь разрешённые firewall-правила только для нужных портов</a:t>
            </a:r>
          </a:p>
          <a:p>
            <a:pPr>
              <a:defRPr sz="3600"/>
            </a:pPr>
            <a:r>
              <a:t>Золотое правило: не отключать firewall полностью через `netsh advfirewall set allprofiles state off` ради проверки сети</a:t>
            </a:r>
          </a:p>
          <a:p>
            <a:pPr>
              <a:defRPr sz="3600"/>
            </a:pPr>
            <a:r>
              <a:t>Если служба заработала только при выключенном firewall, нужно создать точечное разрешающее правило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итоговой диагностики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DNS указывает не на внутренний сервер, поэтому доменные службы не находятся</a:t>
            </a:r>
          </a:p>
          <a:p>
            <a:pPr>
              <a:defRPr sz="3600"/>
            </a:pPr>
            <a:r>
              <a:t>Firewall правило создано не для того профиля или не для того направления трафика</a:t>
            </a:r>
          </a:p>
          <a:p>
            <a:pPr>
              <a:defRPr sz="3600"/>
            </a:pPr>
            <a:r>
              <a:t>Пользователь состоит не в той группе или работает со старым маркером доступа</a:t>
            </a:r>
          </a:p>
          <a:p>
            <a:pPr>
              <a:defRPr sz="3600"/>
            </a:pPr>
            <a:r>
              <a:t>Служба не запущена, хотя порт и DNS-имя настроены правильно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DFS Namespace даёт пользователям стабильный логический путь к файловым ресурсам</a:t>
            </a:r>
          </a:p>
          <a:p>
            <a:pPr>
              <a:defRPr sz="3600"/>
            </a:pPr>
            <a:r>
              <a:t>DFS Replication синхронизирует данные между серверами, но не заменяет резервное копирование</a:t>
            </a:r>
          </a:p>
          <a:p>
            <a:pPr>
              <a:defRPr sz="3600"/>
            </a:pPr>
            <a:r>
              <a:t>Windows Defender Firewall должен разрешать только нужный трафик для конкретных служб</a:t>
            </a:r>
          </a:p>
          <a:p>
            <a:pPr>
              <a:defRPr sz="3600"/>
            </a:pPr>
            <a:r>
              <a:t>Комплексная диагностика соединяет проверку DNS, сети, портов, служб, политик, прав и журналов событий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Зачем использовать путь `\\company.test\files`, если есть `\\fs01\Public`?</a:t>
            </a:r>
          </a:p>
          <a:p>
            <a:pPr>
              <a:defRPr sz="3600"/>
            </a:pPr>
            <a:r>
              <a:t>Чем DFS Namespace отличается от DFS Replication?</a:t>
            </a:r>
          </a:p>
          <a:p>
            <a:pPr>
              <a:defRPr sz="3600"/>
            </a:pPr>
            <a:r>
              <a:t>Почему репликация не является резервным копированием?</a:t>
            </a:r>
          </a:p>
          <a:p>
            <a:pPr>
              <a:defRPr sz="3600"/>
            </a:pPr>
            <a:r>
              <a:t>Какая команда проверяет доступность TCP-порта 443?</a:t>
            </a:r>
          </a:p>
          <a:p>
            <a:pPr>
              <a:defRPr sz="3600"/>
            </a:pPr>
            <a:r>
              <a:t>В каком порядке диагностировать недоступность внутреннего веб-сайта?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1689</Words>
  <Application>Microsoft Office PowerPoint</Application>
  <PresentationFormat>Широкоэкранный</PresentationFormat>
  <Paragraphs>150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2026-07-18T13:23:43Z</dcterms:modified>
  <cp:category/>
</cp:coreProperties>
</file>