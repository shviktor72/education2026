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6. Файловый сервер и FSRM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Windows Server предоставляет общие файловые ресурсы по SMB</a:t>
            </a:r>
          </a:p>
          <a:p>
            <a:pPr>
              <a:defRPr sz="3600"/>
            </a:pPr>
            <a:r>
              <a:t>Различать разрешения общего доступа, NTFS-разрешения и итоговые эффективные права</a:t>
            </a:r>
          </a:p>
          <a:p>
            <a:pPr>
              <a:defRPr sz="3600"/>
            </a:pPr>
            <a:r>
              <a:t>Настраивать доступ к папкам через группы безопасности и сетевые диски</a:t>
            </a:r>
          </a:p>
          <a:p>
            <a:pPr>
              <a:defRPr sz="3600"/>
            </a:pPr>
            <a:r>
              <a:t>Использовать FSRM для квот, файловых экранов и контроля использования хранилища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сервере fs01 создаются ресурсы Public, Students и Teachers</a:t>
            </a:r>
          </a:p>
          <a:p>
            <a:pPr>
              <a:defRPr sz="3600"/>
            </a:pPr>
            <a:r>
              <a:t>Доступ выдаётся не пользователям напрямую, а группам домена company.test</a:t>
            </a:r>
          </a:p>
          <a:p>
            <a:pPr>
              <a:defRPr sz="3600"/>
            </a:pPr>
            <a:r>
              <a:t>Студент проверяет доступ с client01 по UNC-пути и через сетевой диск</a:t>
            </a:r>
          </a:p>
          <a:p>
            <a:pPr>
              <a:defRPr sz="3600"/>
            </a:pPr>
            <a:r>
              <a:t>В конце разбирается ошибка: в шаре Full Control, но файл всё равно не открывается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файлового сервера и протокола SMB.</a:t>
            </a:r>
          </a:p>
          <a:p>
            <a:pPr>
              <a:defRPr sz="3600"/>
            </a:pPr>
            <a:r>
              <a:t>2. Создание общих папок и использование UNC-путей.</a:t>
            </a:r>
          </a:p>
          <a:p>
            <a:pPr>
              <a:defRPr sz="3600"/>
            </a:pPr>
            <a:r>
              <a:t>3. Разрешения файловой системы NTFS и наследование прав доступа.</a:t>
            </a:r>
          </a:p>
          <a:p>
            <a:pPr>
              <a:defRPr sz="3600"/>
            </a:pPr>
            <a:r>
              <a:t>4. Разрешения общего доступа и определение итоговых эффективных прав.</a:t>
            </a:r>
          </a:p>
          <a:p>
            <a:pPr>
              <a:defRPr sz="3600"/>
            </a:pPr>
            <a:r>
              <a:t>5. Разграничение доступа к файловым ресурсам с использованием групп безопасности.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6. Настройка сетевых дисков, домашних каталогов и перемещаемых профилей.</a:t>
            </a:r>
          </a:p>
          <a:p>
            <a:pPr>
              <a:defRPr sz="3600"/>
            </a:pPr>
            <a:r>
              <a:t>7. Назначение и основные возможности File Server Resource Manager.</a:t>
            </a:r>
          </a:p>
          <a:p>
            <a:pPr>
              <a:defRPr sz="3600"/>
            </a:pPr>
            <a:r>
              <a:t>8. Настройка квот, файловых экранов и отчётов об использовании хранилища.</a:t>
            </a:r>
          </a:p>
          <a:p>
            <a:pPr>
              <a:defRPr sz="3600"/>
            </a:pPr>
            <a:r>
              <a:t>9. Разбор кейса: почему пользователь имеет Full Control в шаре, но получает Access Denied.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нужен файловый 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Файловый сервер централизует хранение общих документов, учебных материалов и домашних каталогов</a:t>
            </a:r>
          </a:p>
          <a:p>
            <a:pPr>
              <a:defRPr sz="3600"/>
            </a:pPr>
            <a:r>
              <a:t>Централизованное хранение позволяет управлять доступом, резервным копированием и аудитом</a:t>
            </a:r>
          </a:p>
          <a:p>
            <a:pPr>
              <a:defRPr sz="3600"/>
            </a:pPr>
            <a:r>
              <a:t>SMB (Server Message Block) — протокол сетевого доступа к файлам и принтерам в Windows-сетях</a:t>
            </a:r>
          </a:p>
          <a:p>
            <a:pPr>
              <a:defRPr sz="3600"/>
            </a:pPr>
            <a:r>
              <a:t>Без файлового сервера данные расходятся по рабочим станциям и становятся трудноуправляемыми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доступ клиента к файловому серверу по SMB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5EDA73-B80E-2D79-039B-8B27EE81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роли файлового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Роль File Server входит в File and Storage Services и обычно доступна в Windows Server изначально</a:t>
            </a:r>
          </a:p>
          <a:p>
            <a:pPr>
              <a:defRPr sz="3600"/>
            </a:pPr>
            <a:r>
              <a:t>Командлет `Install-WindowsFeature` устанавливает компоненты; пример: `Install-WindowsFeature FS-FileServer -IncludeManagementTools`</a:t>
            </a:r>
          </a:p>
          <a:p>
            <a:pPr>
              <a:defRPr sz="3600"/>
            </a:pPr>
            <a:r>
              <a:t>Командлет `Get-WindowsFeature FS-FileServer` проверяет состояние роли</a:t>
            </a:r>
          </a:p>
          <a:p>
            <a:pPr>
              <a:defRPr sz="3600"/>
            </a:pPr>
            <a:r>
              <a:t>После установки важно сразу планировать структуру папок и группы доступа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Общая папка и UNC-путь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Share — опубликованная по сети папка, к которой клиенты обращаются через SMB</a:t>
            </a:r>
          </a:p>
          <a:p>
            <a:pPr>
              <a:defRPr sz="3600"/>
            </a:pPr>
            <a:r>
              <a:t>UNC (Universal Naming Convention) — сетевой путь вида `\\server\share`</a:t>
            </a:r>
          </a:p>
          <a:p>
            <a:pPr>
              <a:defRPr sz="3600"/>
            </a:pPr>
            <a:r>
              <a:t>Пример UNC-пути: `\\fs01\Public` открывает общий ресурс Public на сервере fs01</a:t>
            </a:r>
          </a:p>
          <a:p>
            <a:pPr>
              <a:defRPr sz="3600"/>
            </a:pPr>
            <a:r>
              <a:t>Путь не должен зависеть от локальной буквы диска сервера, потому что клиент видит сетевое имя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папки и общего ресурса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`New-Item` создаёт каталог; пример: `New-Item -ItemType Directory "C:\Shares\Public"`</a:t>
            </a:r>
          </a:p>
          <a:p>
            <a:pPr>
              <a:defRPr sz="3600"/>
            </a:pPr>
            <a:r>
              <a:t>Эталон для учебного файлового сервера: на уровне шары дают широкий доступ, а реальные ограничения делают через NTFS</a:t>
            </a:r>
          </a:p>
          <a:p>
            <a:pPr>
              <a:defRPr sz="3600"/>
            </a:pPr>
            <a:r>
              <a:t>Командлет `New-SmbShare` публикует каталог; пример: `New-SmbShare -Name "Public" -Path "C:\Shares\Public" -FullAccess "Everyone"`</a:t>
            </a:r>
          </a:p>
          <a:p>
            <a:pPr>
              <a:defRPr sz="3600"/>
            </a:pPr>
            <a:r>
              <a:t>Командлет `Get-SmbShare` показывает опубликованные ресурсы; пример: `Get-SmbShare`</a:t>
            </a:r>
          </a:p>
          <a:p>
            <a:pPr>
              <a:defRPr sz="3600"/>
            </a:pPr>
            <a:r>
              <a:t>После публикации ресурс проверяют с клиента по пути `\\fs01\Public`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NTFS-разрешения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NTFS-разрешения управляют доступом к файлам и папкам на уровне файловой системы сервера</a:t>
            </a:r>
          </a:p>
          <a:p>
            <a:pPr>
              <a:defRPr sz="3600"/>
            </a:pPr>
            <a:r>
              <a:t>Основные права: Read, Write, Modify, Full Control и специальные разрешения</a:t>
            </a:r>
          </a:p>
          <a:p>
            <a:pPr>
              <a:defRPr sz="3600"/>
            </a:pPr>
            <a:r>
              <a:t>Наследование передаёт права от родительской папки к дочерним папкам и файлам</a:t>
            </a:r>
          </a:p>
          <a:p>
            <a:pPr>
              <a:defRPr sz="3600"/>
            </a:pPr>
            <a:r>
              <a:t>NTFS действует и локально на сервере, и при доступе по сети через SMB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NTFS через icacls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`icacls` показывает и изменяет ACL файлов и папок; пример: `icacls "C:\Shares\Public"`</a:t>
            </a:r>
          </a:p>
          <a:p>
            <a:pPr>
              <a:defRPr sz="3600"/>
            </a:pPr>
            <a:r>
              <a:t>Перед точной настройкой отключают наследование; пример: `icacls "C:\Shares\Public" /inheritance:d`</a:t>
            </a:r>
          </a:p>
          <a:p>
            <a:pPr>
              <a:defRPr sz="3600"/>
            </a:pPr>
            <a:r>
              <a:t>Ключ `/inheritance:d` отключает наследование и копирует текущие родительские ACL в явные записи</a:t>
            </a:r>
          </a:p>
          <a:p>
            <a:pPr>
              <a:defRPr sz="3600"/>
            </a:pPr>
            <a:r>
              <a:t>Пример выдачи Modify: `icacls "C:\Shares\Public" /grant "COMPANY\DL_Public_RW:(OI)(CI)M"`</a:t>
            </a:r>
          </a:p>
          <a:p>
            <a:pPr>
              <a:defRPr sz="3600"/>
            </a:pPr>
            <a:r>
              <a:t>`(OI)(CI)` означает наследование на файлы и подпапки, а `M` означает Modify</a:t>
            </a:r>
          </a:p>
          <a:p>
            <a:pPr>
              <a:defRPr sz="3600"/>
            </a:pPr>
            <a:r>
              <a:t>После изменения проверяют итоговый ACL командой `icacls "C:\Shares\Public"`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Разрешения общего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Share permissions действуют только при сетевом доступе к опубликованной папке</a:t>
            </a:r>
          </a:p>
          <a:p>
            <a:pPr>
              <a:defRPr sz="3600"/>
            </a:pPr>
            <a:r>
              <a:t>В учебной модели на шаре задают `Everyone: Full Control`, чтобы не смешивать два уровня ограничений</a:t>
            </a:r>
          </a:p>
          <a:p>
            <a:pPr>
              <a:defRPr sz="3600"/>
            </a:pPr>
            <a:r>
              <a:t>Реальный доступ пользователям ограничивают через NTFS-разрешения на папке</a:t>
            </a:r>
          </a:p>
          <a:p>
            <a:pPr>
              <a:defRPr sz="3600"/>
            </a:pPr>
            <a:r>
              <a:t>Итоговый доступ по сети всё равно определяется самым ограничивающим сочетанием share permissions и NTFS</a:t>
            </a:r>
          </a:p>
          <a:p>
            <a:pPr>
              <a:defRPr sz="3600"/>
            </a:pPr>
            <a:r>
              <a:t>Если в шаре Full Control, но в NTFS нет чтения, пользователь получит Access Denied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итоговые права Share permissions плюс NTFS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25A063-84A0-9FCD-2505-FC82F66C9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разрешений общего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`Get-SmbShareAccess` показывает разрешения шары; пример: `Get-SmbShareAccess -Name Public`</a:t>
            </a:r>
          </a:p>
          <a:p>
            <a:pPr>
              <a:defRPr sz="3600"/>
            </a:pPr>
            <a:r>
              <a:t>Командлет `Grant-SmbShareAccess` выдаёт право на шару; пример: `Grant-SmbShareAccess -Name Public -AccountName "COMPANY\DL_Public_RW" -AccessRight Change`</a:t>
            </a:r>
          </a:p>
          <a:p>
            <a:pPr>
              <a:defRPr sz="3600"/>
            </a:pPr>
            <a:r>
              <a:t>Командлет `Revoke-SmbShareAccess` удаляет лишнее право; пример: `Revoke-SmbShareAccess -Name Public -AccountName Everyone -Force`</a:t>
            </a:r>
          </a:p>
          <a:p>
            <a:pPr>
              <a:defRPr sz="3600"/>
            </a:pPr>
            <a:r>
              <a:t>Проверять нужно и шару, и NTFS, потому что это два разных уровня доступа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Доступ через группы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Права на папку не стоит назначать отдельным пользователям: это усложняет сопровождение</a:t>
            </a:r>
          </a:p>
          <a:p>
            <a:pPr>
              <a:defRPr sz="3600"/>
            </a:pPr>
            <a:r>
              <a:t>Для ресурса создают группы чтения и изменения, например DL_Public_Read и DL_Public_RW</a:t>
            </a:r>
          </a:p>
          <a:p>
            <a:pPr>
              <a:defRPr sz="3600"/>
            </a:pPr>
            <a:r>
              <a:t>Пользователей включают в глобальные группы ролей, а глобальные группы включают в доменные локальные группы ресурса</a:t>
            </a:r>
          </a:p>
          <a:p>
            <a:pPr>
              <a:defRPr sz="3600"/>
            </a:pPr>
            <a:r>
              <a:t>Так сохраняется модель AGDLP, изученная на предыдущей лекции по объектам 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групп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`whoami /groups` показывает группы текущего пользователя; пример: `whoami /groups`</a:t>
            </a:r>
          </a:p>
          <a:p>
            <a:pPr>
              <a:defRPr sz="3600"/>
            </a:pPr>
            <a:r>
              <a:t>Командлет `Get-ADGroupMember` показывает участников группы; пример: `Get-ADGroupMember DL_Public_RW`</a:t>
            </a:r>
          </a:p>
          <a:p>
            <a:pPr>
              <a:defRPr sz="3600"/>
            </a:pPr>
            <a:r>
              <a:t>Если пользователя только что добавили в группу, ему может потребоваться выйти и войти заново</a:t>
            </a:r>
          </a:p>
          <a:p>
            <a:pPr>
              <a:defRPr sz="3600"/>
            </a:pPr>
            <a:r>
              <a:t>Маркер доступа формируется при входе, поэтому старый сеанс может не видеть новое членство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Сетевые диски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Сетевой диск назначает UNC-пути удобную букву, например P: для `\\fs01\Public`</a:t>
            </a:r>
          </a:p>
          <a:p>
            <a:pPr>
              <a:defRPr sz="3600"/>
            </a:pPr>
            <a:r>
              <a:t>Команда `net use` подключает диск; пример: `net use P: \\fs01\Public /persistent:yes`</a:t>
            </a:r>
          </a:p>
          <a:p>
            <a:pPr>
              <a:defRPr sz="3600"/>
            </a:pPr>
            <a:r>
              <a:t>Команда `net use` без параметров показывает текущие подключения</a:t>
            </a:r>
          </a:p>
          <a:p>
            <a:pPr>
              <a:defRPr sz="3600"/>
            </a:pPr>
            <a:r>
              <a:t>В домене сетевые диски обычно назначают через Group Policy Preferences, а не вручную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Домашние каталоги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Home folder — личная сетевая папка пользователя, обычно доступная только ему и администраторам</a:t>
            </a:r>
          </a:p>
          <a:p>
            <a:pPr>
              <a:defRPr sz="3600"/>
            </a:pPr>
            <a:r>
              <a:t>Командлет `Set-ADUser` задаёт только атрибуты в Active Directory; пример: `Set-ADUser ipetrov -HomeDirectory \\fs01\Home$\ipetrov -HomeDrive H:`</a:t>
            </a:r>
          </a:p>
          <a:p>
            <a:pPr>
              <a:defRPr sz="3600"/>
            </a:pPr>
            <a:r>
              <a:t>В отличие от ADUC, PowerShell сам не создаёт папку пользователя и не назначает NTFS-разрешения</a:t>
            </a:r>
          </a:p>
          <a:p>
            <a:pPr>
              <a:defRPr sz="3600"/>
            </a:pPr>
            <a:r>
              <a:t>Символ `$` в имени шары скрывает ресурс из обычного просмотра сети, но не заменяет разрешения</a:t>
            </a:r>
          </a:p>
          <a:p>
            <a:pPr>
              <a:defRPr sz="3600"/>
            </a:pPr>
            <a:r>
              <a:t>Проверка выполняется входом пользователя и открытием диска H: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Автоматизация создания домашней папки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создают физическую папку; пример: `New-Item -ItemType Directory "C:\Shares\Home\ipetrov"`</a:t>
            </a:r>
          </a:p>
          <a:p>
            <a:pPr>
              <a:defRPr sz="3600"/>
            </a:pPr>
            <a:r>
              <a:t>Затем отключают наследование; пример: `icacls "C:\Shares\Home\ipetrov" /inheritance:d`</a:t>
            </a:r>
          </a:p>
          <a:p>
            <a:pPr>
              <a:defRPr sz="3600"/>
            </a:pPr>
            <a:r>
              <a:t>Пользователю выдают права на его папку; пример: `icacls "C:\Shares\Home\ipetrov" /grant "COMPANY\ipetrov:(OI)(CI)M"`</a:t>
            </a:r>
          </a:p>
          <a:p>
            <a:pPr>
              <a:defRPr sz="3600"/>
            </a:pPr>
            <a:r>
              <a:t>После этого задают атрибуты AD: `Set-ADUser ipetrov -HomeDirectory \\fs01\Home$\ipetrov -HomeDrive H:`</a:t>
            </a:r>
          </a:p>
          <a:p>
            <a:pPr>
              <a:defRPr sz="3600"/>
            </a:pPr>
            <a:r>
              <a:t>Только сочетание папки, NTFS-прав и атрибутов AD даст рабочий диск H: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Перемещаемые профили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Roaming profile — профиль пользователя, который хранится на сервере и загружается на разных ПК</a:t>
            </a:r>
          </a:p>
          <a:p>
            <a:pPr>
              <a:defRPr sz="3600"/>
            </a:pPr>
            <a:r>
              <a:t>Профили помогают сохранить пользовательское окружение, но могут резко замедлять вход и выход при большом объёме данных</a:t>
            </a:r>
          </a:p>
          <a:p>
            <a:pPr>
              <a:defRPr sz="3600"/>
            </a:pPr>
            <a:r>
              <a:t>Не используют roaming profiles для папок Downloads и Desktop, если студенты сохраняют туда ISO-образы и большие файлы</a:t>
            </a:r>
          </a:p>
          <a:p>
            <a:pPr>
              <a:defRPr sz="3600"/>
            </a:pPr>
            <a:r>
              <a:t>Современная практика чаще использует Folder Redirection для отдельных папок вместо копирования всего профиля</a:t>
            </a:r>
          </a:p>
          <a:p>
            <a:pPr>
              <a:defRPr sz="3600"/>
            </a:pPr>
            <a:r>
              <a:t>Пример настройки профиля: `Set-ADUser ipetrov -ProfilePath \\fs01\Profiles$\ipetrov`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Назначение FSRM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FSRM (File Server Resource Manager) — компонент Windows Server для управления использованием файлового хранилища</a:t>
            </a:r>
          </a:p>
          <a:p>
            <a:pPr>
              <a:defRPr sz="3600"/>
            </a:pPr>
            <a:r>
              <a:t>FSRM помогает задавать квоты, файловые экраны, классификацию и отчёты по хранилищу</a:t>
            </a:r>
          </a:p>
          <a:p>
            <a:pPr>
              <a:defRPr sz="3600"/>
            </a:pPr>
            <a:r>
              <a:t>Он не заменяет права доступа, а дополняет файловый сервер административными ограничениями</a:t>
            </a:r>
          </a:p>
          <a:p>
            <a:pPr>
              <a:defRPr sz="3600"/>
            </a:pPr>
            <a:r>
              <a:t>В учебной сети FSRM нужен для запрета исполняемых файлов и ограничения размера домашних папок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FSRM как уровень контроля поверх файлового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AC59D4-9DC0-1D1E-714F-75785457E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FSRM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FSRM; пример: `Install-WindowsFeature FS-Resource-Manager -IncludeManagementTools`</a:t>
            </a:r>
          </a:p>
          <a:p>
            <a:pPr>
              <a:defRPr sz="3600"/>
            </a:pPr>
            <a:r>
              <a:t>Консоль File Server Resource Manager открывается из Server Manager или Administrative Tools</a:t>
            </a:r>
          </a:p>
          <a:p>
            <a:pPr>
              <a:defRPr sz="3600"/>
            </a:pPr>
            <a:r>
              <a:t>Командлет `Get-WindowsFeature FS-Resource-Manager` проверяет установку компонента</a:t>
            </a:r>
          </a:p>
          <a:p>
            <a:pPr>
              <a:defRPr sz="3600"/>
            </a:pPr>
            <a:r>
              <a:t>После установки можно создавать шаблоны квот и файловые экраны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Квоты FSRM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Quota — ограничение объёма данных в папке, например 1 ГБ на домашний каталог</a:t>
            </a:r>
          </a:p>
          <a:p>
            <a:pPr>
              <a:defRPr sz="3600"/>
            </a:pPr>
            <a:r>
              <a:t>Жёсткая квота запрещает превышение лимита, мягкая квота только предупреждает и фиксирует событие</a:t>
            </a:r>
          </a:p>
          <a:p>
            <a:pPr>
              <a:defRPr sz="3600"/>
            </a:pPr>
            <a:r>
              <a:t>Командлет `New-FsrmQuota` создаёт квоту; пример: `New-FsrmQuota -Path C:\Shares\Home -Size 1GB`</a:t>
            </a:r>
          </a:p>
          <a:p>
            <a:pPr>
              <a:defRPr sz="3600"/>
            </a:pPr>
            <a:r>
              <a:t>Проверка выполняется через консоль FSRM или командлет `Get-FsrmQuota`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Файловые экраны и отчёты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File screen запрещает сохранять файлы выбранных типов, например `.exe` или `.bat`, в учебной папке</a:t>
            </a:r>
          </a:p>
          <a:p>
            <a:pPr>
              <a:defRPr sz="3600"/>
            </a:pPr>
            <a:r>
              <a:t>Командлет `New-FsrmFileScreen` создаёт экран; пример: `New-FsrmFileScreen -Path C:\Shares\Students -IncludeGroup "Executable Files"`</a:t>
            </a:r>
          </a:p>
          <a:p>
            <a:pPr>
              <a:defRPr sz="3600"/>
            </a:pPr>
            <a:r>
              <a:t>Отчёты FSRM помогают увидеть крупные файлы, дубликаты и активное использование хранилища</a:t>
            </a:r>
          </a:p>
          <a:p>
            <a:pPr>
              <a:defRPr sz="3600"/>
            </a:pPr>
            <a:r>
              <a:t>Файловый экран не заменяет антивирус, но снижает риск хранения нежелательных типов файлов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Кейс: Full Control в шаре, но Access Denied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в разрешениях общего доступа пользователь имеет Full Control, но файл не открывается</a:t>
            </a:r>
          </a:p>
          <a:p>
            <a:pPr>
              <a:defRPr sz="3600"/>
            </a:pPr>
            <a:r>
              <a:t>Главная причина: NTFS-разрешения более строгие и ограничивают доступ на файловой системе</a:t>
            </a:r>
          </a:p>
          <a:p>
            <a:pPr>
              <a:defRPr sz="3600"/>
            </a:pPr>
            <a:r>
              <a:t>Другая причина: пользователь не состоит в нужной группе или ещё не выполнил повторный вход</a:t>
            </a:r>
          </a:p>
          <a:p>
            <a:pPr>
              <a:defRPr sz="3600"/>
            </a:pPr>
            <a:r>
              <a:t>Проверять нужно по уровням: UNC-путь, share permissions, NTFS ACL, группы пользователя и наследование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Алгоритм диагностики Access Denied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`Get-SmbShareAccess -Name Public` проверяет права общего доступа к ресурсу</a:t>
            </a:r>
          </a:p>
          <a:p>
            <a:pPr>
              <a:defRPr sz="3600"/>
            </a:pPr>
            <a:r>
              <a:t>`icacls C:\Shares\Public` проверяет NTFS ACL на реальной папке</a:t>
            </a:r>
          </a:p>
          <a:p>
            <a:pPr>
              <a:defRPr sz="3600"/>
            </a:pPr>
            <a:r>
              <a:t>`whoami /groups` на клиенте показывает, есть ли нужная группа в маркере пользователя</a:t>
            </a:r>
          </a:p>
          <a:p>
            <a:pPr>
              <a:defRPr sz="3600"/>
            </a:pPr>
            <a:r>
              <a:t>Если группа добавлена недавно, пользователь выходит из системы и входит снова для обновления маркера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Effective Access как проверка итоговых прав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Effective Access показывает расчетный итоговый доступ пользователя или группы к папке</a:t>
            </a:r>
          </a:p>
          <a:p>
            <a:pPr>
              <a:defRPr sz="3600"/>
            </a:pPr>
            <a:r>
              <a:t>Проверка учитывает членство в группах, явные разрешения, наследование и запрещающие записи</a:t>
            </a:r>
          </a:p>
          <a:p>
            <a:pPr>
              <a:defRPr sz="3600"/>
            </a:pPr>
            <a:r>
              <a:t>Инструмент полезен, когда GUI показывает много ACL и трудно понять реальный результат</a:t>
            </a:r>
          </a:p>
          <a:p>
            <a:pPr>
              <a:defRPr sz="3600"/>
            </a:pPr>
            <a:r>
              <a:t>После изменения групп пользователь должен войти заново, иначе старый маркер может показать старые права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проверки SMB-доступа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проверяется имя сервера и UNC-путь: `\\fs01\Public`</a:t>
            </a:r>
          </a:p>
          <a:p>
            <a:pPr>
              <a:defRPr sz="3600"/>
            </a:pPr>
            <a:r>
              <a:t>Затем проверяются share permissions командой `Get-SmbShareAccess -Name Public`</a:t>
            </a:r>
          </a:p>
          <a:p>
            <a:pPr>
              <a:defRPr sz="3600"/>
            </a:pPr>
            <a:r>
              <a:t>На учебном стенде ожидается `Everyone: Full`, а ограничения ищут на уровне NTFS</a:t>
            </a:r>
          </a:p>
          <a:p>
            <a:pPr>
              <a:defRPr sz="3600"/>
            </a:pPr>
            <a:r>
              <a:t>После этого проверяются NTFS-разрешения командой `icacls "C:\Shares\Public"`</a:t>
            </a:r>
          </a:p>
          <a:p>
            <a:pPr>
              <a:defRPr sz="3600"/>
            </a:pPr>
            <a:r>
              <a:t>В конце проверяется членство пользователя командой `whoami /groups` на клиенте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SMB публикует файловые ресурсы, а UNC-путь задаёт сетевой адрес общей папки</a:t>
            </a:r>
          </a:p>
          <a:p>
            <a:pPr>
              <a:defRPr sz="3600"/>
            </a:pPr>
            <a:r>
              <a:t>Итоговые права по сети определяются сочетанием share permissions и NTFS-разрешений</a:t>
            </a:r>
          </a:p>
          <a:p>
            <a:pPr>
              <a:defRPr sz="3600"/>
            </a:pPr>
            <a:r>
              <a:t>Группы безопасности делают доступ управляемым и позволяют применять модель AGDLP</a:t>
            </a:r>
          </a:p>
          <a:p>
            <a:pPr>
              <a:defRPr sz="3600"/>
            </a:pPr>
            <a:r>
              <a:t>FSRM добавляет квоты, файловые экраны и отчёты, но не заменяет ACL</a:t>
            </a:r>
          </a:p>
          <a:p>
            <a:pPr>
              <a:defRPr sz="3600"/>
            </a:pPr>
            <a:r>
              <a:t>Access Denied диагностируется по уровням, а не только по настройке шары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UNC-путь отличается от локального пути на сервере?</a:t>
            </a:r>
          </a:p>
          <a:p>
            <a:pPr>
              <a:defRPr sz="3600"/>
            </a:pPr>
            <a:r>
              <a:t>Почему Full Control на шаре не гарантирует доступ к файлу?</a:t>
            </a:r>
          </a:p>
          <a:p>
            <a:pPr>
              <a:defRPr sz="3600"/>
            </a:pPr>
            <a:r>
              <a:t>Какую команду использовать для просмотра NTFS-разрешений папки?</a:t>
            </a:r>
          </a:p>
          <a:p>
            <a:pPr>
              <a:defRPr sz="3600"/>
            </a:pPr>
            <a:r>
              <a:t>Зачем домашний каталог настраивают через AD, а не только создают папку вручную?</a:t>
            </a:r>
          </a:p>
          <a:p>
            <a:pPr>
              <a:defRPr sz="3600"/>
            </a:pPr>
            <a:r>
              <a:t>Чем квота FSRM отличается от файлового экрана?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1943</Words>
  <Application>Microsoft Office PowerPoint</Application>
  <PresentationFormat>Широкоэкранный</PresentationFormat>
  <Paragraphs>155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2026-07-18T13:13:42Z</dcterms:modified>
  <cp:category/>
</cp:coreProperties>
</file>