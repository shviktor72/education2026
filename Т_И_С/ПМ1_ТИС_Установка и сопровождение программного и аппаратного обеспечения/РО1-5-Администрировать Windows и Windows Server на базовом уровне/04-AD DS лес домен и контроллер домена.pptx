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0552" y="182880"/>
            <a:ext cx="92404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</a:t>
            </a:r>
            <a:r>
              <a:rPr lang="ru-RU"/>
              <a:t>4</a:t>
            </a:r>
            <a:r>
              <a:t>. </a:t>
            </a:r>
            <a:r>
              <a:rPr dirty="0"/>
              <a:t>AD DS: </a:t>
            </a:r>
            <a:r>
              <a:rPr dirty="0" err="1"/>
              <a:t>лес</a:t>
            </a:r>
            <a:r>
              <a:rPr dirty="0"/>
              <a:t>, </a:t>
            </a:r>
            <a:r>
              <a:rPr dirty="0" err="1"/>
              <a:t>домен</a:t>
            </a:r>
            <a:r>
              <a:rPr dirty="0"/>
              <a:t> и </a:t>
            </a:r>
            <a:r>
              <a:rPr dirty="0" err="1"/>
              <a:t>контроллер</a:t>
            </a:r>
            <a:r>
              <a:rPr dirty="0"/>
              <a:t> </a:t>
            </a:r>
            <a:r>
              <a:rPr dirty="0" err="1"/>
              <a:t>домена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назначение Active Directory Domain Services в доменной инфраструктуре</a:t>
            </a:r>
          </a:p>
          <a:p>
            <a:pPr>
              <a:defRPr sz="3600"/>
            </a:pPr>
            <a:r>
              <a:t>Различать домен, дерево доменов, лес, контроллер домена и объекты каталога</a:t>
            </a:r>
          </a:p>
          <a:p>
            <a:pPr>
              <a:defRPr sz="3600"/>
            </a:pPr>
            <a:r>
              <a:t>Объяснять связь AD DS, DNS, SYSVOL, аутентификации и авторизации</a:t>
            </a:r>
          </a:p>
          <a:p>
            <a:pPr>
              <a:defRPr sz="3600"/>
            </a:pPr>
            <a:r>
              <a:t>Развернуть новый домен company.test и присоединить к нему клиентский компьютер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Сервер dc01 получает статический адрес 192.168.10.10 и роль контроллера домена</a:t>
            </a:r>
          </a:p>
          <a:p>
            <a:pPr>
              <a:defRPr sz="3600"/>
            </a:pPr>
            <a:r>
              <a:t>Создаётся новый лес и домен company.test</a:t>
            </a:r>
          </a:p>
          <a:p>
            <a:pPr>
              <a:defRPr sz="3600"/>
            </a:pPr>
            <a:r>
              <a:t>DNS устанавливается вместе с AD DS и обслуживает записи домена</a:t>
            </a:r>
          </a:p>
          <a:p>
            <a:pPr>
              <a:defRPr sz="3600"/>
            </a:pPr>
            <a:r>
              <a:t>Клиент client01 присоединяется к домену и проверяет вход доменного пользователя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Назначение Active Directory Domain Services и преимущества централизованного управления.</a:t>
            </a:r>
          </a:p>
          <a:p>
            <a:pPr>
              <a:defRPr sz="3600"/>
            </a:pPr>
            <a:r>
              <a:t>2. Основные объекты и логическая структура Active Directory.</a:t>
            </a:r>
          </a:p>
          <a:p>
            <a:pPr>
              <a:defRPr sz="3600"/>
            </a:pPr>
            <a:r>
              <a:t>3. Понятия леса, дерева доменов и домена.</a:t>
            </a:r>
          </a:p>
          <a:p>
            <a:pPr>
              <a:defRPr sz="3600"/>
            </a:pPr>
            <a:r>
              <a:t>4. Назначение контроллера домена, базы Active Directory и каталога SYSVOL.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5. Аутентификация и авторизация пользователей в доменной инфраструктуре.</a:t>
            </a:r>
          </a:p>
          <a:p>
            <a:pPr>
              <a:defRPr sz="3600"/>
            </a:pPr>
            <a:r>
              <a:t>6. Требования к серверу и установка роли AD DS.</a:t>
            </a:r>
          </a:p>
          <a:p>
            <a:pPr>
              <a:defRPr sz="3600"/>
            </a:pPr>
            <a:r>
              <a:t>7. Создание нового леса и повышение сервера до контроллера домена.</a:t>
            </a:r>
          </a:p>
          <a:p>
            <a:pPr>
              <a:defRPr sz="3600"/>
            </a:pPr>
            <a:r>
              <a:t>8. Настройка DNS и присоединение клиентских и серверных компьютеров к домену.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Почему без каталога трудно управлять сетью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Когда пользователей и компьютеров много, локальные учетные записи на каждом ПК становятся неуправляемыми</a:t>
            </a:r>
          </a:p>
          <a:p>
            <a:pPr>
              <a:defRPr sz="3600"/>
            </a:pPr>
            <a:r>
              <a:t>Active Directory Domain Services (AD DS) — служба каталога для централизованного управления объектами домена</a:t>
            </a:r>
          </a:p>
          <a:p>
            <a:pPr>
              <a:defRPr sz="3600"/>
            </a:pPr>
            <a:r>
              <a:t>Каталог хранит сведения о пользователях, компьютерах, группах, паролях, политиках и доверенных отношениях</a:t>
            </a:r>
          </a:p>
          <a:p>
            <a:pPr>
              <a:defRPr sz="3600"/>
            </a:pPr>
            <a:r>
              <a:t>Администратор меняет правило в одном месте, а клиенты получают его через доменную инфраструктуру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Централизованное управление в домене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Один пользователь может входить на разные компьютеры с одной доменной учетной записью</a:t>
            </a:r>
          </a:p>
          <a:p>
            <a:pPr>
              <a:defRPr sz="3600"/>
            </a:pPr>
            <a:r>
              <a:t>Группы позволяют назначать доступ не отдельным людям, а ролям внутри организации</a:t>
            </a:r>
          </a:p>
          <a:p>
            <a:pPr>
              <a:defRPr sz="3600"/>
            </a:pPr>
            <a:r>
              <a:t>Групповые политики применяют настройки безопасности и окружения автоматически</a:t>
            </a:r>
          </a:p>
          <a:p>
            <a:pPr>
              <a:defRPr sz="3600"/>
            </a:pPr>
            <a:r>
              <a:t>Журналы и доменные события помогают расследовать сбои и несанкционированные действия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централизованное управление через AD 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7A8D55-EBAF-66BC-447B-C8E929C10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Основные объекты Active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Объект каталога — запись о реальном или логическом элементе инфраструктуры</a:t>
            </a:r>
          </a:p>
          <a:p>
            <a:pPr>
              <a:defRPr sz="3600"/>
            </a:pPr>
            <a:r>
              <a:t>Пользователь представляет человека или сервисную учетную запись</a:t>
            </a:r>
          </a:p>
          <a:p>
            <a:pPr>
              <a:defRPr sz="3600"/>
            </a:pPr>
            <a:r>
              <a:t>Компьютер представляет рабочую станцию, сервер или виртуальную машину в домене</a:t>
            </a:r>
          </a:p>
          <a:p>
            <a:pPr>
              <a:defRPr sz="3600"/>
            </a:pPr>
            <a:r>
              <a:t>Группа объединяет учетные записи для выдачи прав или рассылки сообщений</a:t>
            </a:r>
          </a:p>
          <a:p>
            <a:pPr>
              <a:defRPr sz="3600"/>
            </a:pPr>
            <a:r>
              <a:t>OU (Organizational Unit) — организационное подразделение для группировки объектов и применения политик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Атрибуты и уникальность объектов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Каждый объект имеет атрибуты: имя, описание, членство в группах, путь в каталоге и состояние</a:t>
            </a:r>
          </a:p>
          <a:p>
            <a:pPr>
              <a:defRPr sz="3600"/>
            </a:pPr>
            <a:r>
              <a:t>SID (Security Identifier) — уникальный идентификатор безопасности объекта Windows</a:t>
            </a:r>
          </a:p>
          <a:p>
            <a:pPr>
              <a:defRPr sz="3600"/>
            </a:pPr>
            <a:r>
              <a:t>Distinguished Name — полный путь объекта в каталоге, например `CN=Ivan Petrov,OU=Users,DC=company,DC=test`</a:t>
            </a:r>
          </a:p>
          <a:p>
            <a:pPr>
              <a:defRPr sz="3600"/>
            </a:pPr>
            <a:r>
              <a:t>Видимое имя можно изменить, но SID используется системой безопасности и правами доступа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Логическая структура каталога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Объекты размещаются в контейнерах и OU, чтобы ими было удобно управлять</a:t>
            </a:r>
          </a:p>
          <a:p>
            <a:pPr>
              <a:defRPr sz="3600"/>
            </a:pPr>
            <a:r>
              <a:t>OU помогает делегировать администрирование и применять групповые политики к нужной части домена</a:t>
            </a:r>
          </a:p>
          <a:p>
            <a:pPr>
              <a:defRPr sz="3600"/>
            </a:pPr>
            <a:r>
              <a:t>Контейнер Computers существует по умолчанию, но для обучения лучше переносить компьютеры в управляемые OU</a:t>
            </a:r>
          </a:p>
          <a:p>
            <a:pPr>
              <a:defRPr sz="3600"/>
            </a:pPr>
            <a:r>
              <a:t>Логическая структура должна поддерживать администрирование, а не просто повторять штатное расписание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Домен, дерево и лес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Домен — административная область с общей базой пользователей, компьютеров и политик</a:t>
            </a:r>
          </a:p>
          <a:p>
            <a:pPr>
              <a:defRPr sz="3600"/>
            </a:pPr>
            <a:r>
              <a:t>Дерево доменов — несколько доменов с единым пространством имён, например company.test и branch.company.test</a:t>
            </a:r>
          </a:p>
          <a:p>
            <a:pPr>
              <a:defRPr sz="3600"/>
            </a:pPr>
            <a:r>
              <a:t>Лес — граница безопасности Active Directory, внутри которой домены доверяют общей схеме и конфигурации</a:t>
            </a:r>
          </a:p>
          <a:p>
            <a:pPr>
              <a:defRPr sz="3600"/>
            </a:pPr>
            <a:r>
              <a:t>Для первого курса достаточно одного леса и одного домена company.test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имя домена выбирают заранее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Имя домена попадает в DNS, учетные записи, сертификаты, политики и документацию</a:t>
            </a:r>
          </a:p>
          <a:p>
            <a:pPr>
              <a:defRPr sz="3600"/>
            </a:pPr>
            <a:r>
              <a:t>В учебной лаборатории используется company.test, потому что .test зарезервирован для тестирования</a:t>
            </a:r>
          </a:p>
          <a:p>
            <a:pPr>
              <a:defRPr sz="3600"/>
            </a:pPr>
            <a:r>
              <a:t>Некоторые доменные суффиксы имеют специальные назначения, поэтому учебный домен лучше выбирать из зарезервированных для тестирования</a:t>
            </a:r>
          </a:p>
          <a:p>
            <a:pPr>
              <a:defRPr sz="3600"/>
            </a:pPr>
            <a:r>
              <a:t>Переименование домена после развёртывания сложно и не относится к базовым операциям администратора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лес, дерево доменов и домен Active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1862DA-FB4C-01B3-B88E-7F1B0F46F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Контроллер домена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Контроллер домена — сервер, который хранит копию каталога AD DS и обслуживает вход пользователей</a:t>
            </a:r>
          </a:p>
          <a:p>
            <a:pPr>
              <a:defRPr sz="3600"/>
            </a:pPr>
            <a:r>
              <a:t>Он проверяет учетные данные, выдаёт сведения о политиках и публикует доменные службы через DNS</a:t>
            </a:r>
          </a:p>
          <a:p>
            <a:pPr>
              <a:defRPr sz="3600"/>
            </a:pPr>
            <a:r>
              <a:t>В домене может быть несколько контроллеров для отказоустойчивости и распределения нагрузки</a:t>
            </a:r>
          </a:p>
          <a:p>
            <a:pPr>
              <a:defRPr sz="3600"/>
            </a:pPr>
            <a:r>
              <a:t>Первый контроллер нового леса создаёт сам домен и становится ключевой точкой инфраструктуры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База Active Directory и SYSVOL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NTDS.dit — файл базы данных Active Directory, где хранятся объекты каталога</a:t>
            </a:r>
          </a:p>
          <a:p>
            <a:pPr>
              <a:defRPr sz="3600"/>
            </a:pPr>
            <a:r>
              <a:t>К NTDS.dit не работают как с обычной папкой: изменения выполняют через оснастки AD или PowerShell</a:t>
            </a:r>
          </a:p>
          <a:p>
            <a:pPr>
              <a:defRPr sz="3600"/>
            </a:pPr>
            <a:r>
              <a:t>SYSVOL — обычная папка на диске контроллера домена, опубликованная в сеть для политик и сценариев</a:t>
            </a:r>
          </a:p>
          <a:p>
            <a:pPr>
              <a:defRPr sz="3600"/>
            </a:pPr>
            <a:r>
              <a:t>Клиенты обращаются к SYSVOL по пути вида `\\company.test\SYSVOL`</a:t>
            </a:r>
          </a:p>
          <a:p>
            <a:pPr>
              <a:defRPr sz="3600"/>
            </a:pPr>
            <a:r>
              <a:t>Если SYSVOL недоступен, политики и сценарии могут не применяться на клиентах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контроллера домена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`Get-ADDomainController` показывает контроллеры домена; пример: `Get-ADDomainController -Filter * | Select-Object Name, IPv4Address, OperatingSystem`</a:t>
            </a:r>
          </a:p>
          <a:p>
            <a:pPr>
              <a:defRPr sz="3600"/>
            </a:pPr>
            <a:r>
              <a:t>Команда `dcdiag` выполняет диагностику контроллера домена; пример: `dcdiag /v`</a:t>
            </a:r>
          </a:p>
          <a:p>
            <a:pPr>
              <a:defRPr sz="3600"/>
            </a:pPr>
            <a:r>
              <a:t>Команда `nltest /dsgetdc:company.test` показывает, какой контроллер найден клиентом</a:t>
            </a:r>
          </a:p>
          <a:p>
            <a:pPr>
              <a:defRPr sz="3600"/>
            </a:pPr>
            <a:r>
              <a:t>Клиент должен находить именно доменный контроллер, а не случайный DNS-сервер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Аутентификация и авторизация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Аутентификация отвечает на вопрос: кто пользователь и верны ли его учетные данные</a:t>
            </a:r>
          </a:p>
          <a:p>
            <a:pPr>
              <a:defRPr sz="3600"/>
            </a:pPr>
            <a:r>
              <a:t>Авторизация отвечает на вопрос: что этому пользователю разрешено делать после входа</a:t>
            </a:r>
          </a:p>
          <a:p>
            <a:pPr>
              <a:defRPr sz="3600"/>
            </a:pPr>
            <a:r>
              <a:t>В домене вход обычно обслуживается Kerberos, а доступ к ресурсам проверяется через группы и ACL</a:t>
            </a:r>
          </a:p>
          <a:p>
            <a:pPr>
              <a:defRPr sz="3600"/>
            </a:pPr>
            <a:r>
              <a:t>Успешный вход в домен не означает автоматический доступ ко всем папкам и службам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Kerberos и доменный вход на базовом уровне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Kerberos — протокол аутентификации, который использует билеты вместо постоянной передачи пароля по сети</a:t>
            </a:r>
          </a:p>
          <a:p>
            <a:pPr>
              <a:defRPr sz="3600"/>
            </a:pPr>
            <a:r>
              <a:t>Контроллер домена выдаёт пользователю билет, если учетные данные верны</a:t>
            </a:r>
          </a:p>
          <a:p>
            <a:pPr>
              <a:defRPr sz="3600"/>
            </a:pPr>
            <a:r>
              <a:t>Сервер ресурса проверяет билет и группы пользователя перед выдачей доступа</a:t>
            </a:r>
          </a:p>
          <a:p>
            <a:pPr>
              <a:defRPr sz="3600"/>
            </a:pPr>
            <a:r>
              <a:t>Для Kerberos критичны DNS, время клиента и доступность контроллера домена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вход доменного пользователя и доступ к ресурсу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5A0209-482A-8389-E091-7EBE2FF1A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DNS критичен для AD 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Клиенты ищут контроллеры домена через специальные DNS-записи службы</a:t>
            </a:r>
          </a:p>
          <a:p>
            <a:pPr>
              <a:defRPr sz="3600"/>
            </a:pPr>
            <a:r>
              <a:t>SRV (Service Locator) — DNS-запись, указывающая сервер и порт конкретной службы</a:t>
            </a:r>
          </a:p>
          <a:p>
            <a:pPr>
              <a:defRPr sz="3600"/>
            </a:pPr>
            <a:r>
              <a:t>Если клиент использует внешний DNS вместо доменного, он не найдёт контроллер домена</a:t>
            </a:r>
          </a:p>
          <a:p>
            <a:pPr>
              <a:defRPr sz="3600"/>
            </a:pPr>
            <a:r>
              <a:t>При присоединении к домену DNS клиента должен указывать на внутренний DNS домена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Требования к серверу перед установкой AD 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Сервер должен иметь понятное имя, например dc01, до установки роли контроллера домена</a:t>
            </a:r>
          </a:p>
          <a:p>
            <a:pPr>
              <a:defRPr sz="3600"/>
            </a:pPr>
            <a:r>
              <a:t>На сетевом интерфейсе задаётся статический IPv4-адрес, например 192.168.10.10/24</a:t>
            </a:r>
          </a:p>
          <a:p>
            <a:pPr>
              <a:defRPr sz="3600"/>
            </a:pPr>
            <a:r>
              <a:t>Время и часовой пояс должны быть корректными, иначе аутентификация может давать ошибки</a:t>
            </a:r>
          </a:p>
          <a:p>
            <a:pPr>
              <a:defRPr sz="3600"/>
            </a:pPr>
            <a:r>
              <a:t>Администратор должен установить обновления и проверить, что firewall не блокирует нужные службы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роли AD 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AD DS устанавливается как серверная роль Windows Server</a:t>
            </a:r>
          </a:p>
          <a:p>
            <a:pPr>
              <a:defRPr sz="3600"/>
            </a:pPr>
            <a:r>
              <a:t>Командлет `Install-WindowsFeature` добавляет роли и компоненты; пример: `Install-WindowsFeature AD-Domain-Services -IncludeManagementTools`</a:t>
            </a:r>
          </a:p>
          <a:p>
            <a:pPr>
              <a:defRPr sz="3600"/>
            </a:pPr>
            <a:r>
              <a:t>Параметр `-IncludeManagementTools` устанавливает административные средства для управления доменом</a:t>
            </a:r>
          </a:p>
          <a:p>
            <a:pPr>
              <a:defRPr sz="3600"/>
            </a:pPr>
            <a:r>
              <a:t>После установки роли сервер ещё не является контроллером домена: требуется повышение роли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Повышение сервера до контроллера домена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Повышение создаёт новый домен или добавляет сервер как дополнительный контроллер существующего домена</a:t>
            </a:r>
          </a:p>
          <a:p>
            <a:pPr>
              <a:defRPr sz="3600"/>
            </a:pPr>
            <a:r>
              <a:t>DSRM (Directory Services Restore Mode) — режим восстановления службы каталогов с отдельным паролем администратора</a:t>
            </a:r>
          </a:p>
          <a:p>
            <a:pPr>
              <a:defRPr sz="3600"/>
            </a:pPr>
            <a:r>
              <a:t>Сначала пароль DSRM сохраняют как SecureString; пример: `$dsrmPassword = Read-Host "DSRM password" -AsSecureString`</a:t>
            </a:r>
          </a:p>
          <a:p>
            <a:pPr>
              <a:defRPr sz="3600"/>
            </a:pPr>
            <a:r>
              <a:t>Пример создания леса: `Install-ADDSForest -DomainName company.test -DomainNetbiosName COMPANY -InstallDns -SafeModeAdministratorPassword $dsrmPassword`</a:t>
            </a:r>
          </a:p>
          <a:p>
            <a:pPr>
              <a:defRPr sz="3600"/>
            </a:pPr>
            <a:r>
              <a:t>Если параметр не указать, команда остановится и интерактивно запросит пароль DSRM в процессе выполнения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проверять после повышения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`Get-ADDomain` показывает сведения о домене; пример: `Get-ADDomain`</a:t>
            </a:r>
          </a:p>
          <a:p>
            <a:pPr>
              <a:defRPr sz="3600"/>
            </a:pPr>
            <a:r>
              <a:t>`Get-ADForest` показывает сведения о лесе; пример: `Get-ADForest`</a:t>
            </a:r>
          </a:p>
          <a:p>
            <a:pPr>
              <a:defRPr sz="3600"/>
            </a:pPr>
            <a:r>
              <a:t>`Get-Service NTDS,DNS` проверяет службы каталога и DNS; пример: `Get-Service NTDS,DNS`</a:t>
            </a:r>
          </a:p>
          <a:p>
            <a:pPr>
              <a:defRPr sz="3600"/>
            </a:pPr>
            <a:r>
              <a:t>Если DNS не установлен или не запущен, клиенты не смогут нормально присоединяться к домену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установка роли AD DS и создание нового леса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0AB25B-D072-D306-B3BF-4DF690DA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Настройка DNS для клиента домена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 должен использовать внутренний DNS-сервер домена, например 192.168.10.10</a:t>
            </a:r>
          </a:p>
          <a:p>
            <a:pPr>
              <a:defRPr sz="3600"/>
            </a:pPr>
            <a:r>
              <a:t>Команда `ipconfig /all` показывает DNS на клиенте; пример: `ipconfig /all`</a:t>
            </a:r>
          </a:p>
          <a:p>
            <a:pPr>
              <a:defRPr sz="3600"/>
            </a:pPr>
            <a:r>
              <a:t>Команда `Resolve-DnsName` проверяет имя контроллера; пример: `Resolve-DnsName dc01.company.test`</a:t>
            </a:r>
          </a:p>
          <a:p>
            <a:pPr>
              <a:defRPr sz="3600"/>
            </a:pPr>
            <a:r>
              <a:t>Если DNS указывает на внешний адрес, присоединение к домену обычно завершается ошибкой поиска домена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Присоединение компьютера к домену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Присоединение создаёт учетную запись компьютера в Active Directory и устанавливает доверие с доменом</a:t>
            </a:r>
          </a:p>
          <a:p>
            <a:pPr>
              <a:defRPr sz="3600"/>
            </a:pPr>
            <a:r>
              <a:t>Командлет `Add-Computer` вводит клиент в домен; пример: `Add-Computer -DomainName company.test -Credential COMPANY\Administrator -Restart`</a:t>
            </a:r>
          </a:p>
          <a:p>
            <a:pPr>
              <a:defRPr sz="3600"/>
            </a:pPr>
            <a:r>
              <a:t>COMPANY\Administrator — доменный администратор, а client01\Administrator — локальный администратор клиента; это разные учетные записи</a:t>
            </a:r>
          </a:p>
          <a:p>
            <a:pPr>
              <a:defRPr sz="3600"/>
            </a:pPr>
            <a:r>
              <a:t>После перезагрузки пользователь выбирает вход в домен COMPANY, а не в локальную учетную запись</a:t>
            </a:r>
          </a:p>
          <a:p>
            <a:pPr>
              <a:defRPr sz="3600"/>
            </a:pPr>
            <a:r>
              <a:t>Команда `whoami` после входа показывает доменного пользователя; пример: `whoami`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доверия компьютера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`Test-ComputerSecureChannel` проверяет защищённый канал с доменом; пример: `Test-ComputerSecureChannel`</a:t>
            </a:r>
          </a:p>
          <a:p>
            <a:pPr>
              <a:defRPr sz="3600"/>
            </a:pPr>
            <a:r>
              <a:t>Команда `nltest /dsgetdc:company.test` показывает найденный контроллер домена</a:t>
            </a:r>
          </a:p>
          <a:p>
            <a:pPr>
              <a:defRPr sz="3600"/>
            </a:pPr>
            <a:r>
              <a:t>В Active Directory Users and Computers компьютер должен появиться в контейнере Computers или нужной OU</a:t>
            </a:r>
          </a:p>
          <a:p>
            <a:pPr>
              <a:defRPr sz="3600"/>
            </a:pPr>
            <a:r>
              <a:t>Если защищённый канал нарушен, вход доменного пользователя и доступ к ресурсам могут работать нестабильно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при создании домена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 использует не доменный DNS-сервер и не может найти company.test</a:t>
            </a:r>
          </a:p>
          <a:p>
            <a:pPr>
              <a:defRPr sz="3600"/>
            </a:pPr>
            <a:r>
              <a:t>Сервер переименовали после установки AD DS, что усложнило диагностику имени и записей DNS</a:t>
            </a:r>
          </a:p>
          <a:p>
            <a:pPr>
              <a:defRPr sz="3600"/>
            </a:pPr>
            <a:r>
              <a:t>Время на клиенте сильно отличается от времени контроллера домена</a:t>
            </a:r>
          </a:p>
          <a:p>
            <a:pPr>
              <a:defRPr sz="3600"/>
            </a:pPr>
            <a:r>
              <a:t>Клиент пытаются присоединить к домену до завершения перезагрузки сервера после `Install-ADDSForest`</a:t>
            </a:r>
          </a:p>
          <a:p>
            <a:pPr>
              <a:defRPr sz="3600"/>
            </a:pPr>
            <a:r>
              <a:t>Администратор путает локального администратора компьютера и доменного администратора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AD DS централизует учетные записи, компьютеры, группы и политики организации</a:t>
            </a:r>
          </a:p>
          <a:p>
            <a:pPr>
              <a:defRPr sz="3600"/>
            </a:pPr>
            <a:r>
              <a:t>Домен company.test строится вокруг контроллера домена и внутреннего DNS</a:t>
            </a:r>
          </a:p>
          <a:p>
            <a:pPr>
              <a:defRPr sz="3600"/>
            </a:pPr>
            <a:r>
              <a:t>Контроллер домена хранит каталог, обслуживает вход и публикует ресурсы через DNS-записи</a:t>
            </a:r>
          </a:p>
          <a:p>
            <a:pPr>
              <a:defRPr sz="3600"/>
            </a:pPr>
            <a:r>
              <a:t>Присоединение клиента к домену требует корректного DNS, времени и учетных данных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Active Directory зависит от внутреннего DNS?</a:t>
            </a:r>
          </a:p>
          <a:p>
            <a:pPr>
              <a:defRPr sz="3600"/>
            </a:pPr>
            <a:r>
              <a:t>Чем лес отличается от домена в Active Directory?</a:t>
            </a:r>
          </a:p>
          <a:p>
            <a:pPr>
              <a:defRPr sz="3600"/>
            </a:pPr>
            <a:r>
              <a:t>Что хранится в NTDS.dit, а что в SYSVOL?</a:t>
            </a:r>
          </a:p>
          <a:p>
            <a:pPr>
              <a:defRPr sz="3600"/>
            </a:pPr>
            <a:r>
              <a:t>Какая команда проверяет, какой контроллер домена найден клиентом?</a:t>
            </a:r>
          </a:p>
          <a:p>
            <a:pPr>
              <a:defRPr sz="3600"/>
            </a:pPr>
            <a:r>
              <a:t>Почему успешный вход пользователя не означает автоматический доступ ко всем ресурсам?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1680</Words>
  <Application>Microsoft Office PowerPoint</Application>
  <PresentationFormat>Широкоэкранный</PresentationFormat>
  <Paragraphs>146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2026-08-05T07:38:21Z</dcterms:modified>
  <cp:category/>
</cp:coreProperties>
</file>