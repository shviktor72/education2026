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5190" y="182880"/>
            <a:ext cx="79111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</a:t>
            </a:r>
            <a:r>
              <a:rPr lang="ru-RU"/>
              <a:t>9</a:t>
            </a:r>
            <a:r>
              <a:t>. </a:t>
            </a:r>
            <a:r>
              <a:rPr dirty="0"/>
              <a:t>AD CS и IIS: </a:t>
            </a:r>
            <a:r>
              <a:rPr dirty="0" err="1"/>
              <a:t>сертификаты</a:t>
            </a:r>
            <a:r>
              <a:rPr dirty="0"/>
              <a:t> 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IIS как веб-сервера Windows Server</a:t>
            </a:r>
          </a:p>
          <a:p>
            <a:pPr>
              <a:defRPr sz="3600"/>
            </a:pPr>
            <a:r>
              <a:t>Различать сайт, привязку, порт, имя узла и физический каталог</a:t>
            </a:r>
          </a:p>
          <a:p>
            <a:pPr>
              <a:defRPr sz="3600"/>
            </a:pPr>
            <a:r>
              <a:t>Объяснять, как сертификат, ключи и центр сертификации обеспечивают HTTPS</a:t>
            </a:r>
          </a:p>
          <a:p>
            <a:pPr>
              <a:defRPr sz="3600"/>
            </a:pPr>
            <a:r>
              <a:t>Выпустить внутренний сертификат и настроить HTTPS-сайт в IIS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сервере web01 публикуется внутренний сайт intranet.company.test</a:t>
            </a:r>
          </a:p>
          <a:p>
            <a:pPr>
              <a:defRPr sz="3600"/>
            </a:pPr>
            <a:r>
              <a:t>Контроллер домена dc01 выдаёт сертификаты через AD CS</a:t>
            </a:r>
          </a:p>
          <a:p>
            <a:pPr>
              <a:defRPr sz="3600"/>
            </a:pPr>
            <a:r>
              <a:t>Клиент client01 открывает сайт по HTTP, затем по HTTPS и проверяет доверие сертификату</a:t>
            </a:r>
          </a:p>
          <a:p>
            <a:pPr>
              <a:defRPr sz="3600"/>
            </a:pPr>
            <a:r>
              <a:t>В конце настраивается перенаправление HTTP на HTTPS и диагностика типовых ошибок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веб-сервера IIS и его основных компонентов.</a:t>
            </a:r>
          </a:p>
          <a:p>
            <a:pPr>
              <a:defRPr sz="3600"/>
            </a:pPr>
            <a:r>
              <a:t>2. Создание веб-сайтов и настройка привязок по адресу, порту и имени узла.</a:t>
            </a:r>
          </a:p>
          <a:p>
            <a:pPr>
              <a:defRPr sz="3600"/>
            </a:pPr>
            <a:r>
              <a:t>3. Размещение нескольких веб-сайтов на одном сервере.</a:t>
            </a:r>
          </a:p>
          <a:p>
            <a:pPr>
              <a:defRPr sz="3600"/>
            </a:pPr>
            <a:r>
              <a:t>4. Назначение протоколов HTTP и HTTPS.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Основы цифровых сертификатов, открытых и закрытых ключей и цепочки доверия.</a:t>
            </a:r>
          </a:p>
          <a:p>
            <a:pPr>
              <a:defRPr sz="3600"/>
            </a:pPr>
            <a:r>
              <a:t>6. Назначение и установка роли Active Directory Certificate Services.</a:t>
            </a:r>
          </a:p>
          <a:p>
            <a:pPr>
              <a:defRPr sz="3600"/>
            </a:pPr>
            <a:r>
              <a:t>7. Выпуск сертификата веб-сервера и настройка HTTPS в IIS.</a:t>
            </a:r>
          </a:p>
          <a:p>
            <a:pPr>
              <a:defRPr sz="3600"/>
            </a:pPr>
            <a:r>
              <a:t>8. Перенаправление HTTP на HTTPS и диагностика ошибок сертификатов.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Зачем нужен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IIS (Internet Information Services) — веб-сервер Microsoft для публикации сайтов и веб-приложений</a:t>
            </a:r>
          </a:p>
          <a:p>
            <a:pPr>
              <a:defRPr sz="3600"/>
            </a:pPr>
            <a:r>
              <a:t>Внутри организации IIS часто используют для порталов, отчетов, учебных сервисов и административных страниц</a:t>
            </a:r>
          </a:p>
          <a:p>
            <a:pPr>
              <a:defRPr sz="3600"/>
            </a:pPr>
            <a:r>
              <a:t>Веб-сервер принимает запрос клиента, находит нужный сайт и отдаёт содержимое или запускает приложение</a:t>
            </a:r>
          </a:p>
          <a:p>
            <a:pPr>
              <a:defRPr sz="3600"/>
            </a:pPr>
            <a:r>
              <a:t>Администратор отвечает за сайт, привязки, сертификат, доступность и безопасность публикации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компоненты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Site — логический веб-сайт с именем, привязками и физическим каталогом</a:t>
            </a:r>
          </a:p>
          <a:p>
            <a:pPr>
              <a:defRPr sz="3600"/>
            </a:pPr>
            <a:r>
              <a:t>Application Pool — пул приложений, который изолирует выполнение веб-приложений</a:t>
            </a:r>
          </a:p>
          <a:p>
            <a:pPr>
              <a:defRPr sz="3600"/>
            </a:pPr>
            <a:r>
              <a:t>Binding — привязка сайта к IP-адресу, порту, протоколу и имени узла</a:t>
            </a:r>
          </a:p>
          <a:p>
            <a:pPr>
              <a:defRPr sz="3600"/>
            </a:pPr>
            <a:r>
              <a:t>Physical Path — путь к файлам сайта, например `C:\Sites\Intranet`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роль Web Server; пример: `Install-WindowsFeature Web-Server -IncludeManagementTools`</a:t>
            </a:r>
          </a:p>
          <a:p>
            <a:pPr>
              <a:defRPr sz="3600"/>
            </a:pPr>
            <a:r>
              <a:t>Компонент Web-Mgmt-Tools добавляет консоль IIS Manager для графического управления</a:t>
            </a:r>
          </a:p>
          <a:p>
            <a:pPr>
              <a:defRPr sz="3600"/>
            </a:pPr>
            <a:r>
              <a:t>Командлет `Get-WindowsFeature Web-Server` проверяет установленную роль</a:t>
            </a:r>
          </a:p>
          <a:p>
            <a:pPr>
              <a:defRPr sz="3600"/>
            </a:pPr>
            <a:r>
              <a:t>После установки нужно создать сайт или проверить стандартный Default Web 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клиент, IIS-сайт, пул приложений и каталог 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FFC2A7-257E-2BE1-5C5C-205054D1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Привязки 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Привязка отвечает на вопрос: какой сайт должен получить запрос по конкретному адресу и порту</a:t>
            </a:r>
          </a:p>
          <a:p>
            <a:pPr>
              <a:defRPr sz="3600"/>
            </a:pPr>
            <a:r>
              <a:t>HTTP обычно использует TCP-порт 80, HTTPS обычно использует TCP-порт 443</a:t>
            </a:r>
          </a:p>
          <a:p>
            <a:pPr>
              <a:defRPr sz="3600"/>
            </a:pPr>
            <a:r>
              <a:t>Host header — имя узла в запросе, например intranet.company.test</a:t>
            </a:r>
          </a:p>
          <a:p>
            <a:pPr>
              <a:defRPr sz="3600"/>
            </a:pPr>
            <a:r>
              <a:t>Без правильной привязки IIS может показать не тот сайт или вообще не принять запрос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сайта PowerShell-командой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Командлеты IIS находятся в модуле WebAdministration; перед работой выполняют `Import-Module WebAdministration`</a:t>
            </a:r>
          </a:p>
          <a:p>
            <a:pPr>
              <a:defRPr sz="3600"/>
            </a:pPr>
            <a:r>
              <a:t>Каталог сайта создают заранее; пример: `New-Item -ItemType Directory "C:\Sites\Intranet"`</a:t>
            </a:r>
          </a:p>
          <a:p>
            <a:pPr>
              <a:defRPr sz="3600"/>
            </a:pPr>
            <a:r>
              <a:t>Стандартный Default Web Site слушает `*:80`, поэтому перед учебным сайтом его останавливают: `Stop-Website -Name "Default Web Site"`</a:t>
            </a:r>
          </a:p>
          <a:p>
            <a:pPr>
              <a:defRPr sz="3600"/>
            </a:pPr>
            <a:r>
              <a:t>Создание сайта: `New-Website -Name "Intranet" -PhysicalPath "C:\Sites\Intranet" -Port 80 -HostHeader "intranet.company.test"`</a:t>
            </a:r>
          </a:p>
          <a:p>
            <a:pPr>
              <a:defRPr sz="3600"/>
            </a:pPr>
            <a:r>
              <a:t>Командлет `Get-Website` показывает сайты; пример: `Get-Website`</a:t>
            </a:r>
          </a:p>
          <a:p>
            <a:pPr>
              <a:defRPr sz="3600"/>
            </a:pPr>
            <a:r>
              <a:t>После создания сайта DNS должен разрешать intranet.company.test в IP-адрес web01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HTTP-сайта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Windows Server для простой HTTP-проверки добавляют `-UseBasicParsing`, чтобы не зависеть от компонентов Internet Explorer</a:t>
            </a:r>
          </a:p>
          <a:p>
            <a:pPr>
              <a:defRPr sz="3600"/>
            </a:pPr>
            <a:r>
              <a:t>Пример проверки: `Invoke-WebRequest -Uri "http://intranet.company.test" -UseBasicParsing`</a:t>
            </a:r>
          </a:p>
          <a:p>
            <a:pPr>
              <a:defRPr sz="3600"/>
            </a:pPr>
            <a:r>
              <a:t>Код ответа 200 означает, что сайт доступен и вернул страницу</a:t>
            </a:r>
          </a:p>
          <a:p>
            <a:pPr>
              <a:defRPr sz="3600"/>
            </a:pPr>
            <a:r>
              <a:t>Команда `Test-NetConnection web01.company.test -Port 80` проверяет TCP-доступность порта 80</a:t>
            </a:r>
          </a:p>
          <a:p>
            <a:pPr>
              <a:defRPr sz="3600"/>
            </a:pPr>
            <a:r>
              <a:t>Если порт открыт, но сайт не тот, проверяют host header и привязки IIS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Несколько сайтов на одном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одном IIS-сервере можно разместить несколько сайтов, если различаются привязки</a:t>
            </a:r>
          </a:p>
          <a:p>
            <a:pPr>
              <a:defRPr sz="3600"/>
            </a:pPr>
            <a:r>
              <a:t>Сайты могут отличаться именем узла: intranet.company.test и helpdesk.company.test</a:t>
            </a:r>
          </a:p>
          <a:p>
            <a:pPr>
              <a:defRPr sz="3600"/>
            </a:pPr>
            <a:r>
              <a:t>Они могут использовать разные физические каталоги и разные пулы приложений</a:t>
            </a:r>
          </a:p>
          <a:p>
            <a:pPr>
              <a:defRPr sz="3600"/>
            </a:pPr>
            <a:r>
              <a:t>Правильное DNS-имя и host header позволяют IIS выбрать нужный сайт на одном IP-адресе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4555" y="182880"/>
            <a:ext cx="1067240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несколько</a:t>
            </a:r>
            <a:r>
              <a:rPr dirty="0"/>
              <a:t> IIS-</a:t>
            </a:r>
            <a:r>
              <a:rPr dirty="0" err="1"/>
              <a:t>сайтов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IP-</a:t>
            </a:r>
            <a:r>
              <a:rPr dirty="0" err="1"/>
              <a:t>адресе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host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E6EF77-4D83-E972-23F8-A9EFB2BD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02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HTTP 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HTTP (Hypertext Transfer Protocol) — протокол передачи веб-страниц без встроенного шифрования</a:t>
            </a:r>
          </a:p>
          <a:p>
            <a:pPr>
              <a:defRPr sz="3600"/>
            </a:pPr>
            <a:r>
              <a:t>HTTPS (HTTP Secure) — HTTP поверх TLS, где трафик шифруется и сервер подтверждает свою идентичность</a:t>
            </a:r>
          </a:p>
          <a:p>
            <a:pPr>
              <a:defRPr sz="3600"/>
            </a:pPr>
            <a:r>
              <a:t>TLS (Transport Layer Security) — протокол защиты соединения между клиентом и сервером</a:t>
            </a:r>
          </a:p>
          <a:p>
            <a:pPr>
              <a:defRPr sz="3600"/>
            </a:pPr>
            <a:r>
              <a:t>Для внутренних сервисов HTTPS важен так же, как для публичных: логины и данные не должны идти открытым текстом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меняется при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устанавливает TLS-соединение до передачи HTTP-запроса</a:t>
            </a:r>
          </a:p>
          <a:p>
            <a:pPr>
              <a:defRPr sz="3600"/>
            </a:pPr>
            <a:r>
              <a:t>Сервер предъявляет сертификат с именем сайта и открытым ключом</a:t>
            </a:r>
          </a:p>
          <a:p>
            <a:pPr>
              <a:defRPr sz="3600"/>
            </a:pPr>
            <a:r>
              <a:t>Клиент проверяет срок действия, имя сайта и доверие к центру сертификации</a:t>
            </a:r>
          </a:p>
          <a:p>
            <a:pPr>
              <a:defRPr sz="3600"/>
            </a:pPr>
            <a:r>
              <a:t>Если проверка проходит, браузер показывает защищённое соединение и отправляет запрос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Сертификаты и ключи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Цифровой сертификат связывает имя сервера с открытым ключом и подписью центра сертификации</a:t>
            </a:r>
          </a:p>
          <a:p>
            <a:pPr>
              <a:defRPr sz="3600"/>
            </a:pPr>
            <a:r>
              <a:t>Открытый ключ можно передавать клиентам, закрытый ключ должен храниться только на сервере</a:t>
            </a:r>
          </a:p>
          <a:p>
            <a:pPr>
              <a:defRPr sz="3600"/>
            </a:pPr>
            <a:r>
              <a:t>CN (Common Name) и SAN (Subject Alternative Name) описывают имена, для которых сертификат действителен</a:t>
            </a:r>
          </a:p>
          <a:p>
            <a:pPr>
              <a:defRPr sz="3600"/>
            </a:pPr>
            <a:r>
              <a:t>Если сайт открыт как intranet.company.test, это имя должно быть в сертификате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Цепочка доверия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 (Certificate Authority) — центр сертификации, который выпускает и подписывает сертификаты</a:t>
            </a:r>
          </a:p>
          <a:p>
            <a:pPr>
              <a:defRPr sz="3600"/>
            </a:pPr>
            <a:r>
              <a:t>Корневой сертификат CA должен быть доверенным на клиентском компьютере</a:t>
            </a:r>
          </a:p>
          <a:p>
            <a:pPr>
              <a:defRPr sz="3600"/>
            </a:pPr>
            <a:r>
              <a:t>В домене Enterprise CA может автоматически распространять доверие через Active Directory</a:t>
            </a:r>
          </a:p>
          <a:p>
            <a:pPr>
              <a:defRPr sz="3600"/>
            </a:pPr>
            <a:r>
              <a:t>Ошибка доверия возникает, если клиент не доверяет CA, срок сертификата истёк или имя сайта не совпадает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сертификат сервера и цепочка доверия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5A053A-90EC-620B-EB8B-610A9E7F9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Назначение AD 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 CS (Active Directory Certificate Services) — роль Windows Server для выпуска и управления сертификатами</a:t>
            </a:r>
          </a:p>
          <a:p>
            <a:pPr>
              <a:defRPr sz="3600"/>
            </a:pPr>
            <a:r>
              <a:t>Enterprise CA интегрируется с Active Directory и удобен для внутренней доменной инфраструктуры</a:t>
            </a:r>
          </a:p>
          <a:p>
            <a:pPr>
              <a:defRPr sz="3600"/>
            </a:pPr>
            <a:r>
              <a:t>AD CS может выдавать сертификаты веб-серверам, пользователям, компьютерам и службам</a:t>
            </a:r>
          </a:p>
          <a:p>
            <a:pPr>
              <a:defRPr sz="3600"/>
            </a:pPr>
            <a:r>
              <a:t>На первом курсе достаточно понять выпуск сертификата веб-сервера для HTTPS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AD 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роль; пример: `Install-WindowsFeature ADCS-Cert-Authority -IncludeManagementTools`</a:t>
            </a:r>
          </a:p>
          <a:p>
            <a:pPr>
              <a:defRPr sz="3600"/>
            </a:pPr>
            <a:r>
              <a:t>Командлет `Install-AdcsCertificationAuthority` настраивает CA; пример: `Install-AdcsCertificationAuthority -CAType EnterpriseRootCA`</a:t>
            </a:r>
          </a:p>
          <a:p>
            <a:pPr>
              <a:defRPr sz="3600"/>
            </a:pPr>
            <a:r>
              <a:t>После установки проверяют службу Certificate Services и доступность консоли Certification Authority</a:t>
            </a:r>
          </a:p>
          <a:p>
            <a:pPr>
              <a:defRPr sz="3600"/>
            </a:pPr>
            <a:r>
              <a:t>Корневой CA в лаборатории должен быть защищён, потому что его доверие распространяется на сертификаты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Выпуск сертификата веб-сервера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Веб-сервер должен получить сертификат, где указан DNS-имя intranet.company.test</a:t>
            </a:r>
          </a:p>
          <a:p>
            <a:pPr>
              <a:defRPr sz="3600"/>
            </a:pPr>
            <a:r>
              <a:t>Запрос сертификата можно создать через IIS Manager или через certreq с INF-файлом</a:t>
            </a:r>
          </a:p>
          <a:p>
            <a:pPr>
              <a:defRPr sz="3600"/>
            </a:pPr>
            <a:r>
              <a:t>Команда `certutil -store My` показывает сертификаты локального компьютера; пример: `certutil -store My`</a:t>
            </a:r>
          </a:p>
          <a:p>
            <a:pPr>
              <a:defRPr sz="3600"/>
            </a:pPr>
            <a:r>
              <a:t>В сертификате проверяют Subject, SAN, срок действия и наличие закрытого ключа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Привязка HTTPS в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HTTPS-привязка связывает сайт, порт 443 и выбранный сертификат</a:t>
            </a:r>
          </a:p>
          <a:p>
            <a:pPr>
              <a:defRPr sz="3600"/>
            </a:pPr>
            <a:r>
              <a:t>В IIS Manager сертификат выбирают в свойствах binding сайта</a:t>
            </a:r>
          </a:p>
          <a:p>
            <a:pPr>
              <a:defRPr sz="3600"/>
            </a:pPr>
            <a:r>
              <a:t>Командлет `Get-ChildItem Cert:\LocalMachine\My` показывает сертификаты компьютера; пример: `Get-ChildItem Cert:\LocalMachine\My`</a:t>
            </a:r>
          </a:p>
          <a:p>
            <a:pPr>
              <a:defRPr sz="3600"/>
            </a:pPr>
            <a:r>
              <a:t>Для первичной проверки доступности HTTPS используют порт: `Test-NetConnection intranet.company.test -Port 443`</a:t>
            </a:r>
          </a:p>
          <a:p>
            <a:pPr>
              <a:defRPr sz="3600"/>
            </a:pPr>
            <a:r>
              <a:t>Windows PowerShell 5.1 может упасть на недоверенной цепочке сертификата, поэтому полноценную проверку доверия лучше делать браузером</a:t>
            </a:r>
          </a:p>
          <a:p>
            <a:pPr>
              <a:defRPr sz="3600"/>
            </a:pPr>
            <a:r>
              <a:t>В PowerShell 7 для лабораторной диагностики допустим `Invoke-WebRequest -Uri "https://intranet.company.test" -SkipCertificateCheck`, но не как производственная практика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имени и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`Test-NetConnection intranet.company.test -Port 443` проверяет доступность HTTPS-порта</a:t>
            </a:r>
          </a:p>
          <a:p>
            <a:pPr>
              <a:defRPr sz="3600"/>
            </a:pPr>
            <a:r>
              <a:t>Если порт закрыт, проверяют IIS, firewall и HTTPS-привязку сайта</a:t>
            </a:r>
          </a:p>
          <a:p>
            <a:pPr>
              <a:defRPr sz="3600"/>
            </a:pPr>
            <a:r>
              <a:t>Если порт открыт, но браузер ругается на сертификат, проверяют имя сайта, цепочку доверия, CRL и срок действия</a:t>
            </a:r>
          </a:p>
          <a:p>
            <a:pPr>
              <a:defRPr sz="3600"/>
            </a:pPr>
            <a:r>
              <a:t>DNS-запись intranet.company.test должна указывать на web01</a:t>
            </a:r>
          </a:p>
          <a:p>
            <a:pPr>
              <a:defRPr sz="3600"/>
            </a:pPr>
            <a:r>
              <a:t>Проверять нужно именно имя из сертификата, а не `localhost` и не IP-адрес сервера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Перенаправление HTTP на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Redirect помогает пользователю попасть на защищённую версию сайта даже при вводе http://</a:t>
            </a:r>
          </a:p>
          <a:p>
            <a:pPr>
              <a:defRPr sz="3600"/>
            </a:pPr>
            <a:r>
              <a:t>HTTP Redirection в IIS возвращает клиенту код перенаправления и новый HTTPS-адрес</a:t>
            </a:r>
          </a:p>
          <a:p>
            <a:pPr>
              <a:defRPr sz="3600"/>
            </a:pPr>
            <a:r>
              <a:t>Компонент устанавливается командой `Install-WindowsFeature Web-Http-Redirect`</a:t>
            </a:r>
          </a:p>
          <a:p>
            <a:pPr>
              <a:defRPr sz="3600"/>
            </a:pPr>
            <a:r>
              <a:t>После настройки проверяют, что http://intranet.company.test переводит на https://intranet.company.test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сертификатов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**Name mismatch** возникает, если строка в адресной строке не совпадает с DNS-именем в SAN сертификата</a:t>
            </a:r>
          </a:p>
          <a:p>
            <a:pPr>
              <a:defRPr sz="3600"/>
            </a:pPr>
            <a:r>
              <a:t>Сертификат на intranet.company.test не будет доверенным для `https://localhost` или `https://192.168.10.20`</a:t>
            </a:r>
          </a:p>
          <a:p>
            <a:pPr>
              <a:defRPr sz="3600"/>
            </a:pPr>
            <a:r>
              <a:t>Untrusted CA означает, что клиент не доверяет центру сертификации, выпустившему сертификат</a:t>
            </a:r>
          </a:p>
          <a:p>
            <a:pPr>
              <a:defRPr sz="3600"/>
            </a:pPr>
            <a:r>
              <a:t>Expired certificate означает истекший срок действия сертификата</a:t>
            </a:r>
          </a:p>
          <a:p>
            <a:pPr>
              <a:defRPr sz="3600"/>
            </a:pPr>
            <a:r>
              <a:t>Missing private key означает, что сертификат есть, но сервер не может использовать его для TLS</a:t>
            </a:r>
          </a:p>
          <a:p>
            <a:pPr>
              <a:defRPr sz="3600"/>
            </a:pPr>
            <a:r>
              <a:t>Шифрование может технически работать, но браузер не покажет доверие при ошибке имени или цепочки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CSR, CN и SAN в запросе сертификата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CSR (Certificate Signing Request) — запрос на выпуск сертификата с именами и открытым ключом сервера</a:t>
            </a:r>
          </a:p>
          <a:p>
            <a:pPr>
              <a:defRPr sz="3600"/>
            </a:pPr>
            <a:r>
              <a:t>CN (Common Name) раньше часто задавал основное имя сайта, например intranet.company.test</a:t>
            </a:r>
          </a:p>
          <a:p>
            <a:pPr>
              <a:defRPr sz="3600"/>
            </a:pPr>
            <a:r>
              <a:t>SAN (Subject Alternative Name) сейчас является ключевым списком DNS-имён сертификата</a:t>
            </a:r>
          </a:p>
          <a:p>
            <a:pPr>
              <a:defRPr sz="3600"/>
            </a:pPr>
            <a:r>
              <a:t>Если нужного имени нет в SAN, браузер покажет ошибку имени сертификата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выпуск сертификата для IIS через AD 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109BAB-9C66-95EF-97B0-06018C90C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цепочки доверия на 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`certutil -verify` проверяет сертификат и цепочку доверия; пример: `certutil -verify intranet.cer`</a:t>
            </a:r>
          </a:p>
          <a:p>
            <a:pPr>
              <a:defRPr sz="3600"/>
            </a:pPr>
            <a:r>
              <a:t>В хранилище Trusted Root Certification Authorities должен быть корневой сертификат учебного CA</a:t>
            </a:r>
          </a:p>
          <a:p>
            <a:pPr>
              <a:defRPr sz="3600"/>
            </a:pPr>
            <a:r>
              <a:t>В браузере проверяют имя сайта, срок действия, издателя и наличие предупреждений</a:t>
            </a:r>
          </a:p>
          <a:p>
            <a:pPr>
              <a:defRPr sz="3600"/>
            </a:pPr>
            <a:r>
              <a:t>Если доверия нет, проблема не в IIS-сайте, а в сертификате или доверенном корне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IIS публикует веб-сайты через сайты, привязки, порты, имена узлов и физические каталоги</a:t>
            </a:r>
          </a:p>
          <a:p>
            <a:pPr>
              <a:defRPr sz="3600"/>
            </a:pPr>
            <a:r>
              <a:t>HTTPS защищает HTTP-соединение с помощью TLS, сертификата и проверки доверия</a:t>
            </a:r>
          </a:p>
          <a:p>
            <a:pPr>
              <a:defRPr sz="3600"/>
            </a:pPr>
            <a:r>
              <a:t>AD CS позволяет выпускать внутренние сертификаты для доменной инфраструктуры</a:t>
            </a:r>
          </a:p>
          <a:p>
            <a:pPr>
              <a:defRPr sz="3600"/>
            </a:pPr>
            <a:r>
              <a:t>Диагностика HTTPS разделяется на DNS, порт, привязку IIS, сертификат и доверие клиента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Зачем IIS использует host header при размещении нескольких сайтов?</a:t>
            </a:r>
          </a:p>
          <a:p>
            <a:pPr>
              <a:defRPr sz="3600"/>
            </a:pPr>
            <a:r>
              <a:t>Чем HTTP отличается от HTTPS с точки зрения безопасности?</a:t>
            </a:r>
          </a:p>
          <a:p>
            <a:pPr>
              <a:defRPr sz="3600"/>
            </a:pPr>
            <a:r>
              <a:t>Почему имя intranet.company.test должно быть в сертификате?</a:t>
            </a:r>
          </a:p>
          <a:p>
            <a:pPr>
              <a:defRPr sz="3600"/>
            </a:pPr>
            <a:r>
              <a:t>Какая роль Windows Server выпускает внутренние сертификаты?</a:t>
            </a:r>
          </a:p>
          <a:p>
            <a:pPr>
              <a:defRPr sz="3600"/>
            </a:pPr>
            <a:r>
              <a:t>Что проверить, если порт 443 открыт, но браузер показывает ошибку сертификата?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1693</Words>
  <Application>Microsoft Office PowerPoint</Application>
  <PresentationFormat>Широкоэкранный</PresentationFormat>
  <Paragraphs>145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2026-08-05T07:39:35Z</dcterms:modified>
  <cp:category/>
</cp:coreProperties>
</file>