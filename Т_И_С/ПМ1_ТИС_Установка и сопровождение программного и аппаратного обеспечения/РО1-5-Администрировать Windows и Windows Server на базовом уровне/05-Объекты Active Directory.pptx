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3084" y="182880"/>
            <a:ext cx="64353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</a:t>
            </a:r>
            <a:r>
              <a:rPr lang="ru-RU"/>
              <a:t>5</a:t>
            </a:r>
            <a:r>
              <a:t>. </a:t>
            </a:r>
            <a:r>
              <a:rPr dirty="0" err="1"/>
              <a:t>Объекты</a:t>
            </a:r>
            <a:r>
              <a:rPr dirty="0"/>
              <a:t> Active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 пользователи, компьютеры, OU и группы образуют управляемую структуру домена</a:t>
            </a:r>
          </a:p>
          <a:p>
            <a:pPr>
              <a:defRPr sz="3600"/>
            </a:pPr>
            <a:r>
              <a:t>Создавать и изменять учетные записи с учетом паролей, блокировок и жизненного цикла</a:t>
            </a:r>
          </a:p>
          <a:p>
            <a:pPr>
              <a:defRPr sz="3600"/>
            </a:pPr>
            <a:r>
              <a:t>Различать типы и области действия групп Active Directory</a:t>
            </a:r>
          </a:p>
          <a:p>
            <a:pPr>
              <a:defRPr sz="3600"/>
            </a:pPr>
            <a:r>
              <a:t>Использовать PowerShell и CSV-файлы для повторяемого создания объектов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домене company.test создаётся структура учебной организации</a:t>
            </a:r>
          </a:p>
          <a:p>
            <a:pPr>
              <a:defRPr sz="3600"/>
            </a:pPr>
            <a:r>
              <a:t>OU Students, Teachers, Workstations и Servers используются для разделения объектов</a:t>
            </a:r>
          </a:p>
          <a:p>
            <a:pPr>
              <a:defRPr sz="3600"/>
            </a:pPr>
            <a:r>
              <a:t>Пользователи получают учетные записи, а доступ к ресурсам выдаётся через группы</a:t>
            </a:r>
          </a:p>
          <a:p>
            <a:pPr>
              <a:defRPr sz="3600"/>
            </a:pPr>
            <a:r>
              <a:t>Часть объектов создаётся вручную, часть импортируется из CSV-файла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организационных подразделений OU и принципы построения структуры домена.</a:t>
            </a:r>
          </a:p>
          <a:p>
            <a:pPr>
              <a:defRPr sz="3600"/>
            </a:pPr>
            <a:r>
              <a:t>2. Создание и управление учётными записями пользователей и компьютеров.</a:t>
            </a:r>
          </a:p>
          <a:p>
            <a:pPr>
              <a:defRPr sz="3600"/>
            </a:pPr>
            <a:r>
              <a:t>3. Настройка паролей, блокировка, отключение и удаление учётных записей.</a:t>
            </a:r>
          </a:p>
          <a:p>
            <a:pPr>
              <a:defRPr sz="3600"/>
            </a:pPr>
            <a:r>
              <a:t>4. Назначение групп безопасности и групп рассылки.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Области действия групп и организация вложенного членства.</a:t>
            </a:r>
          </a:p>
          <a:p>
            <a:pPr>
              <a:defRPr sz="3600"/>
            </a:pPr>
            <a:r>
              <a:t>6. Разграничение доступа с использованием групп и модели AGDLP.</a:t>
            </a:r>
          </a:p>
          <a:p>
            <a:pPr>
              <a:defRPr sz="3600"/>
            </a:pPr>
            <a:r>
              <a:t>7. Управление объектами Active Directory с помощью графических средств и PowerShell.</a:t>
            </a:r>
          </a:p>
          <a:p>
            <a:pPr>
              <a:defRPr sz="3600"/>
            </a:pPr>
            <a:r>
              <a:t>8. Массовое создание пользователей и групп из CSV-файлов.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OU как основа структуры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OU (Organizational Unit) — организационное подразделение для логической группировки объектов AD</a:t>
            </a:r>
          </a:p>
          <a:p>
            <a:pPr>
              <a:defRPr sz="3600"/>
            </a:pPr>
            <a:r>
              <a:t>OU не является группой доступа: она помогает управлять объектами и применять групповые политики</a:t>
            </a:r>
          </a:p>
          <a:p>
            <a:pPr>
              <a:defRPr sz="3600"/>
            </a:pPr>
            <a:r>
              <a:t>Структура OU должна отражать администрирование, а не только красивую организационную схему</a:t>
            </a:r>
          </a:p>
          <a:p>
            <a:pPr>
              <a:defRPr sz="3600"/>
            </a:pPr>
            <a:r>
              <a:t>Для учебной сети удобно разделить пользователей, компьютеры, серверы и служебные учетные записи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Принципы построения 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 стоит создавать слишком глубокую структуру: её сложнее сопровождать и объяснять</a:t>
            </a:r>
          </a:p>
          <a:p>
            <a:pPr>
              <a:defRPr sz="3600"/>
            </a:pPr>
            <a:r>
              <a:t>OU создают там, где нужны разные политики, делегирование прав или отдельное сопровождение</a:t>
            </a:r>
          </a:p>
          <a:p>
            <a:pPr>
              <a:defRPr sz="3600"/>
            </a:pPr>
            <a:r>
              <a:t>Стандартные `CN=Users` и `CN=Computers` — контейнеры, а не OU; к ним нельзя привязать GPO</a:t>
            </a:r>
          </a:p>
          <a:p>
            <a:pPr>
              <a:defRPr sz="3600"/>
            </a:pPr>
            <a:r>
              <a:t>Имена OU должны быть понятными: `OU=Students`, `OU=Teachers`, `OU=Servers`</a:t>
            </a:r>
          </a:p>
          <a:p>
            <a:pPr>
              <a:defRPr sz="3600"/>
            </a:pPr>
            <a:r>
              <a:t>Перед созданием OU полезно нарисовать будущую структуру и проверить, какие политики к ней привяжутся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структура OU в домене company.test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B80031-F98F-B9D9-7585-539C54918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OU через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`New-ADOrganizationalUnit` создаёт OU; пример: `New-ADOrganizationalUnit -Name Students -Path "DC=company,DC=test"`</a:t>
            </a:r>
          </a:p>
          <a:p>
            <a:pPr>
              <a:defRPr sz="3600"/>
            </a:pPr>
            <a:r>
              <a:t>Параметр `-Path` указывает, где именно появится объект в каталоге</a:t>
            </a:r>
          </a:p>
          <a:p>
            <a:pPr>
              <a:defRPr sz="3600"/>
            </a:pPr>
            <a:r>
              <a:t>Командлет `Get-ADOrganizationalUnit` проверяет результат; пример: `Get-ADOrganizationalUnit -Filter * | Select Name`</a:t>
            </a:r>
          </a:p>
          <a:p>
            <a:pPr>
              <a:defRPr sz="3600"/>
            </a:pPr>
            <a:r>
              <a:t>В GUI по умолчанию включается защита OU от случайного удаления; при удалении без снятия защиты появится Access Denied</a:t>
            </a:r>
          </a:p>
          <a:p>
            <a:pPr>
              <a:defRPr sz="3600"/>
            </a:pPr>
            <a:r>
              <a:t>Если путь указан неверно, объект может быть создан не там, где его ожидает администратор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Пользовательские и компьютерные учетные записи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Учетная запись пользователя представляет человека или сервис, который проходит аутентификацию</a:t>
            </a:r>
          </a:p>
          <a:p>
            <a:pPr>
              <a:defRPr sz="3600"/>
            </a:pPr>
            <a:r>
              <a:t>Учетная запись компьютера представляет доверенный компьютер, присоединённый к домену</a:t>
            </a:r>
          </a:p>
          <a:p>
            <a:pPr>
              <a:defRPr sz="3600"/>
            </a:pPr>
            <a:r>
              <a:t>Компьютерная учетная запись нужна для защищённого канала между клиентом и доменом</a:t>
            </a:r>
          </a:p>
          <a:p>
            <a:pPr>
              <a:defRPr sz="3600"/>
            </a:pPr>
            <a:r>
              <a:t>Объекты пользователей и компьютеров лучше перемещать из стандартных контейнеров в управляемые 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`New-ADUser` создаёт пользователя в Active Directory и принимает параметры учетной записи</a:t>
            </a:r>
          </a:p>
          <a:p>
            <a:pPr>
              <a:defRPr sz="3600"/>
            </a:pPr>
            <a:r>
              <a:t>Пример: `New-ADUser -Name "Ivan Petrov" -SamAccountName ipetrov -UserPrincipalName ipetrov@company.test -Path "OU=Students,DC=company,DC=test"`</a:t>
            </a:r>
          </a:p>
          <a:p>
            <a:pPr>
              <a:defRPr sz="3600"/>
            </a:pPr>
            <a:r>
              <a:t>SamAccountName — короткое имя входа старого формата, например COMPANY\ipetrov</a:t>
            </a:r>
          </a:p>
          <a:p>
            <a:pPr>
              <a:defRPr sz="3600"/>
            </a:pPr>
            <a:r>
              <a:t>User Principal Name (UPN) — имя входа в формате электронной почты, например ipetrov@company.test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Пароль и включение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Новый пользователь может быть создан отключённым, если пароль ещё не задан или не соответствует политике сложности</a:t>
            </a:r>
          </a:p>
          <a:p>
            <a:pPr>
              <a:defRPr sz="3600"/>
            </a:pPr>
            <a:r>
              <a:t>Сначала пароль читают как SecureString; пример: `$password = Read-Host "Password" -AsSecureString`</a:t>
            </a:r>
          </a:p>
          <a:p>
            <a:pPr>
              <a:defRPr sz="3600"/>
            </a:pPr>
            <a:r>
              <a:t>Создание с паролем: `New-ADUser -Name "Ivan Petrov" -SamAccountName ipetrov -AccountPassword $password -Enabled $true -ChangePasswordAtLogon $true`</a:t>
            </a:r>
          </a:p>
          <a:p>
            <a:pPr>
              <a:defRPr sz="3600"/>
            </a:pPr>
            <a:r>
              <a:t>Сброс пароля администратором: `Set-ADAccountPassword ipetrov -NewPassword (Read-Host "New password" -AsSecureString) -Reset:$true`</a:t>
            </a:r>
          </a:p>
          <a:p>
            <a:pPr>
              <a:defRPr sz="3600"/>
            </a:pPr>
            <a:r>
              <a:t>После создания проверяют состояние учетной записи и выполняют тестовый вход пользователя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Компьютеры в Active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Компьютер появляется в AD после присоединения к домену или предварительного создания объекта</a:t>
            </a:r>
          </a:p>
          <a:p>
            <a:pPr>
              <a:defRPr sz="3600"/>
            </a:pPr>
            <a:r>
              <a:t>Командлет `Get-ADComputer` ищет компьютеры; пример: `Get-ADComputer -Filter * | Select Name, Enabled`</a:t>
            </a:r>
          </a:p>
          <a:p>
            <a:pPr>
              <a:defRPr sz="3600"/>
            </a:pPr>
            <a:r>
              <a:t>Командлет `Move-ADObject` переносит объект в нужную OU; пример: `Move-ADObject -Identity &lt;DN&gt; -TargetPath "OU=Workstations,DC=company,DC=test"`</a:t>
            </a:r>
          </a:p>
          <a:p>
            <a:pPr>
              <a:defRPr sz="3600"/>
            </a:pPr>
            <a:r>
              <a:t>Правильное размещение компьютера в OU важно для применения будущих GPO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Пароли, блокировка и отключение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Парольная политика задаёт требования к длине, сложности, сроку действия и истории паролей</a:t>
            </a:r>
          </a:p>
          <a:p>
            <a:pPr>
              <a:defRPr sz="3600"/>
            </a:pPr>
            <a:r>
              <a:t>Блокировка защищает от перебора пароля и временно запрещает вход после серии ошибок</a:t>
            </a:r>
          </a:p>
          <a:p>
            <a:pPr>
              <a:defRPr sz="3600"/>
            </a:pPr>
            <a:r>
              <a:t>Отключение учетной записи сохраняет объект, но запрещает его использование</a:t>
            </a:r>
          </a:p>
          <a:p>
            <a:pPr>
              <a:defRPr sz="3600"/>
            </a:pPr>
            <a:r>
              <a:t>Удаление учетной записи разрушает SID и должно выполняться только после проверки зависимости ресурсов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жизненного цикла учетной записи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`Disable-ADAccount ipetrov` отключает пользователя; после этого вход невозможен</a:t>
            </a:r>
          </a:p>
          <a:p>
            <a:pPr>
              <a:defRPr sz="3600"/>
            </a:pPr>
            <a:r>
              <a:t>`Enable-ADAccount ipetrov` снова разрешает использование учетной записи</a:t>
            </a:r>
          </a:p>
          <a:p>
            <a:pPr>
              <a:defRPr sz="3600"/>
            </a:pPr>
            <a:r>
              <a:t>`Unlock-ADAccount ipetrov` снимает блокировку после неудачных входов</a:t>
            </a:r>
          </a:p>
          <a:p>
            <a:pPr>
              <a:defRPr sz="3600"/>
            </a:pPr>
            <a:r>
              <a:t>`Remove-ADUser ipetrov` удаляет пользователя; перед удалением проверяют его файлы, группы и сервисы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состояния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`Get-ADUser` показывает свойства пользователя; пример: `Get-ADUser ipetrov -Properties Enabled,LockedOut,PasswordLastSet`</a:t>
            </a:r>
          </a:p>
          <a:p>
            <a:pPr>
              <a:defRPr sz="3600"/>
            </a:pPr>
            <a:r>
              <a:t>Свойство Enabled показывает, разрешён ли вход по учетной записи</a:t>
            </a:r>
          </a:p>
          <a:p>
            <a:pPr>
              <a:defRPr sz="3600"/>
            </a:pPr>
            <a:r>
              <a:t>Свойство LockedOut помогает отличить блокировку от неверного пароля или отключения</a:t>
            </a:r>
          </a:p>
          <a:p>
            <a:pPr>
              <a:defRPr sz="3600"/>
            </a:pPr>
            <a:r>
              <a:t>После изменения состояния пользователя проверка должна быть отдельной командой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Группы безопасности и группы рассылки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Группа безопасности используется для назначения прав доступа к ресурсам</a:t>
            </a:r>
          </a:p>
          <a:p>
            <a:pPr>
              <a:defRPr sz="3600"/>
            </a:pPr>
            <a:r>
              <a:t>Группа рассылки используется почтовыми системами и не предназначена для выдачи прав</a:t>
            </a:r>
          </a:p>
          <a:p>
            <a:pPr>
              <a:defRPr sz="3600"/>
            </a:pPr>
            <a:r>
              <a:t>Доступ к файлам, принтерам и приложениям нужно назначать группам, а не отдельным пользователям</a:t>
            </a:r>
          </a:p>
          <a:p>
            <a:pPr>
              <a:defRPr sz="3600"/>
            </a:pPr>
            <a:r>
              <a:t>Так администратор меняет членство в группе, не переписывая разрешения на каждом ресурсе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группы и добавление участников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`New-ADGroup` создаёт группу; пример: `New-ADGroup -Name G_Students -GroupScope Global -GroupCategory Security`</a:t>
            </a:r>
          </a:p>
          <a:p>
            <a:pPr>
              <a:defRPr sz="3600"/>
            </a:pPr>
            <a:r>
              <a:t>Командлет `Add-ADGroupMember` добавляет участника; пример: `Add-ADGroupMember G_Students ipetrov`</a:t>
            </a:r>
          </a:p>
          <a:p>
            <a:pPr>
              <a:defRPr sz="3600"/>
            </a:pPr>
            <a:r>
              <a:t>Командлет `Get-ADGroupMember` проверяет состав; пример: `Get-ADGroupMember G_Students`</a:t>
            </a:r>
          </a:p>
          <a:p>
            <a:pPr>
              <a:defRPr sz="3600"/>
            </a:pPr>
            <a:r>
              <a:t>Если доступ не появился, проверяют членство пользователя и повторный вход в систему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Области действия 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Global group обычно объединяет пользователей с одинаковой ролью внутри домена</a:t>
            </a:r>
          </a:p>
          <a:p>
            <a:pPr>
              <a:defRPr sz="3600"/>
            </a:pPr>
            <a:r>
              <a:t>Domain Local group обычно используется для назначения прав на ресурс внутри домена</a:t>
            </a:r>
          </a:p>
          <a:p>
            <a:pPr>
              <a:defRPr sz="3600"/>
            </a:pPr>
            <a:r>
              <a:t>Universal group применяют в многодоменных лесах, где членство нужно видеть шире одного домена</a:t>
            </a:r>
          </a:p>
          <a:p>
            <a:pPr>
              <a:defRPr sz="3600"/>
            </a:pPr>
            <a:r>
              <a:t>На первом курсе важно правильно использовать Global и Domain Local в одном домене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области действия групп Global, Domain Local и Universal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640FF3-4315-6C8E-3684-B17253562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Вложенное членство 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Вложенность позволяет добавить одну группу внутрь другой и упростить выдачу доступа</a:t>
            </a:r>
          </a:p>
          <a:p>
            <a:pPr>
              <a:defRPr sz="3600"/>
            </a:pPr>
            <a:r>
              <a:t>Слишком сложная вложенность затрудняет диагностику прав и замедляет поиск причины отказа</a:t>
            </a:r>
          </a:p>
          <a:p>
            <a:pPr>
              <a:defRPr sz="3600"/>
            </a:pPr>
            <a:r>
              <a:t>Команда `Get-ADPrincipalGroupMembership ipetrov` показывает группы пользователя</a:t>
            </a:r>
          </a:p>
          <a:p>
            <a:pPr>
              <a:defRPr sz="3600"/>
            </a:pPr>
            <a:r>
              <a:t>Пример результата помогает понять, через какую группу пользователь получил право или ограничение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Модель AGDLP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AGDLP — схема назначения доступа: Account → Global → Domain Local → Permission</a:t>
            </a:r>
          </a:p>
          <a:p>
            <a:pPr>
              <a:defRPr sz="3600"/>
            </a:pPr>
            <a:r>
              <a:t>Account означает учетную запись пользователя, например ipetrov</a:t>
            </a:r>
          </a:p>
          <a:p>
            <a:pPr>
              <a:defRPr sz="3600"/>
            </a:pPr>
            <a:r>
              <a:t>Global group объединяет пользователей по роли, например G_Students</a:t>
            </a:r>
          </a:p>
          <a:p>
            <a:pPr>
              <a:defRPr sz="3600"/>
            </a:pPr>
            <a:r>
              <a:t>Domain Local group привязывается к ресурсу, например DL_Share_Read</a:t>
            </a:r>
          </a:p>
          <a:p>
            <a:pPr>
              <a:defRPr sz="3600"/>
            </a:pPr>
            <a:r>
              <a:t>Permission назначается на ресурс именно доменной локальной группе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AGDLP для файлового ресурса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 ipetrov входит в глобальную группу G_Students</a:t>
            </a:r>
          </a:p>
          <a:p>
            <a:pPr>
              <a:defRPr sz="3600"/>
            </a:pPr>
            <a:r>
              <a:t>Группа G_Students входит в доменную локальную группу DL_Public_Read</a:t>
            </a:r>
          </a:p>
          <a:p>
            <a:pPr>
              <a:defRPr sz="3600"/>
            </a:pPr>
            <a:r>
              <a:t>На папку `\\fs01\Public` назначено чтение для DL_Public_Read</a:t>
            </a:r>
          </a:p>
          <a:p>
            <a:pPr>
              <a:defRPr sz="3600"/>
            </a:pPr>
            <a:r>
              <a:t>Если студент меняет факультет, администратор меняет его глобальную группу, а не ACL папки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модель AGDLP для доступа к общей папке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ADA590-A0F7-D777-3C92-CA46CF3E3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Графические средства и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Active Directory Users and Computers удобна для обучения и одиночных изменений</a:t>
            </a:r>
          </a:p>
          <a:p>
            <a:pPr>
              <a:defRPr sz="3600"/>
            </a:pPr>
            <a:r>
              <a:t>Active Directory Administrative Center показывает часть операций современнее и удобнее для поиска</a:t>
            </a:r>
          </a:p>
          <a:p>
            <a:pPr>
              <a:defRPr sz="3600"/>
            </a:pPr>
            <a:r>
              <a:t>PowerShell нужен, когда действие нужно повторить много раз или задокументировать</a:t>
            </a:r>
          </a:p>
          <a:p>
            <a:pPr>
              <a:defRPr sz="3600"/>
            </a:pPr>
            <a:r>
              <a:t>Хороший администратор умеет сверять GUI-действие с командой, которая делает то же самое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Поиск и изменение объектов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`Get-ADUser -Filter "Surname -eq 'Petrov'"` ищет пользователей по атрибуту</a:t>
            </a:r>
          </a:p>
          <a:p>
            <a:pPr>
              <a:defRPr sz="3600"/>
            </a:pPr>
            <a:r>
              <a:t>`Set-ADUser ipetrov -Department "IT"` изменяет отдел пользователя</a:t>
            </a:r>
          </a:p>
          <a:p>
            <a:pPr>
              <a:defRPr sz="3600"/>
            </a:pPr>
            <a:r>
              <a:t>`Get-ADUser ipetrov -Properties Department,MemberOf | Select-Object Department, MemberOf` выводит нужные свойства без лишней портянки</a:t>
            </a:r>
          </a:p>
          <a:p>
            <a:pPr>
              <a:defRPr sz="3600"/>
            </a:pPr>
            <a:r>
              <a:t>MemberOf всё равно содержит Distinguished Names групп, поэтому для человека часто удобнее `Get-ADPrincipalGroupMembership ipetrov`</a:t>
            </a:r>
          </a:p>
          <a:p>
            <a:pPr>
              <a:defRPr sz="3600"/>
            </a:pPr>
            <a:r>
              <a:t>Команда проверки должна выполняться после изменения, иначе ошибка останется незамеченной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Массовое создание из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CSV (Comma-Separated Values) — текстовая таблица, где строки содержат данные будущих объектов</a:t>
            </a:r>
          </a:p>
          <a:p>
            <a:pPr>
              <a:defRPr sz="3600"/>
            </a:pPr>
            <a:r>
              <a:t>CSV удобен, когда нужно создать десятки студентов или сотрудников по одному шаблону</a:t>
            </a:r>
          </a:p>
          <a:p>
            <a:pPr>
              <a:defRPr sz="3600"/>
            </a:pPr>
            <a:r>
              <a:t>`Import-Csv` ожидает строку заголовков; без неё первая строка данных станет именами свойств</a:t>
            </a:r>
          </a:p>
          <a:p>
            <a:pPr>
              <a:defRPr sz="3600"/>
            </a:pPr>
            <a:r>
              <a:t>Перед импортом проверяют заголовки столбцов: Name, SamAccountName, FirstName, LastName, OU</a:t>
            </a:r>
          </a:p>
          <a:p>
            <a:pPr>
              <a:defRPr sz="3600"/>
            </a:pPr>
            <a:r>
              <a:t>Ошибки в CSV лучше обнаружить до запуска создания объектов в домене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CSV и импорта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Первая строка CSV должна быть заголовком: `Name,SamAccountName,FirstName,LastName,OU`</a:t>
            </a:r>
          </a:p>
          <a:p>
            <a:pPr>
              <a:defRPr sz="3600"/>
            </a:pPr>
            <a:r>
              <a:t>Строка данных: `Ivan Petrov,ipetrov,Ivan,Petrov,"OU=Students,DC=company,DC=test"`</a:t>
            </a:r>
          </a:p>
          <a:p>
            <a:pPr>
              <a:defRPr sz="3600"/>
            </a:pPr>
            <a:r>
              <a:t>Чтение таблицы: `Import-Csv .\users.csv` возвращает объекты со свойствами Name, SamAccountName и OU</a:t>
            </a:r>
          </a:p>
          <a:p>
            <a:pPr>
              <a:defRPr sz="3600"/>
            </a:pPr>
            <a:r>
              <a:t>Пример импорта: `Import-Csv .\users.csv | ForEach-Object { New-ADUser -Name $_.Name -SamAccountName $_.SamAccountName -Path $_.OU -Enabled $false }`</a:t>
            </a:r>
          </a:p>
          <a:p>
            <a:pPr>
              <a:defRPr sz="3600"/>
            </a:pPr>
            <a:r>
              <a:t>После импорта используют `Get-ADUser -Filter * -SearchBase "OU=Students,DC=company,DC=test"` для проверки результата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 ошибок массового создания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выполняют тест на небольшой группе строк, а не на полном списке студентов</a:t>
            </a:r>
          </a:p>
          <a:p>
            <a:pPr>
              <a:defRPr sz="3600"/>
            </a:pPr>
            <a:r>
              <a:t>Имена входа должны быть уникальными, иначе создание остановится на конфликте SamAccountName</a:t>
            </a:r>
          </a:p>
          <a:p>
            <a:pPr>
              <a:defRPr sz="3600"/>
            </a:pPr>
            <a:r>
              <a:t>Путь OU должен существовать до запуска импорта</a:t>
            </a:r>
          </a:p>
          <a:p>
            <a:pPr>
              <a:defRPr sz="3600"/>
            </a:pPr>
            <a:r>
              <a:t>Если CSV без заголовков, используют `Import-Csv .\users.csv -Header Name,SamAccountName,FirstName,LastName,OU`</a:t>
            </a:r>
          </a:p>
          <a:p>
            <a:pPr>
              <a:defRPr sz="3600"/>
            </a:pPr>
            <a:r>
              <a:t>Пароли и включение учетных записей требуют отдельного аккуратного сценария безопасности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OU структурируют управление объектами и применение политик, но не являются группами доступа</a:t>
            </a:r>
          </a:p>
          <a:p>
            <a:pPr>
              <a:defRPr sz="3600"/>
            </a:pPr>
            <a:r>
              <a:t>Пользовательские и компьютерные учетные записи имеют жизненный цикл: создание, изменение, отключение и удаление</a:t>
            </a:r>
          </a:p>
          <a:p>
            <a:pPr>
              <a:defRPr sz="3600"/>
            </a:pPr>
            <a:r>
              <a:t>Группы безопасности позволяют выдавать доступ через роли, а не через индивидуальные разрешения</a:t>
            </a:r>
          </a:p>
          <a:p>
            <a:pPr>
              <a:defRPr sz="3600"/>
            </a:pPr>
            <a:r>
              <a:t>Модель AGDLP делает права доступа понятными и удобными для диагностики</a:t>
            </a:r>
          </a:p>
          <a:p>
            <a:pPr>
              <a:defRPr sz="3600"/>
            </a:pPr>
            <a:r>
              <a:t>PowerShell и CSV нужны для повторяемого массового администрирования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доступ к ресурсам лучше назначать группам, а не отдельным пользователям?</a:t>
            </a:r>
          </a:p>
          <a:p>
            <a:pPr>
              <a:defRPr sz="3600"/>
            </a:pPr>
            <a:r>
              <a:t>Чем OU отличается от группы безопасности?</a:t>
            </a:r>
          </a:p>
          <a:p>
            <a:pPr>
              <a:defRPr sz="3600"/>
            </a:pPr>
            <a:r>
              <a:t>Что означает последовательность AGDLP?</a:t>
            </a:r>
          </a:p>
          <a:p>
            <a:pPr>
              <a:defRPr sz="3600"/>
            </a:pPr>
            <a:r>
              <a:t>Какая команда покажет группы, в которых состоит пользователь?</a:t>
            </a:r>
          </a:p>
          <a:p>
            <a:pPr>
              <a:defRPr sz="3600"/>
            </a:pPr>
            <a:r>
              <a:t>Какие ошибки нужно проверить перед импортом пользователей из CSV?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1785</Words>
  <Application>Microsoft Office PowerPoint</Application>
  <PresentationFormat>Широкоэкранный</PresentationFormat>
  <Paragraphs>149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2026-08-05T07:38:30Z</dcterms:modified>
  <cp:category/>
</cp:coreProperties>
</file>