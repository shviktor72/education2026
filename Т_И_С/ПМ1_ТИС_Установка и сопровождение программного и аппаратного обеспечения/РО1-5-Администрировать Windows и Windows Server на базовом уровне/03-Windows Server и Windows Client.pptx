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training/courses/az-800t0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1. Windows Server и Windows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 назначение Windows Server в инфраструктуре организации</a:t>
            </a:r>
          </a:p>
          <a:p>
            <a:pPr>
              <a:defRPr sz="3600"/>
            </a:pPr>
            <a:r>
              <a:t>Различать серверную и клиентскую Windows по задачам и режимам работы</a:t>
            </a:r>
          </a:p>
          <a:p>
            <a:pPr>
              <a:defRPr sz="3600"/>
            </a:pPr>
            <a:r>
              <a:t>Выполнять первичную настройку имени, сети, времени, обновлений и удалённого управления</a:t>
            </a:r>
          </a:p>
          <a:p>
            <a:pPr>
              <a:defRPr sz="3600"/>
            </a:pPr>
            <a:r>
              <a:t>Использовать cmd и PowerShell для проверки системы, сети, процессов и служб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учебной сети подготавливаются сервер srv01 и клиент client01</a:t>
            </a:r>
          </a:p>
          <a:p>
            <a:pPr>
              <a:defRPr sz="3600"/>
            </a:pPr>
            <a:r>
              <a:t>Сервер получает имя srv01 и статический адрес 192.168.10.10/24</a:t>
            </a:r>
          </a:p>
          <a:p>
            <a:pPr>
              <a:defRPr sz="3600"/>
            </a:pPr>
            <a:r>
              <a:t>Клиент используется для проверки связи и удалённого управления</a:t>
            </a:r>
          </a:p>
          <a:p>
            <a:pPr>
              <a:defRPr sz="3600"/>
            </a:pPr>
            <a:r>
              <a:t>Каждая настройка завершается отдельной командой проверки результата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Windows Server и его место в информационной инфраструктуре организации.</a:t>
            </a:r>
          </a:p>
          <a:p>
            <a:pPr>
              <a:defRPr sz="3600"/>
            </a:pPr>
            <a:r>
              <a:t>2. Отличия Windows Server от клиентских операционных систем Windows.</a:t>
            </a:r>
          </a:p>
          <a:p>
            <a:pPr>
              <a:defRPr sz="3600"/>
            </a:pPr>
            <a:r>
              <a:t>3. Редакции Windows Server и варианты установки Desktop Experience и Server Core.</a:t>
            </a:r>
          </a:p>
          <a:p>
            <a:pPr>
              <a:defRPr sz="3600"/>
            </a:pPr>
            <a:r>
              <a:t>4. Первичная настройка сервера: имя компьютера, сеть, время, обновления и удалённое управление. Firewall. sconfig.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Назначение Server Manager и средств администрирования Windows Server.</a:t>
            </a:r>
          </a:p>
          <a:p>
            <a:pPr>
              <a:defRPr sz="3600"/>
            </a:pPr>
            <a:r>
              <a:t>6. Командная строка cmd и основные системные команды.</a:t>
            </a:r>
          </a:p>
          <a:p>
            <a:pPr>
              <a:defRPr sz="3600"/>
            </a:pPr>
            <a:r>
              <a:t>7. Windows PowerShell: командлеты, параметры, справка и конвейер.</a:t>
            </a:r>
          </a:p>
          <a:p>
            <a:pPr>
              <a:defRPr sz="3600"/>
            </a:pPr>
            <a:r>
              <a:t>8. Получение сведений о системе, сети, процессах и службах средствами PowerShell.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организации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рабочей группе каждый компьютер управляется отдельно, поэтому рост сети быстро создаёт хаос</a:t>
            </a:r>
          </a:p>
          <a:p>
            <a:pPr>
              <a:defRPr sz="3600"/>
            </a:pPr>
            <a:r>
              <a:t>Windows Server используется как серверная платформа для централизованных служб организации</a:t>
            </a:r>
          </a:p>
          <a:p>
            <a:pPr>
              <a:defRPr sz="3600"/>
            </a:pPr>
            <a:r>
              <a:t>На сервере размещают домен, DNS, DHCP, файловые ресурсы, веб-службы и удалённые приложения</a:t>
            </a:r>
          </a:p>
          <a:p>
            <a:pPr>
              <a:defRPr sz="3600"/>
            </a:pPr>
            <a:r>
              <a:t>Администратор отвечает не только за установку ОС, но и за устойчивую работу сервисов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Сервер как точка централизованного управления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Сервер хранит общие данные и управляет доступом пользователей к этим данным</a:t>
            </a:r>
          </a:p>
          <a:p>
            <a:pPr>
              <a:defRPr sz="3600"/>
            </a:pPr>
            <a:r>
              <a:t>Серверные службы работают постоянно и обслуживают много клиентов одновременно</a:t>
            </a:r>
          </a:p>
          <a:p>
            <a:pPr>
              <a:defRPr sz="3600"/>
            </a:pPr>
            <a:r>
              <a:t>Централизация упрощает аудит: проще понять, кто вошёл, что изменил и где возникла ошибка</a:t>
            </a:r>
          </a:p>
          <a:p>
            <a:pPr>
              <a:defRPr sz="3600"/>
            </a:pPr>
            <a:r>
              <a:t>При сбое сервера страдает сразу несколько рабочих процессов, поэтому настройка должна быть проверяемой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место Windows Server в сети организации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2E64608-AE21-C000-8F93-3520447D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роли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t>AD DS (Active Directory Domain Services) — роль для создания контроллера домена, который обслуживает вход пользователей и политики безопасности</a:t>
            </a:r>
          </a:p>
          <a:p>
            <a:pPr>
              <a:defRPr sz="3600"/>
            </a:pPr>
            <a:r>
              <a:t>DNS Server — служба разрешения имён, необходимая для Active Directory и клиентских обращений</a:t>
            </a:r>
          </a:p>
          <a:p>
            <a:pPr>
              <a:defRPr sz="3600"/>
            </a:pPr>
            <a:r>
              <a:t>File Server — файловый сервер для общих папок, домашних каталогов и прав доступа</a:t>
            </a:r>
          </a:p>
          <a:p>
            <a:pPr>
              <a:defRPr sz="3600"/>
            </a:pPr>
            <a:r>
              <a:t>Web Server IIS — сервер публикации сайтов и внутренних веб-приложений</a:t>
            </a:r>
          </a:p>
          <a:p>
            <a:pPr>
              <a:defRPr sz="3600"/>
            </a:pPr>
            <a:r>
              <a:t>Remote Desktop Services — службы удалённых рабочих столов и публикации приложений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Чем серверная Windows отличается от клиентской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Windows Client рассчитана на интерактивную работу одного пользователя за рабочей станцией</a:t>
            </a:r>
          </a:p>
          <a:p>
            <a:pPr>
              <a:defRPr sz="3600"/>
            </a:pPr>
            <a:r>
              <a:t>Windows Server рассчитан на фоновые службы, сетевые роли и одновременную работу многих клиентов</a:t>
            </a:r>
          </a:p>
          <a:p>
            <a:pPr>
              <a:defRPr sz="3600"/>
            </a:pPr>
            <a:r>
              <a:t>Серверные компоненты включают роли, службы, политики, журналы и средства централизованного управления</a:t>
            </a:r>
          </a:p>
          <a:p>
            <a:pPr>
              <a:defRPr sz="3600"/>
            </a:pPr>
            <a:r>
              <a:t>Клиентская ОС может подключаться к серверу, но не заменяет полноценную серверную инфраструктуру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Сравнение задач Server и Client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Client: офисные приложения, браузер, почта, локальные устройства пользователя</a:t>
            </a:r>
          </a:p>
          <a:p>
            <a:pPr>
              <a:defRPr sz="3600"/>
            </a:pPr>
            <a:r>
              <a:t>Windows Server: аутентификация, сетевые службы, общие ресурсы, сертификаты, удалённые приложения</a:t>
            </a:r>
          </a:p>
          <a:p>
            <a:pPr>
              <a:defRPr sz="3600"/>
            </a:pPr>
            <a:r>
              <a:t>На клиенте важнее удобство пользователя, на сервере важнее стабильность, контроль и предсказуемость</a:t>
            </a:r>
          </a:p>
          <a:p>
            <a:pPr>
              <a:defRPr sz="3600"/>
            </a:pPr>
            <a:r>
              <a:t>Сервер обычно получает статический IP-адрес, потому что клиенты должны находить его постоянно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версии и роли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Команда cmd `systeminfo` выводит имя компьютера, версию ОС, время загрузки и домен; пример: `systeminfo`</a:t>
            </a:r>
          </a:p>
          <a:p>
            <a:pPr>
              <a:defRPr sz="3600"/>
            </a:pPr>
            <a:r>
              <a:t>Командлет `Get-ComputerInfo` получает сведения о Windows; пример: `Get-ComputerInfo | Select WindowsProductName, WindowsVersion`</a:t>
            </a:r>
          </a:p>
          <a:p>
            <a:pPr>
              <a:defRPr sz="3600"/>
            </a:pPr>
            <a:r>
              <a:t>Команда `hostname` показывает текущее имя узла; пример: `hostname`</a:t>
            </a:r>
          </a:p>
          <a:p>
            <a:pPr>
              <a:defRPr sz="3600"/>
            </a:pPr>
            <a:r>
              <a:t>Результат проверки помогает понять, какая ОС установлена и готов ли сервер к следующей настройке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Редакции Windows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Редакция определяет доступные возможности лицензирования, виртуализации и масштабирования</a:t>
            </a:r>
          </a:p>
          <a:p>
            <a:pPr>
              <a:defRPr sz="3600"/>
            </a:pPr>
            <a:r>
              <a:t>Standard обычно достаточно для учебных стендов и небольших инфраструктур</a:t>
            </a:r>
          </a:p>
          <a:p>
            <a:pPr>
              <a:defRPr sz="3600"/>
            </a:pPr>
            <a:r>
              <a:t>Datacenter применяют там, где много виртуальных машин, программно-определяемое хранилище и сеть</a:t>
            </a:r>
          </a:p>
          <a:p>
            <a:pPr>
              <a:defRPr sz="3600"/>
            </a:pPr>
            <a:r>
              <a:t>При проектировании важно отделять учебную функциональность от коммерческого лицензирования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Desktop Experience и Server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Desktop Experience устанавливает графическую оболочку и привычные административные консоли</a:t>
            </a:r>
          </a:p>
          <a:p>
            <a:pPr>
              <a:defRPr sz="3600"/>
            </a:pPr>
            <a:r>
              <a:t>Server Core работает без полноценного рабочего стола и имеет меньшую поверхность атаки</a:t>
            </a:r>
          </a:p>
          <a:p>
            <a:pPr>
              <a:defRPr sz="3600"/>
            </a:pPr>
            <a:r>
              <a:t>Server Core чаще администрируют удалённо: через Server Manager, PowerShell или Windows Admin Center</a:t>
            </a:r>
          </a:p>
          <a:p>
            <a:pPr>
              <a:defRPr sz="3600"/>
            </a:pPr>
            <a:r>
              <a:t>Для начинающего администратора удобно сначала освоить GUI, а затем понять, что происходит в Core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выбор Desktop Experience или Server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A1D4E4-3681-8917-98EB-AA6125730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Первичная настройка начинается с имени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Имя сервера должно быть понятным: например, dc01, fs01, web01 или rds01</a:t>
            </a:r>
          </a:p>
          <a:p>
            <a:pPr>
              <a:defRPr sz="3600"/>
            </a:pPr>
            <a:r>
              <a:t>Неправильное имя сложно исправлять после установки ролей, особенно после ввода сервера в домен</a:t>
            </a:r>
          </a:p>
          <a:p>
            <a:pPr>
              <a:defRPr sz="3600"/>
            </a:pPr>
            <a:r>
              <a:t>Командлет `Rename-Computer` переименовывает сервер; пример: `Rename-Computer -NewName srv01 -Restart`</a:t>
            </a:r>
          </a:p>
          <a:p>
            <a:pPr>
              <a:defRPr sz="3600"/>
            </a:pPr>
            <a:r>
              <a:t>После перезагрузки имя проверяют командой `hostname` или `Get-ComputerInfo | Select CsName`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Статическая настройка сети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3600"/>
            </a:pPr>
            <a:r>
              <a:t>Серверная роль должна иметь постоянный адрес, иначе клиенты потеряют DNS, DHCP или файловый ресурс</a:t>
            </a:r>
          </a:p>
          <a:p>
            <a:pPr>
              <a:defRPr sz="3600"/>
            </a:pPr>
            <a:r>
              <a:t>Команда `Get-NetAdapter` показывает сетевые адаптеры; пример: `Get-NetAdapter`</a:t>
            </a:r>
          </a:p>
          <a:p>
            <a:pPr>
              <a:defRPr sz="3600"/>
            </a:pPr>
            <a:r>
              <a:t>Команда `New-NetIPAddress` назначает адрес; пример: `New-NetIPAddress -InterfaceAlias Ethernet -IPAddress 192.168.10.10 -PrefixLength 24 -DefaultGateway 192.168.10.1`</a:t>
            </a:r>
          </a:p>
          <a:p>
            <a:pPr>
              <a:defRPr sz="3600"/>
            </a:pPr>
            <a:r>
              <a:t>Команда `Set-DnsClientServerAddress` задаёт DNS; пример для будущего контроллера домена: `Set-DnsClientServerAddress -InterfaceAlias Ethernet -ServerAddresses 192.168.10.10`</a:t>
            </a:r>
          </a:p>
          <a:p>
            <a:pPr>
              <a:defRPr sz="3600"/>
            </a:pPr>
            <a:r>
              <a:t>Методический нюанс: в ЛР 1 временно можно указать шлюз 192.168.10.1; после перехода к AD DS сервер должен использовать себя или другой контроллер домена как DNS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сетевой конфигурации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Командлет `Get-NetIPConfiguration` показывает адрес, шлюз и DNS; пример: `Get-NetIPConfiguration`</a:t>
            </a:r>
          </a:p>
          <a:p>
            <a:pPr>
              <a:defRPr sz="3600"/>
            </a:pPr>
            <a:r>
              <a:t>Команда `ping` проверяет доступность узла; пример: `ping 192.168.10.1`</a:t>
            </a:r>
          </a:p>
          <a:p>
            <a:pPr>
              <a:defRPr sz="3600"/>
            </a:pPr>
            <a:r>
              <a:t>Команда `Test-NetConnection` проверяет адрес и порт; пример: `Test-NetConnection 192.168.10.1 -Port 53`</a:t>
            </a:r>
          </a:p>
          <a:p>
            <a:pPr>
              <a:defRPr sz="3600"/>
            </a:pPr>
            <a:r>
              <a:t>Если адрес есть, но шлюз или DNS пустые, дальнейшая настройка домена будет работать нестабильно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Время, обновления и удалённое управление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t>Корректное время важно для доменной аутентификации и журналов событий</a:t>
            </a:r>
          </a:p>
          <a:p>
            <a:pPr>
              <a:defRPr sz="3600"/>
            </a:pPr>
            <a:r>
              <a:t>Команда `w32tm /query /status` показывает состояние синхронизации времени; пример: `w32tm /query /status`</a:t>
            </a:r>
          </a:p>
          <a:p>
            <a:pPr>
              <a:defRPr sz="3600"/>
            </a:pPr>
            <a:r>
              <a:t>Команда **`sconfig`** открывает текстовое меню Server Core; пример: `sconfig`</a:t>
            </a:r>
          </a:p>
          <a:p>
            <a:pPr>
              <a:defRPr sz="3600"/>
            </a:pPr>
            <a:r>
              <a:t>В **`sconfig`** можно настроить имя, домен, сеть, обновления, удалённый рабочий стол и перезагрузку</a:t>
            </a:r>
          </a:p>
          <a:p>
            <a:pPr>
              <a:defRPr sz="3600"/>
            </a:pPr>
            <a:r>
              <a:t>Для первокурсника это основной безопасный вход в Server Core: сеть открывается пунктом 8, а удалённое управление — отдельным пунктом меню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Рисунок: меню sconfig в Server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806999C-AABE-FC2A-1780-0B315042E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Firewall при первичной настройке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Windows Defender Firewall фильтрует входящие и исходящие подключения по профилям сети</a:t>
            </a:r>
          </a:p>
          <a:p>
            <a:pPr>
              <a:defRPr sz="3600"/>
            </a:pPr>
            <a:r>
              <a:t>На раннем этапе важно понимать, какой профиль активен: Domain, Private или Public</a:t>
            </a:r>
          </a:p>
          <a:p>
            <a:pPr>
              <a:defRPr sz="3600"/>
            </a:pPr>
            <a:r>
              <a:t>Командлет `Get-NetFirewallProfile` показывает состояние профилей; пример: `Get-NetFirewallProfile | Select Name, Enabled`</a:t>
            </a:r>
          </a:p>
          <a:p>
            <a:pPr>
              <a:defRPr sz="3600"/>
            </a:pPr>
            <a:r>
              <a:t>В учебной работе firewall не стоит бездумно отключать: лучше понимать, какое правило мешает подключению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первичная настройка Windows Server перед установкой ролей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FAFF76D-1174-F63D-B5C0-55E2E88B6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Server Manager как центральная консоль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Server Manager показывает роли, службы, события и состояние локального или удалённого сервера</a:t>
            </a:r>
          </a:p>
          <a:p>
            <a:pPr>
              <a:defRPr sz="3600"/>
            </a:pPr>
            <a:r>
              <a:t>Через него добавляют роли, открывают административные оснастки и проверяют ошибки служб</a:t>
            </a:r>
          </a:p>
          <a:p>
            <a:pPr>
              <a:defRPr sz="3600"/>
            </a:pPr>
            <a:r>
              <a:t>Консоль удобна для обучения, потому что показывает связь между ролью, службой и предупреждением</a:t>
            </a:r>
          </a:p>
          <a:p>
            <a:pPr>
              <a:defRPr sz="3600"/>
            </a:pPr>
            <a:r>
              <a:t>В реальной работе Server Manager часто дополняют PowerShell, чтобы повторять действия одинаково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MMC и административные оснастки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MMC (Microsoft Management Console) — контейнер для административных оснасток Windows</a:t>
            </a:r>
          </a:p>
          <a:p>
            <a:pPr>
              <a:defRPr sz="3600"/>
            </a:pPr>
            <a:r>
              <a:t>Примеры оснасток: Event Viewer, Services, DNS Manager, DHCP Manager, Group Policy Management</a:t>
            </a:r>
          </a:p>
          <a:p>
            <a:pPr>
              <a:defRPr sz="3600"/>
            </a:pPr>
            <a:r>
              <a:t>Оснастка решает одну область задач, а Server Manager помогает быстро перейти к нужной роли</a:t>
            </a:r>
          </a:p>
          <a:p>
            <a:pPr>
              <a:defRPr sz="3600"/>
            </a:pPr>
            <a:r>
              <a:t>Студент должен понимать: GUI показывает объект, PowerShell позволяет автоматизировать действие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cmd остаётся полезным инструментом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cmd — классическая командная оболочка Windows для простых проверок и старых утилит</a:t>
            </a:r>
          </a:p>
          <a:p>
            <a:pPr>
              <a:defRPr sz="3600"/>
            </a:pPr>
            <a:r>
              <a:t>Команда `ipconfig /all` выводит адрес, маску, шлюз, DNS и DHCP; пример: `ipconfig /all`</a:t>
            </a:r>
          </a:p>
          <a:p>
            <a:pPr>
              <a:defRPr sz="3600"/>
            </a:pPr>
            <a:r>
              <a:t>Команда `net user` показывает локальных пользователей; пример: `net user`</a:t>
            </a:r>
          </a:p>
          <a:p>
            <a:pPr>
              <a:defRPr sz="3600"/>
            </a:pPr>
            <a:r>
              <a:t>Команда `sc query` проверяет состояние службы; пример: `sc query dns`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Сетевые команды cmd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`ping dc01.company.test` проверяет базовую доступность узла по имени и IP-адресу</a:t>
            </a:r>
          </a:p>
          <a:p>
            <a:pPr>
              <a:defRPr sz="3600"/>
            </a:pPr>
            <a:r>
              <a:t>`tracert 8.8.8.8` показывает маршрут до удалённого узла и помогает найти разрыв пути</a:t>
            </a:r>
          </a:p>
          <a:p>
            <a:pPr>
              <a:defRPr sz="3600"/>
            </a:pPr>
            <a:r>
              <a:t>`nslookup dc01.company.test` проверяет, какой DNS-сервер отвечает за имя</a:t>
            </a:r>
          </a:p>
          <a:p>
            <a:pPr>
              <a:defRPr sz="3600"/>
            </a:pPr>
            <a:r>
              <a:t>`netstat -ano` показывает открытые соединения и PID процесса, который держит порт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PowerShell как основной язык администрирования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PowerShell — объектная командная оболочка и язык автоматизации Windows</a:t>
            </a:r>
          </a:p>
          <a:p>
            <a:pPr>
              <a:defRPr sz="3600"/>
            </a:pPr>
            <a:r>
              <a:t>Командлеты называются по схеме глагол-существительное: Get-Service, Set-Date, New-Item</a:t>
            </a:r>
          </a:p>
          <a:p>
            <a:pPr>
              <a:defRPr sz="3600"/>
            </a:pPr>
            <a:r>
              <a:t>Параметры уточняют действие; пример: `Get-Service -Name WinRM` проверяет конкретную службу</a:t>
            </a:r>
          </a:p>
          <a:p>
            <a:pPr>
              <a:defRPr sz="3600"/>
            </a:pPr>
            <a:r>
              <a:t>PowerShell возвращает объекты, поэтому результат можно фильтровать и передавать дальше по конвейеру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Справка и поиск командлетов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`Get-Command *Service*` ищет команды, связанные со службами; пример показывает доступные командлеты</a:t>
            </a:r>
          </a:p>
          <a:p>
            <a:pPr>
              <a:defRPr sz="3600"/>
            </a:pPr>
            <a:r>
              <a:t>`Get-Help Get-Service -Examples` выводит примеры использования командлета Get-Service</a:t>
            </a:r>
          </a:p>
          <a:p>
            <a:pPr>
              <a:defRPr sz="3600"/>
            </a:pPr>
            <a:r>
              <a:t>`Get-Member` показывает свойства и методы объекта; пример: `Get-Service | Get-Member`</a:t>
            </a:r>
          </a:p>
          <a:p>
            <a:pPr>
              <a:defRPr sz="3600"/>
            </a:pPr>
            <a:r>
              <a:t>Если студент не знает параметр, он должен сначала открыть справку, а не угадывать синтаксис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Конвейер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Конвейер передаёт результат одной команды следующей команде как объект, а не просто текст</a:t>
            </a:r>
          </a:p>
          <a:p>
            <a:pPr>
              <a:defRPr sz="3600"/>
            </a:pPr>
            <a:r>
              <a:t>Пример: `Get-Service | Where-Object {$_.Status -eq "Running"}` показывает только запущенные службы</a:t>
            </a:r>
          </a:p>
          <a:p>
            <a:pPr>
              <a:defRPr sz="3600"/>
            </a:pPr>
            <a:r>
              <a:t>Пример: `Get-Process | Sort-Object -Property CPU -Descending | Select-Object -First 5` выводит процессы с высокой накопленной нагрузкой CPU</a:t>
            </a:r>
          </a:p>
          <a:p>
            <a:pPr>
              <a:defRPr sz="3600"/>
            </a:pPr>
            <a:r>
              <a:t>Результат читают по выбранным свойствам: имя процесса, состояние службы, загрузка CPU или путь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Сведения о системе через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t>`Get-ComputerInfo` показывает подробную информацию об ОС и оборудовании; пример: `Get-ComputerInfo | Select CsName, WindowsProductName`</a:t>
            </a:r>
          </a:p>
          <a:p>
            <a:pPr>
              <a:defRPr sz="3600"/>
            </a:pPr>
            <a:r>
              <a:t>`Get-CimInstance Win32_OperatingSystem` возвращает сведения об установленной системе; пример: `Get-CimInstance Win32_OperatingSystem | Select Caption, Version`</a:t>
            </a:r>
          </a:p>
          <a:p>
            <a:pPr>
              <a:defRPr sz="3600"/>
            </a:pPr>
            <a:r>
              <a:t>`Get-Date` показывает системное время; пример: `Get-Date`</a:t>
            </a:r>
          </a:p>
          <a:p>
            <a:pPr>
              <a:defRPr sz="3600"/>
            </a:pPr>
            <a:r>
              <a:t>Эти команды фиксируют исходное состояние сервера перед установкой ролей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Сведения о сети, процессах и службах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`Get-NetIPConfiguration` показывает интерфейсы, адреса, шлюз и DNS-серверы; пример: `Get-NetIPConfiguration`</a:t>
            </a:r>
          </a:p>
          <a:p>
            <a:pPr>
              <a:defRPr sz="3600"/>
            </a:pPr>
            <a:r>
              <a:t>`Get-Process` показывает процессы; пример: `Get-Process | Sort CPU -Descending | Select -First 5`</a:t>
            </a:r>
          </a:p>
          <a:p>
            <a:pPr>
              <a:defRPr sz="3600"/>
            </a:pPr>
            <a:r>
              <a:t>`Get-Service` показывает службы; пример: `Get-Service | Where Status -eq Stopped`</a:t>
            </a:r>
          </a:p>
          <a:p>
            <a:pPr>
              <a:defRPr sz="3600"/>
            </a:pPr>
            <a:r>
              <a:t>Команды проверки не меняют систему, поэтому их безопасно выполнять перед настройкой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Минимальный чек-лист готовности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Имя сервера соответствует роли и понятно в доменной инфраструктуре</a:t>
            </a:r>
          </a:p>
          <a:p>
            <a:pPr>
              <a:defRPr sz="3600"/>
            </a:pPr>
            <a:r>
              <a:t>IP-адрес, маска, шлюз и DNS заданы осознанно и проверены командой</a:t>
            </a:r>
          </a:p>
          <a:p>
            <a:pPr>
              <a:defRPr sz="3600"/>
            </a:pPr>
            <a:r>
              <a:t>Время синхронизировано, а удалённое управление разрешено только там, где это нужно</a:t>
            </a:r>
          </a:p>
          <a:p>
            <a:pPr>
              <a:defRPr sz="3600"/>
            </a:pPr>
            <a:r>
              <a:t>Администратор умеет получить сведения о системе через GUI, cmd и PowerShell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Windows Server нужен для централизованных служб, которые обслуживают пользователей и компьютеры организации</a:t>
            </a:r>
          </a:p>
          <a:p>
            <a:pPr>
              <a:defRPr sz="3600"/>
            </a:pPr>
            <a:r>
              <a:t>Server Core уменьшает лишние компоненты, но требует уверенного удалённого администрирования</a:t>
            </a:r>
          </a:p>
          <a:p>
            <a:pPr>
              <a:defRPr sz="3600"/>
            </a:pPr>
            <a:r>
              <a:t>Первичная настройка включает имя, статическую сеть, время, обновления, firewall и удалённое управление</a:t>
            </a:r>
          </a:p>
          <a:p>
            <a:pPr>
              <a:defRPr sz="3600"/>
            </a:pPr>
            <a:r>
              <a:t>cmd полезен для быстрых проверок, а PowerShell является основным инструментом автоматизации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серверу обычно назначают статический IP-адрес?</a:t>
            </a:r>
          </a:p>
          <a:p>
            <a:pPr>
              <a:defRPr sz="3600"/>
            </a:pPr>
            <a:r>
              <a:t>Чем Desktop Experience отличается от Server Core с точки зрения администрирования?</a:t>
            </a:r>
          </a:p>
          <a:p>
            <a:pPr>
              <a:defRPr sz="3600"/>
            </a:pPr>
            <a:r>
              <a:t>Какая команда покажет DNS-серверы, настроенные на интерфейсе Windows?</a:t>
            </a:r>
          </a:p>
          <a:p>
            <a:pPr>
              <a:defRPr sz="3600"/>
            </a:pPr>
            <a:r>
              <a:t>Почему время сервера важно для будущего домена Active Directory?</a:t>
            </a:r>
          </a:p>
          <a:p>
            <a:pPr>
              <a:defRPr sz="3600"/>
            </a:pPr>
            <a:r>
              <a:t>Когда удобнее использовать cmd, а когда PowerShell?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BD86E-A79B-9E95-B329-71263294E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5D005D-C1F7-D9C8-A6AC-4D13EC4C4FFF}"/>
              </a:ext>
            </a:extLst>
          </p:cNvPr>
          <p:cNvSpPr txBox="1"/>
          <p:nvPr/>
        </p:nvSpPr>
        <p:spPr>
          <a:xfrm>
            <a:off x="1782274" y="182880"/>
            <a:ext cx="85969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3200" dirty="0"/>
              <a:t>Windows Server Hybrid </a:t>
            </a:r>
            <a:r>
              <a:rPr lang="ru-RU" sz="3200" dirty="0" err="1"/>
              <a:t>Administrator</a:t>
            </a:r>
            <a:r>
              <a:rPr lang="ru-RU" sz="3200" dirty="0"/>
              <a:t> </a:t>
            </a:r>
            <a:r>
              <a:rPr lang="ru-RU" sz="3200" dirty="0" err="1"/>
              <a:t>Associate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201AB-FBED-6113-4AD1-50407862251D}"/>
              </a:ext>
            </a:extLst>
          </p:cNvPr>
          <p:cNvSpPr txBox="1"/>
          <p:nvPr/>
        </p:nvSpPr>
        <p:spPr>
          <a:xfrm>
            <a:off x="457200" y="1194619"/>
            <a:ext cx="10972800" cy="493186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lang="ru-RU" dirty="0"/>
              <a:t>Официальный курс от Microsoft полностью бесплатен и опубликован на Microsoft </a:t>
            </a:r>
            <a:r>
              <a:rPr lang="ru-RU" dirty="0" err="1"/>
              <a:t>Learn</a:t>
            </a:r>
            <a:r>
              <a:rPr lang="ru-RU" dirty="0"/>
              <a:t>:</a:t>
            </a:r>
            <a:endParaRPr lang="ru-RU" dirty="0">
              <a:hlinkClick r:id="rId2"/>
            </a:endParaRPr>
          </a:p>
          <a:p>
            <a:pPr>
              <a:defRPr sz="3600"/>
            </a:pPr>
            <a:endParaRPr lang="ru-RU" dirty="0">
              <a:hlinkClick r:id="rId2"/>
            </a:endParaRPr>
          </a:p>
          <a:p>
            <a:pPr>
              <a:defRPr sz="3600"/>
            </a:pPr>
            <a:r>
              <a:rPr lang="en-US" dirty="0">
                <a:hlinkClick r:id="rId2"/>
              </a:rPr>
              <a:t>https://learn.microsoft.com/en-us/training/courses/az-800t00</a:t>
            </a:r>
            <a:endParaRPr lang="ru-RU" dirty="0"/>
          </a:p>
          <a:p>
            <a:pPr>
              <a:defRPr sz="3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3944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1901</Words>
  <Application>Microsoft Office PowerPoint</Application>
  <PresentationFormat>Широкоэкранный</PresentationFormat>
  <Paragraphs>158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2026-07-27T07:05:02Z</dcterms:modified>
  <cp:category/>
</cp:coreProperties>
</file>