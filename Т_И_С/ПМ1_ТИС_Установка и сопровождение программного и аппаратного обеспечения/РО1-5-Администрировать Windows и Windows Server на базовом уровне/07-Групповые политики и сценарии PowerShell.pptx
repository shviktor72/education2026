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5. Групповые политики и сценарии PowerShell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Понять, как групповые политики централизованно настраивают компьютеры и пользователей домена</a:t>
            </a:r>
          </a:p>
          <a:p>
            <a:pPr>
              <a:defRPr sz="3600"/>
            </a:pPr>
            <a:r>
              <a:t>Различать параметры компьютера и пользователя внутри GPO</a:t>
            </a:r>
          </a:p>
          <a:p>
            <a:pPr>
              <a:defRPr sz="3600"/>
            </a:pPr>
            <a:r>
              <a:t>Объяснять порядок применения, наследование, приоритет и фильтрацию политик</a:t>
            </a:r>
          </a:p>
          <a:p>
            <a:pPr>
              <a:defRPr sz="3600"/>
            </a:pPr>
            <a:r>
              <a:t>Проверять применение GPO командами gpupdate, gpresult и PowerShell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домене company.test есть OU Students с пользователями и клиентскими компьютерами</a:t>
            </a:r>
          </a:p>
          <a:p>
            <a:pPr>
              <a:defRPr sz="3600"/>
            </a:pPr>
            <a:r>
              <a:t>Нужно применить баннер входа, ограничения безопасности и сетевой диск для студентов</a:t>
            </a:r>
          </a:p>
          <a:p>
            <a:pPr>
              <a:defRPr sz="3600"/>
            </a:pPr>
            <a:r>
              <a:t>Для части пользователей добавляется сценарий входа PowerShell</a:t>
            </a:r>
          </a:p>
          <a:p>
            <a:pPr>
              <a:defRPr sz="3600"/>
            </a:pPr>
            <a:r>
              <a:t>В конце проверяется, почему политика могла не примениться на client01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Назначение локальных и доменных групповых политик.</a:t>
            </a:r>
          </a:p>
          <a:p>
            <a:pPr>
              <a:defRPr sz="3600"/>
            </a:pPr>
            <a:r>
              <a:t>2. Структура объекта GPO и параметры компьютера и пользователя.</a:t>
            </a:r>
          </a:p>
          <a:p>
            <a:pPr>
              <a:defRPr sz="3600"/>
            </a:pPr>
            <a:r>
              <a:t>3. Связывание групповых политик с сайтом, доменом и организационными подразделениями.</a:t>
            </a:r>
          </a:p>
          <a:p>
            <a:pPr>
              <a:defRPr sz="3600"/>
            </a:pPr>
            <a:r>
              <a:t>4. Порядок применения, наследование и приоритет групповых политик.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5. Фильтрация GPO по группам безопасности и WMI-фильтрам.</a:t>
            </a:r>
          </a:p>
          <a:p>
            <a:pPr>
              <a:defRPr sz="3600"/>
            </a:pPr>
            <a:r>
              <a:t>6. Настройка политик безопасности, ограничений и пользовательского окружения.</a:t>
            </a:r>
          </a:p>
          <a:p>
            <a:pPr>
              <a:defRPr sz="3600"/>
            </a:pPr>
            <a:r>
              <a:t>7. Запуск сценариев входа, выхода и PowerShell-сценариев через GPO.</a:t>
            </a:r>
          </a:p>
          <a:p>
            <a:pPr>
              <a:defRPr sz="3600"/>
            </a:pPr>
            <a:r>
              <a:t>8. Обновление, проверка и диагностика применения групповых политик.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Зачем нужны групповые политики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Без централизованных политик каждый компьютер приходится настраивать вручную и по-разному</a:t>
            </a:r>
          </a:p>
          <a:p>
            <a:pPr>
              <a:defRPr sz="3600"/>
            </a:pPr>
            <a:r>
              <a:t>Group Policy Object (GPO) — объект групповой политики с набором настроек для компьютеров и пользователей</a:t>
            </a:r>
          </a:p>
          <a:p>
            <a:pPr>
              <a:defRPr sz="3600"/>
            </a:pPr>
            <a:r>
              <a:t>Политики управляют безопасностью, рабочим столом, сценариями, сетевыми дисками и ограничениями</a:t>
            </a:r>
          </a:p>
          <a:p>
            <a:pPr>
              <a:defRPr sz="3600"/>
            </a:pPr>
            <a:r>
              <a:t>Локальная политика действует на один компьютер, доменная политика применяется централизованно через Active Directory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Локальная и доменная политика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Local Group Policy хранится на конкретном компьютере и не требует домена</a:t>
            </a:r>
          </a:p>
          <a:p>
            <a:pPr>
              <a:defRPr sz="3600"/>
            </a:pPr>
            <a:r>
              <a:t>Доменная GPO создаётся в домене и связывается с сайтом, доменом или OU</a:t>
            </a:r>
          </a:p>
          <a:p>
            <a:pPr>
              <a:defRPr sz="3600"/>
            </a:pPr>
            <a:r>
              <a:t>Если параметр задан и локально, и в домене, доменная политика обычно имеет больший практический вес</a:t>
            </a:r>
          </a:p>
          <a:p>
            <a:pPr>
              <a:defRPr sz="3600"/>
            </a:pPr>
            <a:r>
              <a:t>На лабораторной работе важно понять, откуда пришла конкретная настройка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локальная политика и доменная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B65D3A8-6CD8-C40D-E1EE-7BB62D462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Структура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Каждая GPO содержит две крупные ветви: Computer Configuration и User Configuration</a:t>
            </a:r>
          </a:p>
          <a:p>
            <a:pPr>
              <a:defRPr sz="3600"/>
            </a:pPr>
            <a:r>
              <a:t>Computer Configuration применяется к компьютеру независимо от того, кто вошёл в систему</a:t>
            </a:r>
          </a:p>
          <a:p>
            <a:pPr>
              <a:defRPr sz="3600"/>
            </a:pPr>
            <a:r>
              <a:t>User Configuration применяется к пользователю независимо от того, на какой компьютер он вошёл</a:t>
            </a:r>
          </a:p>
          <a:p>
            <a:pPr>
              <a:defRPr sz="3600"/>
            </a:pPr>
            <a:r>
              <a:t>Путаница между ветвями — частая причина, почему настройка не работает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хранится внутри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Administrative Templates задают параметры реестра для Windows и приложений</a:t>
            </a:r>
          </a:p>
          <a:p>
            <a:pPr>
              <a:defRPr sz="3600"/>
            </a:pPr>
            <a:r>
              <a:t>Security Settings управляют паролями, аудитом, правами пользователя и параметрами безопасности</a:t>
            </a:r>
          </a:p>
          <a:p>
            <a:pPr>
              <a:defRPr sz="3600"/>
            </a:pPr>
            <a:r>
              <a:t>Scripts позволяют запускать команды при старте, завершении, входе и выходе</a:t>
            </a:r>
          </a:p>
          <a:p>
            <a:pPr>
              <a:defRPr sz="3600"/>
            </a:pPr>
            <a:r>
              <a:t>Group Policy Preferences настраивают сетевые диски, ярлыки, файлы и параметры окружения</a:t>
            </a:r>
          </a:p>
          <a:p>
            <a:pPr>
              <a:defRPr sz="3600"/>
            </a:pPr>
            <a:r>
              <a:t>Drive Maps в Group Policy Preferences — штатный способ подключать сетевые диски пользователям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Создание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Консоль Group Policy Management используется для создания, связывания и проверки GPO</a:t>
            </a:r>
          </a:p>
          <a:p>
            <a:pPr>
              <a:defRPr sz="3600"/>
            </a:pPr>
            <a:r>
              <a:t>Командлет `New-GPO` создаёт объект политики; пример: `New-GPO -Name "Students Security"`</a:t>
            </a:r>
          </a:p>
          <a:p>
            <a:pPr>
              <a:defRPr sz="3600"/>
            </a:pPr>
            <a:r>
              <a:t>Командлет `Get-GPO` показывает существующие политики; пример: `Get-GPO -All | Select DisplayName`</a:t>
            </a:r>
          </a:p>
          <a:p>
            <a:pPr>
              <a:defRPr sz="3600"/>
            </a:pPr>
            <a:r>
              <a:t>Созданная GPO сама по себе не действует, пока она не связана с контейнером Active Directory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Связывание политики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Link — связь GPO с сайтом, доменом или OU, через которую политика получает область применения</a:t>
            </a:r>
          </a:p>
          <a:p>
            <a:pPr>
              <a:defRPr sz="3600"/>
            </a:pPr>
            <a:r>
              <a:t>Чаще всего политики связывают с OU, потому что там находятся нужные пользователи или компьютеры</a:t>
            </a:r>
          </a:p>
          <a:p>
            <a:pPr>
              <a:defRPr sz="3600"/>
            </a:pPr>
            <a:r>
              <a:t>Командлет `New-GPLink` связывает GPO; пример: `New-GPLink -Name "Students Security" -Target "OU=Students,DC=company,DC=test"`</a:t>
            </a:r>
          </a:p>
          <a:p>
            <a:pPr>
              <a:defRPr sz="3600"/>
            </a:pPr>
            <a:r>
              <a:t>Если объект находится не в той OU, политика к нему не применится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связь GPO с доменом и 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B1E355-854A-6F2F-4191-3E52AEDFE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области действия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GPMC вкладка Scope показывает связи, фильтры безопасности и WMI-фильтры политики</a:t>
            </a:r>
          </a:p>
          <a:p>
            <a:pPr>
              <a:defRPr sz="3600"/>
            </a:pPr>
            <a:r>
              <a:t>Командлет `Get-GPInheritance` показывает наследуемые политики; пример: `Get-GPInheritance -Target "OU=Students,DC=company,DC=test"`</a:t>
            </a:r>
          </a:p>
          <a:p>
            <a:pPr>
              <a:defRPr sz="3600"/>
            </a:pPr>
            <a:r>
              <a:t>Для пользователя важна его OU, для компьютера — OU компьютерного объекта</a:t>
            </a:r>
          </a:p>
          <a:p>
            <a:pPr>
              <a:defRPr sz="3600"/>
            </a:pPr>
            <a:r>
              <a:t>Нельзя ожидать применения пользовательской настройки к компьютеру, если пользователь находится вне области действия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Порядок применения LSDOU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LSDOU описывает порядок применения: Local, Site, Domain, OU</a:t>
            </a:r>
          </a:p>
          <a:p>
            <a:pPr>
              <a:defRPr sz="3600"/>
            </a:pPr>
            <a:r>
              <a:t>Позднее применённая политика может переопределить конфликтующий параметр более ранней политики</a:t>
            </a:r>
          </a:p>
          <a:p>
            <a:pPr>
              <a:defRPr sz="3600"/>
            </a:pPr>
            <a:r>
              <a:t>Внутри одной OU порядок связей GPO тоже имеет значение</a:t>
            </a:r>
          </a:p>
          <a:p>
            <a:pPr>
              <a:defRPr sz="3600"/>
            </a:pPr>
            <a:r>
              <a:t>Администратор должен искать не только нужную GPO, но и политику, которая переопределяет её параметр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Наследование, блокировка и принудительное применение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Inheritance — наследование политик от родительского контейнера к дочернему</a:t>
            </a:r>
          </a:p>
          <a:p>
            <a:pPr>
              <a:defRPr sz="3600"/>
            </a:pPr>
            <a:r>
              <a:t>Block Inheritance запрещает наследование обычных политик сверху</a:t>
            </a:r>
          </a:p>
          <a:p>
            <a:pPr>
              <a:defRPr sz="3600"/>
            </a:pPr>
            <a:r>
              <a:t>Enforced заставляет политику применяться даже при блокировке наследования</a:t>
            </a:r>
          </a:p>
          <a:p>
            <a:pPr>
              <a:defRPr sz="3600"/>
            </a:pPr>
            <a:r>
              <a:t>Эти механизмы нужно использовать осторожно, иначе диагностика станет сложной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порядок применения групповых политик LSDOU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6EFC4F-9267-A802-9D27-3DE830190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Фильтрация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Security Filtering ограничивает применение GPO по группам безопасности</a:t>
            </a:r>
          </a:p>
          <a:p>
            <a:pPr>
              <a:defRPr sz="3600"/>
            </a:pPr>
            <a:r>
              <a:t>Для применения политики объект должен иметь Apply group policy, а для чтения политики — право Read</a:t>
            </a:r>
          </a:p>
          <a:p>
            <a:pPr>
              <a:defRPr sz="3600"/>
            </a:pPr>
            <a:r>
              <a:t>После MS16-072 политику при обновлении читает компьютер, поэтому компьютерная учетная запись тоже должна иметь Read</a:t>
            </a:r>
          </a:p>
          <a:p>
            <a:pPr>
              <a:defRPr sz="3600"/>
            </a:pPr>
            <a:r>
              <a:t>Если из фильтра убрали Authenticated Users и оставили G_Students, добавляют Domain Computers или Authenticated Users с правом Read без Apply</a:t>
            </a:r>
          </a:p>
          <a:p>
            <a:pPr>
              <a:defRPr sz="3600"/>
            </a:pPr>
            <a:r>
              <a:t>WMI-фильтр применяет GPO только при выполнении условия о системе, например версии ОС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фильтрации по группе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Группа G_Students получает право Apply group policy для политики Students Security</a:t>
            </a:r>
          </a:p>
          <a:p>
            <a:pPr>
              <a:defRPr sz="3600"/>
            </a:pPr>
            <a:r>
              <a:t>На вкладке Delegation группе Domain Computers или Authenticated Users оставляют Read без Apply group policy</a:t>
            </a:r>
          </a:p>
          <a:p>
            <a:pPr>
              <a:defRPr sz="3600"/>
            </a:pPr>
            <a:r>
              <a:t>Пользователь ipetrov должен состоять в G_Students до входа в систему</a:t>
            </a:r>
          </a:p>
          <a:p>
            <a:pPr>
              <a:defRPr sz="3600"/>
            </a:pPr>
            <a:r>
              <a:t>Команда `whoami /groups` показывает группы текущего пользователя; пример: `whoami /groups`</a:t>
            </a:r>
          </a:p>
          <a:p>
            <a:pPr>
              <a:defRPr sz="3600"/>
            </a:pPr>
            <a:r>
              <a:t>Если членство изменили после входа, пользователю часто нужен выход и повторный вход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Политики безопасности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Через GPO задают парольную политику, блокировку учетных записей и параметры аудита</a:t>
            </a:r>
          </a:p>
          <a:p>
            <a:pPr>
              <a:defRPr sz="3600"/>
            </a:pPr>
            <a:r>
              <a:t>Можно настроить баннер входа, чтобы пользователь видел предупреждение перед аутентификацией</a:t>
            </a:r>
          </a:p>
          <a:p>
            <a:pPr>
              <a:defRPr sz="3600"/>
            </a:pPr>
            <a:r>
              <a:t>Можно ограничить запуск cmd, редактора реестра или панели управления для учебных рабочих станций</a:t>
            </a:r>
          </a:p>
          <a:p>
            <a:pPr>
              <a:defRPr sz="3600"/>
            </a:pPr>
            <a:r>
              <a:t>Важно проверять, что ограничение применяется только к нужной OU, а не ко всем администраторам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Пользовательское окружение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Group Policy Preferences позволяют назначать сетевые диски, переменные среды, ярлыки и параметры рабочего стола</a:t>
            </a:r>
          </a:p>
          <a:p>
            <a:pPr>
              <a:defRPr sz="3600"/>
            </a:pPr>
            <a:r>
              <a:t>Сетевой диск удобнее назначать через GPO, чем вручную на каждом компьютере</a:t>
            </a:r>
          </a:p>
          <a:p>
            <a:pPr>
              <a:defRPr sz="3600"/>
            </a:pPr>
            <a:r>
              <a:t>Переменные среды помогают приложениям находить общие каталоги или учебные ресурсы</a:t>
            </a:r>
          </a:p>
          <a:p>
            <a:pPr>
              <a:defRPr sz="3600"/>
            </a:pPr>
            <a:r>
              <a:t>Пользовательское окружение должно быть предсказуемым: одинаковый вход даёт одинаковый результат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Сценарии через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Сценарии входа выполняются при входе пользователя и подходят для действий в пользовательском контексте</a:t>
            </a:r>
          </a:p>
          <a:p>
            <a:pPr>
              <a:defRPr sz="3600"/>
            </a:pPr>
            <a:r>
              <a:t>Сценарии запуска компьютера выполняются до входа пользователя и подходят для системных настроек</a:t>
            </a:r>
          </a:p>
          <a:p>
            <a:pPr>
              <a:defRPr sz="3600"/>
            </a:pPr>
            <a:r>
              <a:t>PowerShell-сценарий должен быть доступен клиенту, обычно через SYSVOL</a:t>
            </a:r>
          </a:p>
          <a:p>
            <a:pPr>
              <a:defRPr sz="3600"/>
            </a:pPr>
            <a:r>
              <a:t>Сценарий должен быть коротким, понятным и проверяемым, иначе он станет скрытой причиной ошибок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Сетевые диски: GPP вместо сценария входа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современной доменной сети сетевые диски лучше подключать через Group Policy Preferences → Drive Maps</a:t>
            </a:r>
          </a:p>
          <a:p>
            <a:pPr>
              <a:defRPr sz="3600"/>
            </a:pPr>
            <a:r>
              <a:t>Logon-скрипт выполняется до полной готовности Explorer, поэтому `New-PSDrive -Persist` может не появиться в проводнике</a:t>
            </a:r>
          </a:p>
          <a:p>
            <a:pPr>
              <a:defRPr sz="3600"/>
            </a:pPr>
            <a:r>
              <a:t>Если нужен именно скрипт, используют WScript.Network; пример: `$net = New-Object -ComObject WScript.Network`</a:t>
            </a:r>
          </a:p>
          <a:p>
            <a:pPr>
              <a:defRPr sz="3600"/>
            </a:pPr>
            <a:r>
              <a:t>Подключение диска в скрипте: `$net.MapNetworkDrive("P:", "\\fs01\Public")`</a:t>
            </a:r>
          </a:p>
          <a:p>
            <a:pPr>
              <a:defRPr sz="3600"/>
            </a:pPr>
            <a:r>
              <a:t>После входа проверяют диск P: и доступ пользователя к папке `\\fs01\Public`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Обновление политик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Клиенты применяют политики периодически, но в лаборатории обновление запускают вручную</a:t>
            </a:r>
          </a:p>
          <a:p>
            <a:pPr>
              <a:defRPr sz="3600"/>
            </a:pPr>
            <a:r>
              <a:t>Команда `gpupdate /force` принудительно обновляет политики; пример: `gpupdate /force`</a:t>
            </a:r>
          </a:p>
          <a:p>
            <a:pPr>
              <a:defRPr sz="3600"/>
            </a:pPr>
            <a:r>
              <a:t>Если требуется перезагрузка или выход пользователя, команда сообщает об этом в результате</a:t>
            </a:r>
          </a:p>
          <a:p>
            <a:pPr>
              <a:defRPr sz="3600"/>
            </a:pPr>
            <a:r>
              <a:t>Не нужно многократно запускать gpupdate, если объект находится вне OU или фильтра политики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Диагностика применения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`gpresult /r` показывает применённые политики; пример: `gpresult /r`</a:t>
            </a:r>
          </a:p>
          <a:p>
            <a:pPr>
              <a:defRPr sz="3600"/>
            </a:pPr>
            <a:r>
              <a:t>Команда `gpresult /h C:\Temp\gpo.html` создаёт HTML-отчёт; пример открывают в браузере</a:t>
            </a:r>
          </a:p>
          <a:p>
            <a:pPr>
              <a:defRPr sz="3600"/>
            </a:pPr>
            <a:r>
              <a:t>Командлет `Get-GPResultantSetOfPolicy` формирует Resultant Set of Policy; пример: `Get-GPResultantSetOfPolicy -ReportType Html -Path C:\Temp\rsop.html`</a:t>
            </a:r>
          </a:p>
          <a:p>
            <a:pPr>
              <a:defRPr sz="3600"/>
            </a:pPr>
            <a:r>
              <a:t>В отчёте ищут, применена ли нужная GPO и почему другая политика могла её переопределить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причины неприменения GPO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Пользователь или компьютер находится не в той OU, к которой привязана политика</a:t>
            </a:r>
          </a:p>
          <a:p>
            <a:pPr>
              <a:defRPr sz="3600"/>
            </a:pPr>
            <a:r>
              <a:t>Политика содержит настройку пользователя, но проверяется на компьютерном объекте или наоборот</a:t>
            </a:r>
          </a:p>
          <a:p>
            <a:pPr>
              <a:defRPr sz="3600"/>
            </a:pPr>
            <a:r>
              <a:t>Security Filtering или WMI-фильтр исключает текущий объект из применения политики</a:t>
            </a:r>
          </a:p>
          <a:p>
            <a:pPr>
              <a:defRPr sz="3600"/>
            </a:pPr>
            <a:r>
              <a:t>После MS16-072 компьютер не имеет права Read на GPO, поэтому политика не читается при обновлении</a:t>
            </a:r>
          </a:p>
          <a:p>
            <a:pPr>
              <a:defRPr sz="3600"/>
            </a:pPr>
            <a:r>
              <a:t>Клиент не видит контроллер домена, SYSVOL или имеет ошибки DNS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Loopback Processing Mode для учебных компьютеров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Loopback Processing Mode применяет пользовательские настройки GPO с учётом OU компьютера, на который вошёл пользователь</a:t>
            </a:r>
          </a:p>
          <a:p>
            <a:pPr>
              <a:defRPr sz="3600"/>
            </a:pPr>
            <a:r>
              <a:t>Merge добавляет пользовательские политики из OU компьютера к обычным политикам пользователя</a:t>
            </a:r>
          </a:p>
          <a:p>
            <a:pPr>
              <a:defRPr sz="3600"/>
            </a:pPr>
            <a:r>
              <a:t>Replace заменяет обычные пользовательские политики настройками, связанными с OU компьютера</a:t>
            </a:r>
          </a:p>
          <a:p>
            <a:pPr>
              <a:defRPr sz="3600"/>
            </a:pPr>
            <a:r>
              <a:t>Сценарий колледжа: ограничения интерфейса включаются только при входе студента на ПК из OU=LabComputers</a:t>
            </a:r>
          </a:p>
          <a:p>
            <a:pPr>
              <a:defRPr sz="3600"/>
            </a:pPr>
            <a:r>
              <a:t>Настройка находится в Computer Configuration → Administrative Templates → System → Group Policy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Журнал GroupPolicy на клиенте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Event Viewer хранит подробные события применения политик на клиентском компьютере</a:t>
            </a:r>
          </a:p>
          <a:p>
            <a:pPr>
              <a:defRPr sz="3600"/>
            </a:pPr>
            <a:r>
              <a:t>Журнал Microsoft-Windows-GroupPolicy/Operational нужно читать из консоли, запущенной от имени администратора</a:t>
            </a:r>
          </a:p>
          <a:p>
            <a:pPr>
              <a:defRPr sz="3600"/>
            </a:pPr>
            <a:r>
              <a:t>Командлет `Get-WinEvent` читает журнал; пример: `Get-WinEvent -LogName Microsoft-Windows-GroupPolicy/Operational -MaxEvents 20`</a:t>
            </a:r>
          </a:p>
          <a:p>
            <a:pPr>
              <a:defRPr sz="3600"/>
            </a:pPr>
            <a:r>
              <a:t>В событиях ищут ошибку доступа к SYSVOL, DNS-проблему или отказ фильтрации</a:t>
            </a:r>
          </a:p>
          <a:p>
            <a:pPr>
              <a:defRPr sz="3600"/>
            </a:pPr>
            <a:r>
              <a:t>Журнал помогает отличить ошибку политики от ошибки самой настройки Windows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диагностика применения GPO от объекта до результата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4DD143-D9D5-415B-C974-EAC786E49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GPO централизуют настройку безопасности, пользовательского окружения и сценариев в домене</a:t>
            </a:r>
          </a:p>
          <a:p>
            <a:pPr>
              <a:defRPr sz="3600"/>
            </a:pPr>
            <a:r>
              <a:t>Параметры компьютера и пользователя применяются к разным типам объектов</a:t>
            </a:r>
          </a:p>
          <a:p>
            <a:pPr>
              <a:defRPr sz="3600"/>
            </a:pPr>
            <a:r>
              <a:t>Порядок LSDOU, наследование, приоритет и фильтрация определяют итоговую настройку</a:t>
            </a:r>
          </a:p>
          <a:p>
            <a:pPr>
              <a:defRPr sz="3600"/>
            </a:pPr>
            <a:r>
              <a:t>Диагностика GPO начинается с gpresult, OU объекта, фильтров и доступности доменных служб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созданная GPO не действует без связи с OU, доменом или сайтом?</a:t>
            </a:r>
          </a:p>
          <a:p>
            <a:pPr>
              <a:defRPr sz="3600"/>
            </a:pPr>
            <a:r>
              <a:t>Чем Computer Configuration отличается от User Configuration?</a:t>
            </a:r>
          </a:p>
          <a:p>
            <a:pPr>
              <a:defRPr sz="3600"/>
            </a:pPr>
            <a:r>
              <a:t>Что означает порядок LSDOU?</a:t>
            </a:r>
          </a:p>
          <a:p>
            <a:pPr>
              <a:defRPr sz="3600"/>
            </a:pPr>
            <a:r>
              <a:t>Как Security Filtering может помешать применению политики?</a:t>
            </a:r>
          </a:p>
          <a:p>
            <a:pPr>
              <a:defRPr sz="3600"/>
            </a:pPr>
            <a:r>
              <a:t>Какая команда создаёт HTML-отчёт о применённых политиках?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1610</Words>
  <Application>Microsoft Office PowerPoint</Application>
  <PresentationFormat>Широкоэкранный</PresentationFormat>
  <Paragraphs>143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2026-07-18T10:53:54Z</dcterms:modified>
  <cp:category/>
</cp:coreProperties>
</file>